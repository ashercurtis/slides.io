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56" r:id="rId5"/>
    <p:sldId id="300" r:id="rId6"/>
    <p:sldId id="395" r:id="rId7"/>
    <p:sldId id="1187" r:id="rId8"/>
    <p:sldId id="1188" r:id="rId9"/>
    <p:sldId id="1191" r:id="rId10"/>
    <p:sldId id="1189" r:id="rId11"/>
    <p:sldId id="1192" r:id="rId12"/>
    <p:sldId id="1190" r:id="rId13"/>
    <p:sldId id="371" r:id="rId14"/>
    <p:sldId id="372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18C26-CFAC-488C-8962-3F8DFB268630}" v="12" dt="2026-10-12T01:32:17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35c297388724ba9a" providerId="LiveId" clId="{A4FC0AD2-B0F2-4A57-BDAF-7F9B57B5A19A}"/>
    <pc:docChg chg="undo custSel addSld delSld modSld sldOrd">
      <pc:chgData name="Asher Curtis" userId="35c297388724ba9a" providerId="LiveId" clId="{A4FC0AD2-B0F2-4A57-BDAF-7F9B57B5A19A}" dt="2026-10-12T01:34:10.630" v="552" actId="47"/>
      <pc:docMkLst>
        <pc:docMk/>
      </pc:docMkLst>
      <pc:sldChg chg="modSp mod">
        <pc:chgData name="Asher Curtis" userId="35c297388724ba9a" providerId="LiveId" clId="{A4FC0AD2-B0F2-4A57-BDAF-7F9B57B5A19A}" dt="2026-10-12T01:04:24.873" v="1"/>
        <pc:sldMkLst>
          <pc:docMk/>
          <pc:sldMk cId="4294885419" sldId="256"/>
        </pc:sldMkLst>
        <pc:spChg chg="mod">
          <ac:chgData name="Asher Curtis" userId="35c297388724ba9a" providerId="LiveId" clId="{A4FC0AD2-B0F2-4A57-BDAF-7F9B57B5A19A}" dt="2026-10-12T01:04:07.844" v="0" actId="20577"/>
          <ac:spMkLst>
            <pc:docMk/>
            <pc:sldMk cId="4294885419" sldId="256"/>
            <ac:spMk id="3" creationId="{25E99166-AAF5-498F-B46D-82D42CECC71B}"/>
          </ac:spMkLst>
        </pc:spChg>
        <pc:spChg chg="mod">
          <ac:chgData name="Asher Curtis" userId="35c297388724ba9a" providerId="LiveId" clId="{A4FC0AD2-B0F2-4A57-BDAF-7F9B57B5A19A}" dt="2026-10-12T01:04:24.873" v="1"/>
          <ac:spMkLst>
            <pc:docMk/>
            <pc:sldMk cId="4294885419" sldId="256"/>
            <ac:spMk id="4" creationId="{42171E04-8C84-4649-B7E3-F266075EC7BB}"/>
          </ac:spMkLst>
        </pc:spChg>
      </pc:sldChg>
      <pc:sldChg chg="add del">
        <pc:chgData name="Asher Curtis" userId="35c297388724ba9a" providerId="LiveId" clId="{A4FC0AD2-B0F2-4A57-BDAF-7F9B57B5A19A}" dt="2026-10-12T01:13:56.864" v="108"/>
        <pc:sldMkLst>
          <pc:docMk/>
          <pc:sldMk cId="0" sldId="257"/>
        </pc:sldMkLst>
      </pc:sldChg>
      <pc:sldChg chg="add">
        <pc:chgData name="Asher Curtis" userId="35c297388724ba9a" providerId="LiveId" clId="{A4FC0AD2-B0F2-4A57-BDAF-7F9B57B5A19A}" dt="2026-10-12T01:16:07.908" v="113"/>
        <pc:sldMkLst>
          <pc:docMk/>
          <pc:sldMk cId="0" sldId="258"/>
        </pc:sldMkLst>
      </pc:sldChg>
      <pc:sldChg chg="modSp mod">
        <pc:chgData name="Asher Curtis" userId="35c297388724ba9a" providerId="LiveId" clId="{A4FC0AD2-B0F2-4A57-BDAF-7F9B57B5A19A}" dt="2026-10-12T01:32:52.918" v="548" actId="20577"/>
        <pc:sldMkLst>
          <pc:docMk/>
          <pc:sldMk cId="2931208946" sldId="278"/>
        </pc:sldMkLst>
        <pc:spChg chg="mod">
          <ac:chgData name="Asher Curtis" userId="35c297388724ba9a" providerId="LiveId" clId="{A4FC0AD2-B0F2-4A57-BDAF-7F9B57B5A19A}" dt="2026-10-12T01:32:52.918" v="548" actId="20577"/>
          <ac:spMkLst>
            <pc:docMk/>
            <pc:sldMk cId="2931208946" sldId="278"/>
            <ac:spMk id="2" creationId="{11EC96EB-8371-4B7E-A0C3-573FD660BBA7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3613419159" sldId="298"/>
        </pc:sldMkLst>
      </pc:sldChg>
      <pc:sldChg chg="modSp mod">
        <pc:chgData name="Asher Curtis" userId="35c297388724ba9a" providerId="LiveId" clId="{A4FC0AD2-B0F2-4A57-BDAF-7F9B57B5A19A}" dt="2026-10-12T01:05:12.049" v="75" actId="20577"/>
        <pc:sldMkLst>
          <pc:docMk/>
          <pc:sldMk cId="4272180523" sldId="300"/>
        </pc:sldMkLst>
        <pc:spChg chg="mod">
          <ac:chgData name="Asher Curtis" userId="35c297388724ba9a" providerId="LiveId" clId="{A4FC0AD2-B0F2-4A57-BDAF-7F9B57B5A19A}" dt="2026-10-12T01:05:12.049" v="75" actId="20577"/>
          <ac:spMkLst>
            <pc:docMk/>
            <pc:sldMk cId="4272180523" sldId="300"/>
            <ac:spMk id="2" creationId="{4BF555D3-14D1-2CA6-3E9F-FDB21F020B98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696637569" sldId="304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2131598772" sldId="305"/>
        </pc:sldMkLst>
      </pc:sldChg>
      <pc:sldChg chg="del">
        <pc:chgData name="Asher Curtis" userId="35c297388724ba9a" providerId="LiveId" clId="{A4FC0AD2-B0F2-4A57-BDAF-7F9B57B5A19A}" dt="2026-10-12T01:33:22.516" v="549" actId="47"/>
        <pc:sldMkLst>
          <pc:docMk/>
          <pc:sldMk cId="570656343" sldId="370"/>
        </pc:sldMkLst>
      </pc:sldChg>
      <pc:sldChg chg="modSp mod">
        <pc:chgData name="Asher Curtis" userId="35c297388724ba9a" providerId="LiveId" clId="{A4FC0AD2-B0F2-4A57-BDAF-7F9B57B5A19A}" dt="2026-10-12T01:32:17.242" v="542" actId="20578"/>
        <pc:sldMkLst>
          <pc:docMk/>
          <pc:sldMk cId="3118862969" sldId="372"/>
        </pc:sldMkLst>
        <pc:spChg chg="mod">
          <ac:chgData name="Asher Curtis" userId="35c297388724ba9a" providerId="LiveId" clId="{A4FC0AD2-B0F2-4A57-BDAF-7F9B57B5A19A}" dt="2026-10-12T01:32:17.242" v="542" actId="20578"/>
          <ac:spMkLst>
            <pc:docMk/>
            <pc:sldMk cId="3118862969" sldId="372"/>
            <ac:spMk id="2" creationId="{3343B51B-0A83-EDC8-5496-64D3A58ABEEB}"/>
          </ac:spMkLst>
        </pc:spChg>
      </pc:sldChg>
      <pc:sldChg chg="del">
        <pc:chgData name="Asher Curtis" userId="35c297388724ba9a" providerId="LiveId" clId="{A4FC0AD2-B0F2-4A57-BDAF-7F9B57B5A19A}" dt="2026-10-12T01:34:00.451" v="551" actId="47"/>
        <pc:sldMkLst>
          <pc:docMk/>
          <pc:sldMk cId="3482232368" sldId="37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091657238" sldId="37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278704641" sldId="37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655998079" sldId="37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34257874" sldId="37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400023" sldId="37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213621824" sldId="37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819092637" sldId="380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540265557" sldId="381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44375410" sldId="382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45589117" sldId="38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969848769" sldId="38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12034344" sldId="38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258292837" sldId="38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470874891" sldId="38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630649099" sldId="38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147740412" sldId="38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798861" sldId="390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088830480" sldId="391"/>
        </pc:sldMkLst>
      </pc:sldChg>
      <pc:sldChg chg="modSp add mod">
        <pc:chgData name="Asher Curtis" userId="35c297388724ba9a" providerId="LiveId" clId="{A4FC0AD2-B0F2-4A57-BDAF-7F9B57B5A19A}" dt="2026-10-12T01:06:05.283" v="90" actId="207"/>
        <pc:sldMkLst>
          <pc:docMk/>
          <pc:sldMk cId="742402286" sldId="392"/>
        </pc:sldMkLst>
        <pc:spChg chg="mod">
          <ac:chgData name="Asher Curtis" userId="35c297388724ba9a" providerId="LiveId" clId="{A4FC0AD2-B0F2-4A57-BDAF-7F9B57B5A19A}" dt="2026-10-12T01:06:05.283" v="90" actId="207"/>
          <ac:spMkLst>
            <pc:docMk/>
            <pc:sldMk cId="742402286" sldId="392"/>
            <ac:spMk id="2" creationId="{CD47C7C0-62E1-A912-7113-3B281A1B6A00}"/>
          </ac:spMkLst>
        </pc:spChg>
      </pc:sldChg>
      <pc:sldChg chg="modSp add mod">
        <pc:chgData name="Asher Curtis" userId="35c297388724ba9a" providerId="LiveId" clId="{A4FC0AD2-B0F2-4A57-BDAF-7F9B57B5A19A}" dt="2026-10-12T01:06:00.507" v="88" actId="207"/>
        <pc:sldMkLst>
          <pc:docMk/>
          <pc:sldMk cId="649561188" sldId="393"/>
        </pc:sldMkLst>
        <pc:spChg chg="mod">
          <ac:chgData name="Asher Curtis" userId="35c297388724ba9a" providerId="LiveId" clId="{A4FC0AD2-B0F2-4A57-BDAF-7F9B57B5A19A}" dt="2026-10-12T01:06:00.507" v="88" actId="207"/>
          <ac:spMkLst>
            <pc:docMk/>
            <pc:sldMk cId="649561188" sldId="393"/>
            <ac:spMk id="2" creationId="{834CBEC5-C4B6-5135-33DC-828D88BA2756}"/>
          </ac:spMkLst>
        </pc:spChg>
      </pc:sldChg>
      <pc:sldChg chg="modSp add mod">
        <pc:chgData name="Asher Curtis" userId="35c297388724ba9a" providerId="LiveId" clId="{A4FC0AD2-B0F2-4A57-BDAF-7F9B57B5A19A}" dt="2026-10-12T01:05:53.051" v="86" actId="113"/>
        <pc:sldMkLst>
          <pc:docMk/>
          <pc:sldMk cId="352860258" sldId="394"/>
        </pc:sldMkLst>
        <pc:spChg chg="mod">
          <ac:chgData name="Asher Curtis" userId="35c297388724ba9a" providerId="LiveId" clId="{A4FC0AD2-B0F2-4A57-BDAF-7F9B57B5A19A}" dt="2026-10-12T01:05:53.051" v="86" actId="113"/>
          <ac:spMkLst>
            <pc:docMk/>
            <pc:sldMk cId="352860258" sldId="394"/>
            <ac:spMk id="2" creationId="{14F1257F-FEF5-64EB-3CDD-F63C4469F24D}"/>
          </ac:spMkLst>
        </pc:spChg>
      </pc:sldChg>
      <pc:sldChg chg="add">
        <pc:chgData name="Asher Curtis" userId="35c297388724ba9a" providerId="LiveId" clId="{A4FC0AD2-B0F2-4A57-BDAF-7F9B57B5A19A}" dt="2026-10-12T01:06:28.287" v="91"/>
        <pc:sldMkLst>
          <pc:docMk/>
          <pc:sldMk cId="1768303522" sldId="395"/>
        </pc:sldMkLst>
      </pc:sldChg>
      <pc:sldChg chg="modSp add mod">
        <pc:chgData name="Asher Curtis" userId="35c297388724ba9a" providerId="LiveId" clId="{A4FC0AD2-B0F2-4A57-BDAF-7F9B57B5A19A}" dt="2026-10-12T01:20:06.319" v="117" actId="20577"/>
        <pc:sldMkLst>
          <pc:docMk/>
          <pc:sldMk cId="4039296105" sldId="396"/>
        </pc:sldMkLst>
        <pc:spChg chg="mod">
          <ac:chgData name="Asher Curtis" userId="35c297388724ba9a" providerId="LiveId" clId="{A4FC0AD2-B0F2-4A57-BDAF-7F9B57B5A19A}" dt="2026-10-12T01:20:06.319" v="117" actId="20577"/>
          <ac:spMkLst>
            <pc:docMk/>
            <pc:sldMk cId="4039296105" sldId="396"/>
            <ac:spMk id="2" creationId="{7A563DDF-411C-38ED-A0FB-F74283E54AFE}"/>
          </ac:spMkLst>
        </pc:spChg>
        <pc:spChg chg="mod">
          <ac:chgData name="Asher Curtis" userId="35c297388724ba9a" providerId="LiveId" clId="{A4FC0AD2-B0F2-4A57-BDAF-7F9B57B5A19A}" dt="2026-10-12T01:06:34.969" v="97" actId="20577"/>
          <ac:spMkLst>
            <pc:docMk/>
            <pc:sldMk cId="4039296105" sldId="396"/>
            <ac:spMk id="3" creationId="{A6B13E4C-DA7B-6C09-3CF3-40B2F4AECF6E}"/>
          </ac:spMkLst>
        </pc:spChg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152376829" sldId="859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82477658" sldId="87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1421970449" sldId="1160"/>
        </pc:sldMkLst>
      </pc:sldChg>
      <pc:sldChg chg="add ord">
        <pc:chgData name="Asher Curtis" userId="35c297388724ba9a" providerId="LiveId" clId="{A4FC0AD2-B0F2-4A57-BDAF-7F9B57B5A19A}" dt="2026-10-12T01:08:01.043" v="105"/>
        <pc:sldMkLst>
          <pc:docMk/>
          <pc:sldMk cId="1187461027" sldId="1161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603970790" sldId="116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601593719" sldId="1165"/>
        </pc:sldMkLst>
      </pc:sldChg>
      <pc:sldChg chg="modSp add del mod">
        <pc:chgData name="Asher Curtis" userId="35c297388724ba9a" providerId="LiveId" clId="{A4FC0AD2-B0F2-4A57-BDAF-7F9B57B5A19A}" dt="2026-10-12T01:14:14.829" v="111" actId="1076"/>
        <pc:sldMkLst>
          <pc:docMk/>
          <pc:sldMk cId="0" sldId="1166"/>
        </pc:sldMkLst>
        <pc:spChg chg="mod">
          <ac:chgData name="Asher Curtis" userId="35c297388724ba9a" providerId="LiveId" clId="{A4FC0AD2-B0F2-4A57-BDAF-7F9B57B5A19A}" dt="2026-10-12T01:14:14.829" v="111" actId="1076"/>
          <ac:spMkLst>
            <pc:docMk/>
            <pc:sldMk cId="0" sldId="1166"/>
            <ac:spMk id="2" creationId="{00000000-0000-0000-0000-000000000000}"/>
          </ac:spMkLst>
        </pc:spChg>
      </pc:sldChg>
      <pc:sldChg chg="add del">
        <pc:chgData name="Asher Curtis" userId="35c297388724ba9a" providerId="LiveId" clId="{A4FC0AD2-B0F2-4A57-BDAF-7F9B57B5A19A}" dt="2026-10-12T01:07:58.621" v="103" actId="47"/>
        <pc:sldMkLst>
          <pc:docMk/>
          <pc:sldMk cId="1982114712" sldId="1166"/>
        </pc:sldMkLst>
      </pc:sldChg>
      <pc:sldChg chg="new">
        <pc:chgData name="Asher Curtis" userId="35c297388724ba9a" providerId="LiveId" clId="{A4FC0AD2-B0F2-4A57-BDAF-7F9B57B5A19A}" dt="2026-10-12T01:14:06.583" v="109" actId="680"/>
        <pc:sldMkLst>
          <pc:docMk/>
          <pc:sldMk cId="399387766" sldId="1167"/>
        </pc:sldMkLst>
      </pc:sldChg>
      <pc:sldChg chg="new del">
        <pc:chgData name="Asher Curtis" userId="35c297388724ba9a" providerId="LiveId" clId="{A4FC0AD2-B0F2-4A57-BDAF-7F9B57B5A19A}" dt="2026-10-12T01:16:32.596" v="114" actId="47"/>
        <pc:sldMkLst>
          <pc:docMk/>
          <pc:sldMk cId="2863557427" sldId="1168"/>
        </pc:sldMkLst>
      </pc:sldChg>
    </pc:docChg>
  </pc:docChgLst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7T16:31:07.117" v="23"/>
      <pc:docMkLst>
        <pc:docMk/>
      </pc:docMkLst>
      <pc:sldChg chg="ord">
        <pc:chgData name="Asher Curtis" userId="494c4f5b-6d11-415a-9d9e-829c1135aa91" providerId="ADAL" clId="{FDEDEEF3-7275-4161-A24C-7071BE30F9A7}" dt="2026-10-07T15:38:41.815" v="2"/>
        <pc:sldMkLst>
          <pc:docMk/>
          <pc:sldMk cId="2131598772" sldId="305"/>
        </pc:sldMkLst>
      </pc:sldChg>
      <pc:sldChg chg="add ord">
        <pc:chgData name="Asher Curtis" userId="494c4f5b-6d11-415a-9d9e-829c1135aa91" providerId="ADAL" clId="{FDEDEEF3-7275-4161-A24C-7071BE30F9A7}" dt="2026-10-07T15:38:34.617" v="1"/>
        <pc:sldMkLst>
          <pc:docMk/>
          <pc:sldMk cId="3482232368" sldId="373"/>
        </pc:sldMkLst>
      </pc:sldChg>
      <pc:sldChg chg="add">
        <pc:chgData name="Asher Curtis" userId="494c4f5b-6d11-415a-9d9e-829c1135aa91" providerId="ADAL" clId="{FDEDEEF3-7275-4161-A24C-7071BE30F9A7}" dt="2026-10-07T15:39:08.082" v="3"/>
        <pc:sldMkLst>
          <pc:docMk/>
          <pc:sldMk cId="2091657238" sldId="374"/>
        </pc:sldMkLst>
      </pc:sldChg>
      <pc:sldChg chg="modSp">
        <pc:chgData name="Asher Curtis" userId="494c4f5b-6d11-415a-9d9e-829c1135aa91" providerId="ADAL" clId="{FDEDEEF3-7275-4161-A24C-7071BE30F9A7}" dt="2026-10-07T15:49:53.649" v="10"/>
        <pc:sldMkLst>
          <pc:docMk/>
          <pc:sldMk cId="1278704641" sldId="375"/>
        </pc:sldMkLst>
        <pc:spChg chg="mod">
          <ac:chgData name="Asher Curtis" userId="494c4f5b-6d11-415a-9d9e-829c1135aa91" providerId="ADAL" clId="{FDEDEEF3-7275-4161-A24C-7071BE30F9A7}" dt="2026-10-07T15:49:53.649" v="10"/>
          <ac:spMkLst>
            <pc:docMk/>
            <pc:sldMk cId="1278704641" sldId="375"/>
            <ac:spMk id="2" creationId="{9D7E4574-F909-7F35-B5E7-D8AF8D9B0613}"/>
          </ac:spMkLst>
        </pc:spChg>
      </pc:sldChg>
      <pc:sldChg chg="modSp">
        <pc:chgData name="Asher Curtis" userId="494c4f5b-6d11-415a-9d9e-829c1135aa91" providerId="ADAL" clId="{FDEDEEF3-7275-4161-A24C-7071BE30F9A7}" dt="2026-10-07T15:43:30.133" v="5"/>
        <pc:sldMkLst>
          <pc:docMk/>
          <pc:sldMk cId="1655998079" sldId="376"/>
        </pc:sldMkLst>
        <pc:spChg chg="mod">
          <ac:chgData name="Asher Curtis" userId="494c4f5b-6d11-415a-9d9e-829c1135aa91" providerId="ADAL" clId="{FDEDEEF3-7275-4161-A24C-7071BE30F9A7}" dt="2026-10-07T15:43:06.902" v="4"/>
          <ac:spMkLst>
            <pc:docMk/>
            <pc:sldMk cId="1655998079" sldId="376"/>
            <ac:spMk id="2" creationId="{862B183C-E5ED-D77E-FE87-318B9C3A9C0E}"/>
          </ac:spMkLst>
        </pc:spChg>
        <pc:spChg chg="mod">
          <ac:chgData name="Asher Curtis" userId="494c4f5b-6d11-415a-9d9e-829c1135aa91" providerId="ADAL" clId="{FDEDEEF3-7275-4161-A24C-7071BE30F9A7}" dt="2026-10-07T15:43:30.133" v="5"/>
          <ac:spMkLst>
            <pc:docMk/>
            <pc:sldMk cId="1655998079" sldId="376"/>
            <ac:spMk id="3" creationId="{57479FA9-83BE-13F9-E30A-FE3E00755C2E}"/>
          </ac:spMkLst>
        </pc:spChg>
      </pc:sldChg>
      <pc:sldChg chg="modSp">
        <pc:chgData name="Asher Curtis" userId="494c4f5b-6d11-415a-9d9e-829c1135aa91" providerId="ADAL" clId="{FDEDEEF3-7275-4161-A24C-7071BE30F9A7}" dt="2026-10-07T15:51:21.861" v="12"/>
        <pc:sldMkLst>
          <pc:docMk/>
          <pc:sldMk cId="634257874" sldId="377"/>
        </pc:sldMkLst>
        <pc:spChg chg="mod">
          <ac:chgData name="Asher Curtis" userId="494c4f5b-6d11-415a-9d9e-829c1135aa91" providerId="ADAL" clId="{FDEDEEF3-7275-4161-A24C-7071BE30F9A7}" dt="2026-10-07T15:51:21.861" v="12"/>
          <ac:spMkLst>
            <pc:docMk/>
            <pc:sldMk cId="634257874" sldId="377"/>
            <ac:spMk id="2" creationId="{AEE372C9-B4C4-5B24-86AA-60DE5A10DD6E}"/>
          </ac:spMkLst>
        </pc:spChg>
      </pc:sldChg>
      <pc:sldChg chg="add">
        <pc:chgData name="Asher Curtis" userId="494c4f5b-6d11-415a-9d9e-829c1135aa91" providerId="ADAL" clId="{FDEDEEF3-7275-4161-A24C-7071BE30F9A7}" dt="2026-10-07T15:52:37.851" v="13"/>
        <pc:sldMkLst>
          <pc:docMk/>
          <pc:sldMk cId="2764400023" sldId="378"/>
        </pc:sldMkLst>
      </pc:sldChg>
      <pc:sldChg chg="modSp">
        <pc:chgData name="Asher Curtis" userId="494c4f5b-6d11-415a-9d9e-829c1135aa91" providerId="ADAL" clId="{FDEDEEF3-7275-4161-A24C-7071BE30F9A7}" dt="2026-10-07T15:53:42.107" v="14"/>
        <pc:sldMkLst>
          <pc:docMk/>
          <pc:sldMk cId="3213621824" sldId="379"/>
        </pc:sldMkLst>
        <pc:spChg chg="mod">
          <ac:chgData name="Asher Curtis" userId="494c4f5b-6d11-415a-9d9e-829c1135aa91" providerId="ADAL" clId="{FDEDEEF3-7275-4161-A24C-7071BE30F9A7}" dt="2026-10-07T15:53:42.107" v="14"/>
          <ac:spMkLst>
            <pc:docMk/>
            <pc:sldMk cId="3213621824" sldId="379"/>
            <ac:spMk id="2" creationId="{69B2657D-00DE-6D82-3773-FCE1E9A8F55A}"/>
          </ac:spMkLst>
        </pc:spChg>
      </pc:sldChg>
      <pc:sldChg chg="add">
        <pc:chgData name="Asher Curtis" userId="494c4f5b-6d11-415a-9d9e-829c1135aa91" providerId="ADAL" clId="{FDEDEEF3-7275-4161-A24C-7071BE30F9A7}" dt="2026-10-07T16:00:08.669" v="15"/>
        <pc:sldMkLst>
          <pc:docMk/>
          <pc:sldMk cId="2540265557" sldId="381"/>
        </pc:sldMkLst>
      </pc:sldChg>
      <pc:sldChg chg="modSp">
        <pc:chgData name="Asher Curtis" userId="494c4f5b-6d11-415a-9d9e-829c1135aa91" providerId="ADAL" clId="{FDEDEEF3-7275-4161-A24C-7071BE30F9A7}" dt="2026-10-07T16:13:10.150" v="17"/>
        <pc:sldMkLst>
          <pc:docMk/>
          <pc:sldMk cId="444375410" sldId="382"/>
        </pc:sldMkLst>
        <pc:spChg chg="mod">
          <ac:chgData name="Asher Curtis" userId="494c4f5b-6d11-415a-9d9e-829c1135aa91" providerId="ADAL" clId="{FDEDEEF3-7275-4161-A24C-7071BE30F9A7}" dt="2026-10-07T16:13:10.150" v="17"/>
          <ac:spMkLst>
            <pc:docMk/>
            <pc:sldMk cId="444375410" sldId="382"/>
            <ac:spMk id="2" creationId="{877848C4-D299-581D-1215-79F37A423D3E}"/>
          </ac:spMkLst>
        </pc:spChg>
      </pc:sldChg>
      <pc:sldChg chg="add">
        <pc:chgData name="Asher Curtis" userId="494c4f5b-6d11-415a-9d9e-829c1135aa91" providerId="ADAL" clId="{FDEDEEF3-7275-4161-A24C-7071BE30F9A7}" dt="2026-10-07T16:14:27.797" v="18"/>
        <pc:sldMkLst>
          <pc:docMk/>
          <pc:sldMk cId="2712034344" sldId="385"/>
        </pc:sldMkLst>
      </pc:sldChg>
      <pc:sldChg chg="modSp">
        <pc:chgData name="Asher Curtis" userId="494c4f5b-6d11-415a-9d9e-829c1135aa91" providerId="ADAL" clId="{FDEDEEF3-7275-4161-A24C-7071BE30F9A7}" dt="2026-10-07T16:18:41.399" v="19"/>
        <pc:sldMkLst>
          <pc:docMk/>
          <pc:sldMk cId="4258292837" sldId="386"/>
        </pc:sldMkLst>
        <pc:spChg chg="mod">
          <ac:chgData name="Asher Curtis" userId="494c4f5b-6d11-415a-9d9e-829c1135aa91" providerId="ADAL" clId="{FDEDEEF3-7275-4161-A24C-7071BE30F9A7}" dt="2026-10-07T16:18:41.399" v="19"/>
          <ac:spMkLst>
            <pc:docMk/>
            <pc:sldMk cId="4258292837" sldId="386"/>
            <ac:spMk id="2" creationId="{2D667EE2-5019-55BE-F037-B7EEC81AF35E}"/>
          </ac:spMkLst>
        </pc:spChg>
      </pc:sldChg>
      <pc:sldChg chg="modSp">
        <pc:chgData name="Asher Curtis" userId="494c4f5b-6d11-415a-9d9e-829c1135aa91" providerId="ADAL" clId="{FDEDEEF3-7275-4161-A24C-7071BE30F9A7}" dt="2026-10-07T16:22:04.652" v="20"/>
        <pc:sldMkLst>
          <pc:docMk/>
          <pc:sldMk cId="1470874891" sldId="387"/>
        </pc:sldMkLst>
        <pc:spChg chg="mod">
          <ac:chgData name="Asher Curtis" userId="494c4f5b-6d11-415a-9d9e-829c1135aa91" providerId="ADAL" clId="{FDEDEEF3-7275-4161-A24C-7071BE30F9A7}" dt="2026-10-07T16:22:04.652" v="20"/>
          <ac:spMkLst>
            <pc:docMk/>
            <pc:sldMk cId="1470874891" sldId="387"/>
            <ac:spMk id="2" creationId="{15E22C5F-7ADC-96D7-C434-49B1C5CF3C49}"/>
          </ac:spMkLst>
        </pc:spChg>
      </pc:sldChg>
      <pc:sldChg chg="addSp modSp">
        <pc:chgData name="Asher Curtis" userId="494c4f5b-6d11-415a-9d9e-829c1135aa91" providerId="ADAL" clId="{FDEDEEF3-7275-4161-A24C-7071BE30F9A7}" dt="2026-10-07T16:26:44.012" v="22" actId="767"/>
        <pc:sldMkLst>
          <pc:docMk/>
          <pc:sldMk cId="3630649099" sldId="388"/>
        </pc:sldMkLst>
        <pc:spChg chg="add mod">
          <ac:chgData name="Asher Curtis" userId="494c4f5b-6d11-415a-9d9e-829c1135aa91" providerId="ADAL" clId="{FDEDEEF3-7275-4161-A24C-7071BE30F9A7}" dt="2026-10-07T16:26:09.284" v="21" actId="767"/>
          <ac:spMkLst>
            <pc:docMk/>
            <pc:sldMk cId="3630649099" sldId="388"/>
            <ac:spMk id="13" creationId="{394E20B4-FCE4-4CDD-9A65-2700AD0CC424}"/>
          </ac:spMkLst>
        </pc:spChg>
        <pc:spChg chg="add mod">
          <ac:chgData name="Asher Curtis" userId="494c4f5b-6d11-415a-9d9e-829c1135aa91" providerId="ADAL" clId="{FDEDEEF3-7275-4161-A24C-7071BE30F9A7}" dt="2026-10-07T16:26:44.012" v="22" actId="767"/>
          <ac:spMkLst>
            <pc:docMk/>
            <pc:sldMk cId="3630649099" sldId="388"/>
            <ac:spMk id="15" creationId="{27690100-1097-3480-FEE5-D24BB0AB44CE}"/>
          </ac:spMkLst>
        </pc:spChg>
      </pc:sldChg>
      <pc:sldChg chg="add">
        <pc:chgData name="Asher Curtis" userId="494c4f5b-6d11-415a-9d9e-829c1135aa91" providerId="ADAL" clId="{FDEDEEF3-7275-4161-A24C-7071BE30F9A7}" dt="2026-10-07T16:31:07.117" v="23"/>
        <pc:sldMkLst>
          <pc:docMk/>
          <pc:sldMk cId="1088830480" sldId="3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egex101.com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hercurtis/enron_email_new/blob/main/Cybersecurity_case_studies_Enron.csv" TargetMode="External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ETL Process: Regular Expressions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07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/>
              <a:t>Labs Enron Email Regex Exercises</a:t>
            </a:r>
          </a:p>
          <a:p>
            <a:pPr marL="1145100" lvl="1" indent="-457200">
              <a:buAutoNum type="arabicPeriod"/>
            </a:pPr>
            <a:r>
              <a:rPr lang="en-US" dirty="0"/>
              <a:t>Regex101.com practice</a:t>
            </a:r>
          </a:p>
          <a:p>
            <a:pPr marL="1145100" lvl="1" indent="-457200">
              <a:buAutoNum type="arabicPeriod"/>
            </a:pPr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Exercise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0E5F-72E2-6B2C-66CE-19709562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648DE2-0358-0C5A-BA9E-F9F56A2FD6F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83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99849-C0B5-5CE6-713B-0293FCCD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A84980-89EB-B993-AC78-03A1A07F45B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068165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Understanding how relational data is structured and how we query it to transform that data to answer questions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Relational data can be queried with Structured Query Language (SQL) to directly answer questions.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SQL provides a very rich and flexible way to query relational databases.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256D3F-A330-CA41-F5E8-E48D78D2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33178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088E-1349-999E-BF3E-5BD5F9FD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D25AA-BE8D-5EB5-7991-95D633D2D38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  <a:r>
              <a:rPr lang="en-US" b="1" dirty="0">
                <a:solidFill>
                  <a:schemeClr val="tx2"/>
                </a:solidFill>
              </a:rPr>
              <a:t>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Labs Enron Email Regex Exercises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Regex101.com practice</a:t>
            </a:r>
          </a:p>
          <a:p>
            <a:pPr marL="1145100" lvl="1" indent="-457200">
              <a:buAutoNum type="arabicPeriod"/>
            </a:pPr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Exercise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5BA21-8FA5-18A5-46C7-7AF0ACF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107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05B9E8-B654-4F63-84E4-AFB6FEC2DFE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426995" cy="4286430"/>
          </a:xfrm>
        </p:spPr>
        <p:txBody>
          <a:bodyPr/>
          <a:lstStyle/>
          <a:p>
            <a:r>
              <a:rPr lang="en-US" dirty="0"/>
              <a:t>A free online regex tool that we can use to cover some of the basics.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https://regex101.com/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Message-ID: &lt;25828831.1075855376669.JavaMail.evans@thyme&gt; Date: Mon, 26 Nov 2001 07:25:16 -0800 (PST) From: k..allen@enron.com To: jsmith@austintx.com Subject: RE: Additional properties in San Antonio Jeff, Can you resend the info on the three properties you mailed and the one you faxed on Tuesday. I was out of the office last week. Phillip -----Original Message----- From: "JEFF SMITH" &lt;jsmith@austintx.com&gt;@ENRON Sent: Tuesday, November 20, 2001 3:43 PM To: Allen, Phillip K. Subject: Additional properties in San Antonio Phillip, I am waiting to get info. on two more properties in San Antonio. The broker will be faxing info. on Monday. One is 74 units for $1,900,000, and the other is 24 units for $550,000. Also, I have mailed you info. on three other properties in addition to the 100 unit property that I faxed this AM. Let me know if you have any questions. Jeff Smith The Smith Company 9400 Circle Drive Austin, TX 78736 512-394-0908 office 512-394-0913 fax 512-751-9728 mobile jsmith@austintx.com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C8FBC4-49C2-4133-A26C-F362ABED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Regex101</a:t>
            </a:r>
          </a:p>
        </p:txBody>
      </p:sp>
    </p:spTree>
    <p:extLst>
      <p:ext uri="{BB962C8B-B14F-4D97-AF65-F5344CB8AC3E}">
        <p14:creationId xmlns:p14="http://schemas.microsoft.com/office/powerpoint/2010/main" val="277999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E192-A504-3AF8-8E10-47278BA7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537DF4-B7DC-4B0E-2B17-5B79F475CC1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Labs Enron Email Regex Exercises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Regex101.com practice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Google </a:t>
            </a:r>
            <a:r>
              <a:rPr lang="en-US" b="1" dirty="0" err="1">
                <a:solidFill>
                  <a:schemeClr val="tx2"/>
                </a:solidFill>
              </a:rPr>
              <a:t>CoLab</a:t>
            </a:r>
            <a:r>
              <a:rPr lang="en-US" b="1" dirty="0">
                <a:solidFill>
                  <a:schemeClr val="tx2"/>
                </a:solidFill>
              </a:rPr>
              <a:t> Exercise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7891E9-8750-2C8B-4AAC-66CB60CE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10896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A9C9CC-6B52-5F63-29C1-290552F60C7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1213805" cy="4015330"/>
          </a:xfrm>
        </p:spPr>
        <p:txBody>
          <a:bodyPr/>
          <a:lstStyle/>
          <a:p>
            <a:r>
              <a:rPr lang="en-US" dirty="0"/>
              <a:t>We can upload the entire email dataset to </a:t>
            </a:r>
            <a:r>
              <a:rPr lang="en-US" dirty="0" err="1"/>
              <a:t>colab</a:t>
            </a:r>
            <a:r>
              <a:rPr lang="en-US" dirty="0"/>
              <a:t> and process it online: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https://colab.research.google.com/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Notebook </a:t>
            </a:r>
            <a:r>
              <a:rPr lang="en-US" dirty="0"/>
              <a:t>(open&gt;</a:t>
            </a:r>
            <a:r>
              <a:rPr lang="en-US" dirty="0" err="1"/>
              <a:t>github</a:t>
            </a:r>
            <a:r>
              <a:rPr lang="en-US" dirty="0"/>
              <a:t>): </a:t>
            </a:r>
            <a:r>
              <a:rPr lang="en-US" b="1" dirty="0" err="1"/>
              <a:t>ashercurtis</a:t>
            </a:r>
            <a:endParaRPr lang="en-US" b="1" dirty="0"/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Select </a:t>
            </a:r>
            <a:r>
              <a:rPr lang="en-US" b="1" dirty="0" err="1"/>
              <a:t>enron_email_new</a:t>
            </a:r>
            <a:r>
              <a:rPr lang="en-US" b="1" dirty="0"/>
              <a:t> 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Select </a:t>
            </a:r>
            <a:r>
              <a:rPr lang="en-US" b="1" dirty="0" err="1"/>
              <a:t>Enron_Email_Audit_Student.ipnyb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Download data first: </a:t>
            </a:r>
            <a:r>
              <a:rPr lang="en-US" b="1" dirty="0">
                <a:hlinkClick r:id="rId3"/>
              </a:rPr>
              <a:t>https://github.com/ashercurtis/enron_email_new/blob/main/Cybersecurity_case_studies_Enron.csv</a:t>
            </a:r>
            <a:endParaRPr lang="en-US" b="1" dirty="0"/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Upload it to google </a:t>
            </a:r>
            <a:r>
              <a:rPr lang="en-US" dirty="0" err="1"/>
              <a:t>colab</a:t>
            </a:r>
            <a:r>
              <a:rPr lang="en-US" dirty="0"/>
              <a:t> by running first command.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02EA46-A0A6-795A-2850-CCDD50C8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42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32DB-DD07-C5AA-6EEE-4AFFD79F6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38F9B9-6294-CBFD-6564-8EEA08BFE5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Labs Enron Email Regex Exercises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Regex101.com practice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Google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CoLab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Exercise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54FAE2-C110-8F84-9E1A-40B98310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2557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5F03-0DF8-1984-8D11-C9E4B70A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0E289-0161-1503-061D-BD272D3C70B2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236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991495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Transforming unstructured email data into structured analytical evidence requires effective data preparation, pattern recognition, and careful interpretation of results.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Email data contains valuable information, but its unstructured nature makes systematic analysis challenging. Regular expressions (Regex) provide a flexible and powerful way to identify, extract, and transform patterns within text.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Analyzing the Enron emails illustrates how we can convert large volumes of communications into structured data to investigate potential risks.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The ETL Process: Text Analytics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 to develop data skills with Regular Expressions, to code text for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use a combination of regex with other text analytics tools to undertake sentiment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4735CF7814E419237D188CCA99D12" ma:contentTypeVersion="19" ma:contentTypeDescription="Create a new document." ma:contentTypeScope="" ma:versionID="d31b84baf1c1d87e10c4f1864579c1ec">
  <xsd:schema xmlns:xsd="http://www.w3.org/2001/XMLSchema" xmlns:xs="http://www.w3.org/2001/XMLSchema" xmlns:p="http://schemas.microsoft.com/office/2006/metadata/properties" xmlns:ns3="5c288162-3a0f-49b6-8fe2-59156172891e" xmlns:ns4="f8a977ae-6c68-4349-a9b4-32a805694cd6" targetNamespace="http://schemas.microsoft.com/office/2006/metadata/properties" ma:root="true" ma:fieldsID="36f997f5c1c69f924829323a5a1b6a65" ns3:_="" ns4:_="">
    <xsd:import namespace="5c288162-3a0f-49b6-8fe2-59156172891e"/>
    <xsd:import namespace="f8a977ae-6c68-4349-a9b4-32a805694c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288162-3a0f-49b6-8fe2-591561728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977ae-6c68-4349-a9b4-32a805694c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288162-3a0f-49b6-8fe2-5915617289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C65EC0-0C53-47CE-9570-E8AE06BB5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288162-3a0f-49b6-8fe2-59156172891e"/>
    <ds:schemaRef ds:uri="f8a977ae-6c68-4349-a9b4-32a805694c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01661A-0F68-460B-8F55-68504EBEB764}">
  <ds:schemaRefs>
    <ds:schemaRef ds:uri="f8a977ae-6c68-4349-a9b4-32a805694cd6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5c288162-3a0f-49b6-8fe2-59156172891e"/>
    <ds:schemaRef ds:uri="http://schemas.openxmlformats.org/package/2006/metadata/core-properties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22BE40-0D91-48D4-87BE-D7A082BAFAD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623</Words>
  <Application>Microsoft Office PowerPoint</Application>
  <DocSecurity>0</DocSecurity>
  <PresentationFormat>Widescreen</PresentationFormat>
  <Paragraphs>61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Review</vt:lpstr>
      <vt:lpstr>Agenda</vt:lpstr>
      <vt:lpstr>Regex101</vt:lpstr>
      <vt:lpstr>Agenda</vt:lpstr>
      <vt:lpstr>Google Colab</vt:lpstr>
      <vt:lpstr>Agenda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13</cp:revision>
  <dcterms:created xsi:type="dcterms:W3CDTF">2026-09-29T01:46:38Z</dcterms:created>
  <dcterms:modified xsi:type="dcterms:W3CDTF">2026-10-21T16:25:45Z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0x0101007704735CF7814E419237D188CCA99D12</vt:lpwstr>
  </property>
</Properties>
</file>