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sldIdLst>
    <p:sldId id="256" r:id="rId5"/>
    <p:sldId id="300" r:id="rId6"/>
    <p:sldId id="395" r:id="rId7"/>
    <p:sldId id="396" r:id="rId8"/>
    <p:sldId id="392" r:id="rId9"/>
    <p:sldId id="1160" r:id="rId10"/>
    <p:sldId id="1163" r:id="rId11"/>
    <p:sldId id="859" r:id="rId12"/>
    <p:sldId id="873" r:id="rId13"/>
    <p:sldId id="1165" r:id="rId14"/>
    <p:sldId id="1161" r:id="rId15"/>
    <p:sldId id="393" r:id="rId16"/>
    <p:sldId id="1167" r:id="rId17"/>
    <p:sldId id="1166" r:id="rId18"/>
    <p:sldId id="1168" r:id="rId19"/>
    <p:sldId id="1170" r:id="rId20"/>
    <p:sldId id="1169" r:id="rId21"/>
    <p:sldId id="258" r:id="rId22"/>
    <p:sldId id="394" r:id="rId23"/>
    <p:sldId id="371" r:id="rId24"/>
    <p:sldId id="372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18C26-CFAC-488C-8962-3F8DFB268630}" v="12" dt="2026-10-12T01:32:17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undo custSel addSld delSld modSld sldOrd">
      <pc:chgData name="Asher Curtis" userId="35c297388724ba9a" providerId="LiveId" clId="{A4FC0AD2-B0F2-4A57-BDAF-7F9B57B5A19A}" dt="2026-10-12T01:34:10.630" v="552" actId="47"/>
      <pc:docMkLst>
        <pc:docMk/>
      </pc:docMkLst>
      <pc:sldChg chg="modSp mod">
        <pc:chgData name="Asher Curtis" userId="35c297388724ba9a" providerId="LiveId" clId="{A4FC0AD2-B0F2-4A57-BDAF-7F9B57B5A19A}" dt="2026-10-12T01:04:24.873" v="1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04:07.84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04:24.873" v="1"/>
          <ac:spMkLst>
            <pc:docMk/>
            <pc:sldMk cId="4294885419" sldId="256"/>
            <ac:spMk id="4" creationId="{42171E04-8C84-4649-B7E3-F266075EC7BB}"/>
          </ac:spMkLst>
        </pc:spChg>
      </pc:sldChg>
      <pc:sldChg chg="add del">
        <pc:chgData name="Asher Curtis" userId="35c297388724ba9a" providerId="LiveId" clId="{A4FC0AD2-B0F2-4A57-BDAF-7F9B57B5A19A}" dt="2026-10-12T01:13:56.864" v="108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16:07.908" v="113"/>
        <pc:sldMkLst>
          <pc:docMk/>
          <pc:sldMk cId="0" sldId="258"/>
        </pc:sldMkLst>
      </pc:sldChg>
      <pc:sldChg chg="modSp mod">
        <pc:chgData name="Asher Curtis" userId="35c297388724ba9a" providerId="LiveId" clId="{A4FC0AD2-B0F2-4A57-BDAF-7F9B57B5A19A}" dt="2026-10-12T01:32:52.918" v="548" actId="2057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32:52.918" v="548" actId="20577"/>
          <ac:spMkLst>
            <pc:docMk/>
            <pc:sldMk cId="2931208946" sldId="278"/>
            <ac:spMk id="2" creationId="{11EC96EB-8371-4B7E-A0C3-573FD660BBA7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3613419159" sldId="298"/>
        </pc:sldMkLst>
      </pc:sldChg>
      <pc:sldChg chg="modSp mod">
        <pc:chgData name="Asher Curtis" userId="35c297388724ba9a" providerId="LiveId" clId="{A4FC0AD2-B0F2-4A57-BDAF-7F9B57B5A19A}" dt="2026-10-12T01:05:12.049" v="75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05:12.049" v="75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696637569" sldId="304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2131598772" sldId="305"/>
        </pc:sldMkLst>
      </pc:sldChg>
      <pc:sldChg chg="del">
        <pc:chgData name="Asher Curtis" userId="35c297388724ba9a" providerId="LiveId" clId="{A4FC0AD2-B0F2-4A57-BDAF-7F9B57B5A19A}" dt="2026-10-12T01:33:22.516" v="549" actId="47"/>
        <pc:sldMkLst>
          <pc:docMk/>
          <pc:sldMk cId="570656343" sldId="370"/>
        </pc:sldMkLst>
      </pc:sldChg>
      <pc:sldChg chg="modSp mod">
        <pc:chgData name="Asher Curtis" userId="35c297388724ba9a" providerId="LiveId" clId="{A4FC0AD2-B0F2-4A57-BDAF-7F9B57B5A19A}" dt="2026-10-12T01:32:17.242" v="542" actId="20578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2:17.242" v="542" actId="20578"/>
          <ac:spMkLst>
            <pc:docMk/>
            <pc:sldMk cId="3118862969" sldId="372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34:00.451" v="551" actId="47"/>
        <pc:sldMkLst>
          <pc:docMk/>
          <pc:sldMk cId="3482232368" sldId="37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091657238" sldId="37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278704641" sldId="37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655998079" sldId="37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34257874" sldId="37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400023" sldId="37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213621824" sldId="37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819092637" sldId="380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540265557" sldId="381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44375410" sldId="382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45589117" sldId="38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969848769" sldId="38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12034344" sldId="38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258292837" sldId="38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470874891" sldId="38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630649099" sldId="38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147740412" sldId="38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798861" sldId="390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088830480" sldId="391"/>
        </pc:sldMkLst>
      </pc:sldChg>
      <pc:sldChg chg="modSp add mod">
        <pc:chgData name="Asher Curtis" userId="35c297388724ba9a" providerId="LiveId" clId="{A4FC0AD2-B0F2-4A57-BDAF-7F9B57B5A19A}" dt="2026-10-12T01:06:05.283" v="90" actId="207"/>
        <pc:sldMkLst>
          <pc:docMk/>
          <pc:sldMk cId="742402286" sldId="392"/>
        </pc:sldMkLst>
        <pc:spChg chg="mod">
          <ac:chgData name="Asher Curtis" userId="35c297388724ba9a" providerId="LiveId" clId="{A4FC0AD2-B0F2-4A57-BDAF-7F9B57B5A19A}" dt="2026-10-12T01:06:05.283" v="90" actId="207"/>
          <ac:spMkLst>
            <pc:docMk/>
            <pc:sldMk cId="742402286" sldId="392"/>
            <ac:spMk id="2" creationId="{CD47C7C0-62E1-A912-7113-3B281A1B6A00}"/>
          </ac:spMkLst>
        </pc:spChg>
      </pc:sldChg>
      <pc:sldChg chg="modSp add mod">
        <pc:chgData name="Asher Curtis" userId="35c297388724ba9a" providerId="LiveId" clId="{A4FC0AD2-B0F2-4A57-BDAF-7F9B57B5A19A}" dt="2026-10-12T01:06:00.507" v="88" actId="207"/>
        <pc:sldMkLst>
          <pc:docMk/>
          <pc:sldMk cId="649561188" sldId="393"/>
        </pc:sldMkLst>
        <pc:spChg chg="mod">
          <ac:chgData name="Asher Curtis" userId="35c297388724ba9a" providerId="LiveId" clId="{A4FC0AD2-B0F2-4A57-BDAF-7F9B57B5A19A}" dt="2026-10-12T01:06:00.507" v="88" actId="207"/>
          <ac:spMkLst>
            <pc:docMk/>
            <pc:sldMk cId="649561188" sldId="393"/>
            <ac:spMk id="2" creationId="{834CBEC5-C4B6-5135-33DC-828D88BA2756}"/>
          </ac:spMkLst>
        </pc:spChg>
      </pc:sldChg>
      <pc:sldChg chg="modSp add mod">
        <pc:chgData name="Asher Curtis" userId="35c297388724ba9a" providerId="LiveId" clId="{A4FC0AD2-B0F2-4A57-BDAF-7F9B57B5A19A}" dt="2026-10-12T01:05:53.051" v="86" actId="113"/>
        <pc:sldMkLst>
          <pc:docMk/>
          <pc:sldMk cId="352860258" sldId="394"/>
        </pc:sldMkLst>
        <pc:spChg chg="mod">
          <ac:chgData name="Asher Curtis" userId="35c297388724ba9a" providerId="LiveId" clId="{A4FC0AD2-B0F2-4A57-BDAF-7F9B57B5A19A}" dt="2026-10-12T01:05:53.051" v="86" actId="113"/>
          <ac:spMkLst>
            <pc:docMk/>
            <pc:sldMk cId="352860258" sldId="394"/>
            <ac:spMk id="2" creationId="{14F1257F-FEF5-64EB-3CDD-F63C4469F24D}"/>
          </ac:spMkLst>
        </pc:spChg>
      </pc:sldChg>
      <pc:sldChg chg="add">
        <pc:chgData name="Asher Curtis" userId="35c297388724ba9a" providerId="LiveId" clId="{A4FC0AD2-B0F2-4A57-BDAF-7F9B57B5A19A}" dt="2026-10-12T01:06:28.287" v="91"/>
        <pc:sldMkLst>
          <pc:docMk/>
          <pc:sldMk cId="1768303522" sldId="395"/>
        </pc:sldMkLst>
      </pc:sldChg>
      <pc:sldChg chg="modSp add mod">
        <pc:chgData name="Asher Curtis" userId="35c297388724ba9a" providerId="LiveId" clId="{A4FC0AD2-B0F2-4A57-BDAF-7F9B57B5A19A}" dt="2026-10-12T01:20:06.319" v="117" actId="20577"/>
        <pc:sldMkLst>
          <pc:docMk/>
          <pc:sldMk cId="4039296105" sldId="396"/>
        </pc:sldMkLst>
        <pc:spChg chg="mod">
          <ac:chgData name="Asher Curtis" userId="35c297388724ba9a" providerId="LiveId" clId="{A4FC0AD2-B0F2-4A57-BDAF-7F9B57B5A19A}" dt="2026-10-12T01:20:06.319" v="117" actId="20577"/>
          <ac:spMkLst>
            <pc:docMk/>
            <pc:sldMk cId="4039296105" sldId="396"/>
            <ac:spMk id="2" creationId="{7A563DDF-411C-38ED-A0FB-F74283E54AFE}"/>
          </ac:spMkLst>
        </pc:spChg>
        <pc:spChg chg="mod">
          <ac:chgData name="Asher Curtis" userId="35c297388724ba9a" providerId="LiveId" clId="{A4FC0AD2-B0F2-4A57-BDAF-7F9B57B5A19A}" dt="2026-10-12T01:06:34.969" v="97" actId="20577"/>
          <ac:spMkLst>
            <pc:docMk/>
            <pc:sldMk cId="4039296105" sldId="396"/>
            <ac:spMk id="3" creationId="{A6B13E4C-DA7B-6C09-3CF3-40B2F4AECF6E}"/>
          </ac:spMkLst>
        </pc:spChg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152376829" sldId="859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1421970449" sldId="1160"/>
        </pc:sldMkLst>
      </pc:sldChg>
      <pc:sldChg chg="add ord">
        <pc:chgData name="Asher Curtis" userId="35c297388724ba9a" providerId="LiveId" clId="{A4FC0AD2-B0F2-4A57-BDAF-7F9B57B5A19A}" dt="2026-10-12T01:08:01.043" v="105"/>
        <pc:sldMkLst>
          <pc:docMk/>
          <pc:sldMk cId="1187461027" sldId="1161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603970790" sldId="116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601593719" sldId="1165"/>
        </pc:sldMkLst>
      </pc:sldChg>
      <pc:sldChg chg="modSp add del mod">
        <pc:chgData name="Asher Curtis" userId="35c297388724ba9a" providerId="LiveId" clId="{A4FC0AD2-B0F2-4A57-BDAF-7F9B57B5A19A}" dt="2026-10-12T01:14:14.829" v="111" actId="1076"/>
        <pc:sldMkLst>
          <pc:docMk/>
          <pc:sldMk cId="0" sldId="1166"/>
        </pc:sldMkLst>
        <pc:spChg chg="mod">
          <ac:chgData name="Asher Curtis" userId="35c297388724ba9a" providerId="LiveId" clId="{A4FC0AD2-B0F2-4A57-BDAF-7F9B57B5A19A}" dt="2026-10-12T01:14:14.829" v="111" actId="1076"/>
          <ac:spMkLst>
            <pc:docMk/>
            <pc:sldMk cId="0" sldId="1166"/>
            <ac:spMk id="2" creationId="{00000000-0000-0000-0000-000000000000}"/>
          </ac:spMkLst>
        </pc:spChg>
      </pc:sldChg>
      <pc:sldChg chg="add del">
        <pc:chgData name="Asher Curtis" userId="35c297388724ba9a" providerId="LiveId" clId="{A4FC0AD2-B0F2-4A57-BDAF-7F9B57B5A19A}" dt="2026-10-12T01:07:58.621" v="103" actId="47"/>
        <pc:sldMkLst>
          <pc:docMk/>
          <pc:sldMk cId="1982114712" sldId="1166"/>
        </pc:sldMkLst>
      </pc:sldChg>
      <pc:sldChg chg="new">
        <pc:chgData name="Asher Curtis" userId="35c297388724ba9a" providerId="LiveId" clId="{A4FC0AD2-B0F2-4A57-BDAF-7F9B57B5A19A}" dt="2026-10-12T01:14:06.583" v="109" actId="680"/>
        <pc:sldMkLst>
          <pc:docMk/>
          <pc:sldMk cId="399387766" sldId="1167"/>
        </pc:sldMkLst>
      </pc:sldChg>
      <pc:sldChg chg="new del">
        <pc:chgData name="Asher Curtis" userId="35c297388724ba9a" providerId="LiveId" clId="{A4FC0AD2-B0F2-4A57-BDAF-7F9B57B5A19A}" dt="2026-10-12T01:16:32.596" v="114" actId="47"/>
        <pc:sldMkLst>
          <pc:docMk/>
          <pc:sldMk cId="2863557427" sldId="1168"/>
        </pc:sldMkLst>
      </pc:sld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7T16:31:07.117" v="23"/>
      <pc:docMkLst>
        <pc:docMk/>
      </pc:docMkLst>
      <pc:sldChg chg="ord">
        <pc:chgData name="Asher Curtis" userId="494c4f5b-6d11-415a-9d9e-829c1135aa91" providerId="ADAL" clId="{FDEDEEF3-7275-4161-A24C-7071BE30F9A7}" dt="2026-10-07T15:38:41.815" v="2"/>
        <pc:sldMkLst>
          <pc:docMk/>
          <pc:sldMk cId="2131598772" sldId="305"/>
        </pc:sldMkLst>
      </pc:sldChg>
      <pc:sldChg chg="add ord">
        <pc:chgData name="Asher Curtis" userId="494c4f5b-6d11-415a-9d9e-829c1135aa91" providerId="ADAL" clId="{FDEDEEF3-7275-4161-A24C-7071BE30F9A7}" dt="2026-10-07T15:38:34.617" v="1"/>
        <pc:sldMkLst>
          <pc:docMk/>
          <pc:sldMk cId="3482232368" sldId="373"/>
        </pc:sldMkLst>
      </pc:sldChg>
      <pc:sldChg chg="add">
        <pc:chgData name="Asher Curtis" userId="494c4f5b-6d11-415a-9d9e-829c1135aa91" providerId="ADAL" clId="{FDEDEEF3-7275-4161-A24C-7071BE30F9A7}" dt="2026-10-07T15:39:08.082" v="3"/>
        <pc:sldMkLst>
          <pc:docMk/>
          <pc:sldMk cId="2091657238" sldId="374"/>
        </pc:sldMkLst>
      </pc:sldChg>
      <pc:sldChg chg="modSp">
        <pc:chgData name="Asher Curtis" userId="494c4f5b-6d11-415a-9d9e-829c1135aa91" providerId="ADAL" clId="{FDEDEEF3-7275-4161-A24C-7071BE30F9A7}" dt="2026-10-07T15:49:53.649" v="10"/>
        <pc:sldMkLst>
          <pc:docMk/>
          <pc:sldMk cId="1278704641" sldId="375"/>
        </pc:sldMkLst>
        <pc:spChg chg="mod">
          <ac:chgData name="Asher Curtis" userId="494c4f5b-6d11-415a-9d9e-829c1135aa91" providerId="ADAL" clId="{FDEDEEF3-7275-4161-A24C-7071BE30F9A7}" dt="2026-10-07T15:49:53.649" v="10"/>
          <ac:spMkLst>
            <pc:docMk/>
            <pc:sldMk cId="1278704641" sldId="375"/>
            <ac:spMk id="2" creationId="{9D7E4574-F909-7F35-B5E7-D8AF8D9B0613}"/>
          </ac:spMkLst>
        </pc:spChg>
      </pc:sldChg>
      <pc:sldChg chg="modSp">
        <pc:chgData name="Asher Curtis" userId="494c4f5b-6d11-415a-9d9e-829c1135aa91" providerId="ADAL" clId="{FDEDEEF3-7275-4161-A24C-7071BE30F9A7}" dt="2026-10-07T15:43:30.133" v="5"/>
        <pc:sldMkLst>
          <pc:docMk/>
          <pc:sldMk cId="1655998079" sldId="376"/>
        </pc:sldMkLst>
        <pc:spChg chg="mod">
          <ac:chgData name="Asher Curtis" userId="494c4f5b-6d11-415a-9d9e-829c1135aa91" providerId="ADAL" clId="{FDEDEEF3-7275-4161-A24C-7071BE30F9A7}" dt="2026-10-07T15:43:06.902" v="4"/>
          <ac:spMkLst>
            <pc:docMk/>
            <pc:sldMk cId="1655998079" sldId="376"/>
            <ac:spMk id="2" creationId="{862B183C-E5ED-D77E-FE87-318B9C3A9C0E}"/>
          </ac:spMkLst>
        </pc:spChg>
        <pc:spChg chg="mod">
          <ac:chgData name="Asher Curtis" userId="494c4f5b-6d11-415a-9d9e-829c1135aa91" providerId="ADAL" clId="{FDEDEEF3-7275-4161-A24C-7071BE30F9A7}" dt="2026-10-07T15:43:30.133" v="5"/>
          <ac:spMkLst>
            <pc:docMk/>
            <pc:sldMk cId="1655998079" sldId="376"/>
            <ac:spMk id="3" creationId="{57479FA9-83BE-13F9-E30A-FE3E00755C2E}"/>
          </ac:spMkLst>
        </pc:spChg>
      </pc:sldChg>
      <pc:sldChg chg="modSp">
        <pc:chgData name="Asher Curtis" userId="494c4f5b-6d11-415a-9d9e-829c1135aa91" providerId="ADAL" clId="{FDEDEEF3-7275-4161-A24C-7071BE30F9A7}" dt="2026-10-07T15:51:21.861" v="12"/>
        <pc:sldMkLst>
          <pc:docMk/>
          <pc:sldMk cId="634257874" sldId="377"/>
        </pc:sldMkLst>
        <pc:spChg chg="mod">
          <ac:chgData name="Asher Curtis" userId="494c4f5b-6d11-415a-9d9e-829c1135aa91" providerId="ADAL" clId="{FDEDEEF3-7275-4161-A24C-7071BE30F9A7}" dt="2026-10-07T15:51:21.861" v="12"/>
          <ac:spMkLst>
            <pc:docMk/>
            <pc:sldMk cId="634257874" sldId="377"/>
            <ac:spMk id="2" creationId="{AEE372C9-B4C4-5B24-86AA-60DE5A10DD6E}"/>
          </ac:spMkLst>
        </pc:spChg>
      </pc:sldChg>
      <pc:sldChg chg="add">
        <pc:chgData name="Asher Curtis" userId="494c4f5b-6d11-415a-9d9e-829c1135aa91" providerId="ADAL" clId="{FDEDEEF3-7275-4161-A24C-7071BE30F9A7}" dt="2026-10-07T15:52:37.851" v="13"/>
        <pc:sldMkLst>
          <pc:docMk/>
          <pc:sldMk cId="2764400023" sldId="378"/>
        </pc:sldMkLst>
      </pc:sldChg>
      <pc:sldChg chg="modSp">
        <pc:chgData name="Asher Curtis" userId="494c4f5b-6d11-415a-9d9e-829c1135aa91" providerId="ADAL" clId="{FDEDEEF3-7275-4161-A24C-7071BE30F9A7}" dt="2026-10-07T15:53:42.107" v="14"/>
        <pc:sldMkLst>
          <pc:docMk/>
          <pc:sldMk cId="3213621824" sldId="379"/>
        </pc:sldMkLst>
        <pc:spChg chg="mod">
          <ac:chgData name="Asher Curtis" userId="494c4f5b-6d11-415a-9d9e-829c1135aa91" providerId="ADAL" clId="{FDEDEEF3-7275-4161-A24C-7071BE30F9A7}" dt="2026-10-07T15:53:42.107" v="14"/>
          <ac:spMkLst>
            <pc:docMk/>
            <pc:sldMk cId="3213621824" sldId="379"/>
            <ac:spMk id="2" creationId="{69B2657D-00DE-6D82-3773-FCE1E9A8F55A}"/>
          </ac:spMkLst>
        </pc:spChg>
      </pc:sldChg>
      <pc:sldChg chg="add">
        <pc:chgData name="Asher Curtis" userId="494c4f5b-6d11-415a-9d9e-829c1135aa91" providerId="ADAL" clId="{FDEDEEF3-7275-4161-A24C-7071BE30F9A7}" dt="2026-10-07T16:00:08.669" v="15"/>
        <pc:sldMkLst>
          <pc:docMk/>
          <pc:sldMk cId="2540265557" sldId="381"/>
        </pc:sldMkLst>
      </pc:sldChg>
      <pc:sldChg chg="modSp">
        <pc:chgData name="Asher Curtis" userId="494c4f5b-6d11-415a-9d9e-829c1135aa91" providerId="ADAL" clId="{FDEDEEF3-7275-4161-A24C-7071BE30F9A7}" dt="2026-10-07T16:13:10.150" v="17"/>
        <pc:sldMkLst>
          <pc:docMk/>
          <pc:sldMk cId="444375410" sldId="382"/>
        </pc:sldMkLst>
        <pc:spChg chg="mod">
          <ac:chgData name="Asher Curtis" userId="494c4f5b-6d11-415a-9d9e-829c1135aa91" providerId="ADAL" clId="{FDEDEEF3-7275-4161-A24C-7071BE30F9A7}" dt="2026-10-07T16:13:10.150" v="17"/>
          <ac:spMkLst>
            <pc:docMk/>
            <pc:sldMk cId="444375410" sldId="382"/>
            <ac:spMk id="2" creationId="{877848C4-D299-581D-1215-79F37A423D3E}"/>
          </ac:spMkLst>
        </pc:spChg>
      </pc:sldChg>
      <pc:sldChg chg="add">
        <pc:chgData name="Asher Curtis" userId="494c4f5b-6d11-415a-9d9e-829c1135aa91" providerId="ADAL" clId="{FDEDEEF3-7275-4161-A24C-7071BE30F9A7}" dt="2026-10-07T16:14:27.797" v="18"/>
        <pc:sldMkLst>
          <pc:docMk/>
          <pc:sldMk cId="2712034344" sldId="385"/>
        </pc:sldMkLst>
      </pc:sldChg>
      <pc:sldChg chg="modSp">
        <pc:chgData name="Asher Curtis" userId="494c4f5b-6d11-415a-9d9e-829c1135aa91" providerId="ADAL" clId="{FDEDEEF3-7275-4161-A24C-7071BE30F9A7}" dt="2026-10-07T16:18:41.399" v="19"/>
        <pc:sldMkLst>
          <pc:docMk/>
          <pc:sldMk cId="4258292837" sldId="386"/>
        </pc:sldMkLst>
        <pc:spChg chg="mod">
          <ac:chgData name="Asher Curtis" userId="494c4f5b-6d11-415a-9d9e-829c1135aa91" providerId="ADAL" clId="{FDEDEEF3-7275-4161-A24C-7071BE30F9A7}" dt="2026-10-07T16:18:41.399" v="19"/>
          <ac:spMkLst>
            <pc:docMk/>
            <pc:sldMk cId="4258292837" sldId="386"/>
            <ac:spMk id="2" creationId="{2D667EE2-5019-55BE-F037-B7EEC81AF35E}"/>
          </ac:spMkLst>
        </pc:spChg>
      </pc:sldChg>
      <pc:sldChg chg="modSp">
        <pc:chgData name="Asher Curtis" userId="494c4f5b-6d11-415a-9d9e-829c1135aa91" providerId="ADAL" clId="{FDEDEEF3-7275-4161-A24C-7071BE30F9A7}" dt="2026-10-07T16:22:04.652" v="20"/>
        <pc:sldMkLst>
          <pc:docMk/>
          <pc:sldMk cId="1470874891" sldId="387"/>
        </pc:sldMkLst>
        <pc:spChg chg="mod">
          <ac:chgData name="Asher Curtis" userId="494c4f5b-6d11-415a-9d9e-829c1135aa91" providerId="ADAL" clId="{FDEDEEF3-7275-4161-A24C-7071BE30F9A7}" dt="2026-10-07T16:22:04.652" v="20"/>
          <ac:spMkLst>
            <pc:docMk/>
            <pc:sldMk cId="1470874891" sldId="387"/>
            <ac:spMk id="2" creationId="{15E22C5F-7ADC-96D7-C434-49B1C5CF3C49}"/>
          </ac:spMkLst>
        </pc:spChg>
      </pc:sldChg>
      <pc:sldChg chg="addSp modSp">
        <pc:chgData name="Asher Curtis" userId="494c4f5b-6d11-415a-9d9e-829c1135aa91" providerId="ADAL" clId="{FDEDEEF3-7275-4161-A24C-7071BE30F9A7}" dt="2026-10-07T16:26:44.012" v="22" actId="767"/>
        <pc:sldMkLst>
          <pc:docMk/>
          <pc:sldMk cId="3630649099" sldId="388"/>
        </pc:sldMkLst>
        <pc:spChg chg="add mod">
          <ac:chgData name="Asher Curtis" userId="494c4f5b-6d11-415a-9d9e-829c1135aa91" providerId="ADAL" clId="{FDEDEEF3-7275-4161-A24C-7071BE30F9A7}" dt="2026-10-07T16:26:09.284" v="21" actId="767"/>
          <ac:spMkLst>
            <pc:docMk/>
            <pc:sldMk cId="3630649099" sldId="388"/>
            <ac:spMk id="13" creationId="{394E20B4-FCE4-4CDD-9A65-2700AD0CC424}"/>
          </ac:spMkLst>
        </pc:spChg>
        <pc:spChg chg="add mod">
          <ac:chgData name="Asher Curtis" userId="494c4f5b-6d11-415a-9d9e-829c1135aa91" providerId="ADAL" clId="{FDEDEEF3-7275-4161-A24C-7071BE30F9A7}" dt="2026-10-07T16:26:44.012" v="22" actId="767"/>
          <ac:spMkLst>
            <pc:docMk/>
            <pc:sldMk cId="3630649099" sldId="388"/>
            <ac:spMk id="15" creationId="{27690100-1097-3480-FEE5-D24BB0AB44CE}"/>
          </ac:spMkLst>
        </pc:spChg>
      </pc:sldChg>
      <pc:sldChg chg="add">
        <pc:chgData name="Asher Curtis" userId="494c4f5b-6d11-415a-9d9e-829c1135aa91" providerId="ADAL" clId="{FDEDEEF3-7275-4161-A24C-7071BE30F9A7}" dt="2026-10-07T16:31:07.117" v="23"/>
        <pc:sldMkLst>
          <pc:docMk/>
          <pc:sldMk cId="1088830480" sldId="3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9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ETL process: </a:t>
            </a:r>
            <a:r>
              <a:rPr lang="en-US" sz="3600" b="1" dirty="0">
                <a:solidFill>
                  <a:srgbClr val="FFFFFF"/>
                </a:solidFill>
                <a:latin typeface="Segoe UI"/>
              </a:rPr>
              <a:t>Relational Databases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endParaRPr lang="en-US"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04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Relational Databases Overview</a:t>
            </a:r>
          </a:p>
          <a:p>
            <a:pPr marL="457200" indent="-457200">
              <a:buAutoNum type="arabicPeriod"/>
            </a:pPr>
            <a:r>
              <a:rPr lang="en-US" dirty="0"/>
              <a:t>Class Exercises on Joins</a:t>
            </a:r>
          </a:p>
          <a:p>
            <a:pPr marL="1145100" lvl="1" indent="-457200">
              <a:buAutoNum type="arabicPeriod"/>
            </a:pPr>
            <a:r>
              <a:rPr lang="en-US" dirty="0" err="1"/>
              <a:t>PowerBI</a:t>
            </a:r>
            <a:r>
              <a:rPr lang="en-US" dirty="0"/>
              <a:t> relationships</a:t>
            </a:r>
          </a:p>
          <a:p>
            <a:pPr marL="1145100" lvl="1" indent="-457200">
              <a:buAutoNum type="arabicPeriod"/>
            </a:pPr>
            <a:r>
              <a:rPr lang="en-US" dirty="0"/>
              <a:t>SQL based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0E5F-72E2-6B2C-66CE-19709562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48DE2-0358-0C5A-BA9E-F9F56A2FD6F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83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6B64-7D7D-8997-28CA-599E78B3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63DDF-411C-38ED-A0FB-F74283E54A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068165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Our key takeaway: </a:t>
            </a:r>
            <a:r>
              <a:rPr lang="en-US" b="1" dirty="0"/>
              <a:t>We need to get comfortable with complex data extraction and transformations.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APIs automate a data extraction process (compare to copy and pasting info from the 10-K).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Understanding how to transform automated extraction mechanisms gives us a powerful set of data analytic ETL tools.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B13E4C-DA7B-6C09-3CF3-40B2F4AE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03929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FDFC-1574-8BCA-2DE3-32D1BEEF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47C7C0-62E1-A912-7113-3B281A1B6A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Relational Databases Overview</a:t>
            </a:r>
          </a:p>
          <a:p>
            <a:pPr marL="457200" indent="-457200">
              <a:buAutoNum type="arabicPeriod"/>
            </a:pPr>
            <a:r>
              <a:rPr lang="en-US" dirty="0"/>
              <a:t>Class Exercises on Joins</a:t>
            </a:r>
          </a:p>
          <a:p>
            <a:pPr marL="1145100" lvl="1" indent="-457200">
              <a:buAutoNum type="arabicPeriod"/>
            </a:pPr>
            <a:r>
              <a:rPr lang="en-US" dirty="0" err="1"/>
              <a:t>PowerBI</a:t>
            </a:r>
            <a:r>
              <a:rPr lang="en-US" dirty="0"/>
              <a:t> relationships</a:t>
            </a:r>
          </a:p>
          <a:p>
            <a:pPr marL="1145100" lvl="1" indent="-457200">
              <a:buAutoNum type="arabicPeriod"/>
            </a:pPr>
            <a:r>
              <a:rPr lang="en-US" dirty="0"/>
              <a:t>SQL based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FD4983-CB83-BB29-8ACE-A1017170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4240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ECB593-668E-A6A9-4121-D56B17BFC40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81141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Joining data is a </a:t>
            </a:r>
            <a:r>
              <a:rPr lang="en-US" sz="2000" b="1" dirty="0">
                <a:solidFill>
                  <a:srgbClr val="4B2E84"/>
                </a:solidFill>
              </a:rPr>
              <a:t>fundamental step </a:t>
            </a:r>
            <a:r>
              <a:rPr lang="en-US" sz="2000" dirty="0"/>
              <a:t>in the ETL process, as in most cases, developing insight will require data from different databases.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Joining data can sometimes be referred to as merging data, blending data, or combining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87C93-40F4-49C6-FFBD-4260ED40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data</a:t>
            </a:r>
          </a:p>
        </p:txBody>
      </p:sp>
    </p:spTree>
    <p:extLst>
      <p:ext uri="{BB962C8B-B14F-4D97-AF65-F5344CB8AC3E}">
        <p14:creationId xmlns:p14="http://schemas.microsoft.com/office/powerpoint/2010/main" val="142197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1BF12-C344-24C5-A8AC-4F0BE1896FE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365117"/>
          </a:xfrm>
        </p:spPr>
        <p:txBody>
          <a:bodyPr/>
          <a:lstStyle/>
          <a:p>
            <a:r>
              <a:rPr lang="en-US" dirty="0"/>
              <a:t>Two important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Cardinality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467282-996C-EE2C-C158-EEAD691B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joins work?</a:t>
            </a:r>
          </a:p>
        </p:txBody>
      </p:sp>
    </p:spTree>
    <p:extLst>
      <p:ext uri="{BB962C8B-B14F-4D97-AF65-F5344CB8AC3E}">
        <p14:creationId xmlns:p14="http://schemas.microsoft.com/office/powerpoint/2010/main" val="60397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JOINS and ALIASES. Hello everyone, in this insight, I'll… | by João  Marçura | Medium">
            <a:extLst>
              <a:ext uri="{FF2B5EF4-FFF2-40B4-BE49-F238E27FC236}">
                <a16:creationId xmlns:a16="http://schemas.microsoft.com/office/drawing/2014/main" id="{2FEA6F1C-4D7A-4B8B-B32A-399B48628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67" b="44806"/>
          <a:stretch>
            <a:fillRect/>
          </a:stretch>
        </p:blipFill>
        <p:spPr bwMode="auto">
          <a:xfrm>
            <a:off x="3601742" y="0"/>
            <a:ext cx="4351411" cy="37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62ECC0-7CFF-CB3F-6ACE-E961D34E57B5}"/>
              </a:ext>
            </a:extLst>
          </p:cNvPr>
          <p:cNvSpPr txBox="1"/>
          <p:nvPr/>
        </p:nvSpPr>
        <p:spPr>
          <a:xfrm>
            <a:off x="517451" y="2232837"/>
            <a:ext cx="2681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Keys in A</a:t>
            </a:r>
          </a:p>
          <a:p>
            <a:r>
              <a:rPr lang="en-US" dirty="0"/>
              <a:t>APPL, … A data, …</a:t>
            </a:r>
          </a:p>
          <a:p>
            <a:r>
              <a:rPr lang="en-US" dirty="0"/>
              <a:t>NVIDIA, … A data, …</a:t>
            </a:r>
          </a:p>
          <a:p>
            <a:r>
              <a:rPr lang="en-US" dirty="0"/>
              <a:t>MSFT, … A data,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37FE5-9186-7FF2-E47E-9CF4AE19F30E}"/>
              </a:ext>
            </a:extLst>
          </p:cNvPr>
          <p:cNvSpPr txBox="1"/>
          <p:nvPr/>
        </p:nvSpPr>
        <p:spPr>
          <a:xfrm>
            <a:off x="8800214" y="2232837"/>
            <a:ext cx="2681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Keys in B</a:t>
            </a:r>
          </a:p>
          <a:p>
            <a:r>
              <a:rPr lang="en-US" dirty="0"/>
              <a:t>APPL, … B data, …</a:t>
            </a:r>
          </a:p>
          <a:p>
            <a:r>
              <a:rPr lang="en-US" dirty="0"/>
              <a:t>MSFT, … B data,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E1B91-40E7-4A72-A184-0050745D78DD}"/>
              </a:ext>
            </a:extLst>
          </p:cNvPr>
          <p:cNvSpPr txBox="1"/>
          <p:nvPr/>
        </p:nvSpPr>
        <p:spPr>
          <a:xfrm>
            <a:off x="3678865" y="4291273"/>
            <a:ext cx="5004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keys in both A and B</a:t>
            </a:r>
          </a:p>
          <a:p>
            <a:r>
              <a:rPr lang="en-US" dirty="0"/>
              <a:t>APPL, … A data, … , … B data, …</a:t>
            </a:r>
          </a:p>
          <a:p>
            <a:r>
              <a:rPr lang="en-US" dirty="0"/>
              <a:t>MSFT, … A data, … , … B data, …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4F2050-79EA-8665-5209-AEB9D899F35C}"/>
              </a:ext>
            </a:extLst>
          </p:cNvPr>
          <p:cNvCxnSpPr/>
          <p:nvPr/>
        </p:nvCxnSpPr>
        <p:spPr>
          <a:xfrm flipV="1">
            <a:off x="2317898" y="2324986"/>
            <a:ext cx="2218660" cy="92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14DC36-014E-ECDD-4949-4FC096E68622}"/>
              </a:ext>
            </a:extLst>
          </p:cNvPr>
          <p:cNvCxnSpPr/>
          <p:nvPr/>
        </p:nvCxnSpPr>
        <p:spPr>
          <a:xfrm flipH="1" flipV="1">
            <a:off x="7038753" y="2310809"/>
            <a:ext cx="1761461" cy="5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66FA40-288A-02DA-BC43-DF02D80E8512}"/>
              </a:ext>
            </a:extLst>
          </p:cNvPr>
          <p:cNvCxnSpPr/>
          <p:nvPr/>
        </p:nvCxnSpPr>
        <p:spPr>
          <a:xfrm flipH="1">
            <a:off x="5500577" y="2833001"/>
            <a:ext cx="276870" cy="1349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Representation of SQL Joins - CodeProject">
            <a:extLst>
              <a:ext uri="{FF2B5EF4-FFF2-40B4-BE49-F238E27FC236}">
                <a16:creationId xmlns:a16="http://schemas.microsoft.com/office/drawing/2014/main" id="{B74B300C-C7BE-4D73-810B-F66341D5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7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8866-CB09-C539-7BC6-CF52577B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78D591-8822-1308-5785-03DC5BCD91A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r>
              <a:rPr lang="en-US" dirty="0"/>
              <a:t>How many keys in Dataset A are expected to match to Dataset 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1:1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1:Many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Many:Many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A57ADD-1F14-9B13-F180-3F0B5FD5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360159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DB8AB6-DB7D-ABE8-A266-69BC070E12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8381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Incorrect joins are a </a:t>
            </a:r>
            <a:r>
              <a:rPr lang="en-US" b="1" dirty="0">
                <a:solidFill>
                  <a:srgbClr val="4B2E84"/>
                </a:solidFill>
              </a:rPr>
              <a:t>data quality issue</a:t>
            </a:r>
            <a:r>
              <a:rPr lang="en-US" dirty="0"/>
              <a:t>, incorrect joins can: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B2E84"/>
                </a:solidFill>
              </a:rPr>
              <a:t>crash</a:t>
            </a:r>
            <a:r>
              <a:rPr lang="en-US" dirty="0"/>
              <a:t> (or really slow down) our programs! 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dirty="0"/>
              <a:t>have us </a:t>
            </a:r>
            <a:r>
              <a:rPr lang="en-US" b="1" dirty="0">
                <a:solidFill>
                  <a:srgbClr val="4B2E84"/>
                </a:solidFill>
              </a:rPr>
              <a:t>lose</a:t>
            </a:r>
            <a:r>
              <a:rPr lang="en-US" dirty="0"/>
              <a:t> important data.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dirty="0"/>
              <a:t>Have us generate </a:t>
            </a:r>
            <a:r>
              <a:rPr lang="en-US" b="1" dirty="0">
                <a:solidFill>
                  <a:srgbClr val="4B2E84"/>
                </a:solidFill>
              </a:rPr>
              <a:t>incorrect conclusions/insight </a:t>
            </a:r>
            <a:r>
              <a:rPr lang="en-US" dirty="0"/>
              <a:t>from our analysis.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4A0994-B507-C1A1-97C4-774A8B9E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go wrong?</a:t>
            </a:r>
          </a:p>
        </p:txBody>
      </p:sp>
    </p:spTree>
    <p:extLst>
      <p:ext uri="{BB962C8B-B14F-4D97-AF65-F5344CB8AC3E}">
        <p14:creationId xmlns:p14="http://schemas.microsoft.com/office/powerpoint/2010/main" val="118746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B5B1-4A9D-A40E-A324-B815D33D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CBEC5-C4B6-5135-33DC-828D88BA275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Relational Databases Overview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Class Exercises on Joins</a:t>
            </a:r>
          </a:p>
          <a:p>
            <a:pPr marL="1145100" lvl="1" indent="-457200">
              <a:buAutoNum type="arabicPeriod"/>
            </a:pPr>
            <a:r>
              <a:rPr lang="en-US" b="1" dirty="0" err="1">
                <a:solidFill>
                  <a:schemeClr val="tx2"/>
                </a:solidFill>
              </a:rPr>
              <a:t>PowerBI</a:t>
            </a:r>
            <a:r>
              <a:rPr lang="en-US" b="1" dirty="0">
                <a:solidFill>
                  <a:schemeClr val="tx2"/>
                </a:solidFill>
              </a:rPr>
              <a:t> relationships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SQL based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36CB86-BC5B-AB0D-1FE1-637E482D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4956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A4D918-DF0D-3A07-4B08-D3383D9E3B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40949" cy="3081100"/>
          </a:xfrm>
        </p:spPr>
        <p:txBody>
          <a:bodyPr/>
          <a:lstStyle/>
          <a:p>
            <a:r>
              <a:rPr lang="en-US" dirty="0"/>
              <a:t>Relationships connect tables through common identifiers without combining them into one large table.</a:t>
            </a:r>
          </a:p>
          <a:p>
            <a:endParaRPr lang="en-US" dirty="0"/>
          </a:p>
          <a:p>
            <a:pPr marL="342900" indent="-342900">
              <a:buAutoNum type="arabicPeriod"/>
              <a:defRPr sz="1800" b="0"/>
            </a:pPr>
            <a:r>
              <a:rPr lang="en-US" dirty="0"/>
              <a:t>Keys connect tables.   </a:t>
            </a:r>
          </a:p>
          <a:p>
            <a:pPr marL="342900" indent="-342900">
              <a:buAutoNum type="arabicPeriod"/>
              <a:defRPr sz="1800" b="0"/>
            </a:pPr>
            <a:r>
              <a:rPr lang="en-US" dirty="0"/>
              <a:t>One lookup record can match many (journal) lines.</a:t>
            </a:r>
          </a:p>
          <a:p>
            <a:pPr>
              <a:defRPr sz="1800" b="0"/>
            </a:pPr>
            <a:r>
              <a:rPr lang="en-US" dirty="0"/>
              <a:t>3.   Relationships allow filters and visuals to use fields across tables.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D3B844-C687-8181-E4A3-583E0617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How do Power BI relationships work?</a:t>
            </a:r>
          </a:p>
        </p:txBody>
      </p:sp>
    </p:spTree>
    <p:extLst>
      <p:ext uri="{BB962C8B-B14F-4D97-AF65-F5344CB8AC3E}">
        <p14:creationId xmlns:p14="http://schemas.microsoft.com/office/powerpoint/2010/main" val="399387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4360" y="1920240"/>
            <a:ext cx="3931920" cy="233172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993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JELineItems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3957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JENumber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066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017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284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Amount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508760"/>
            <a:ext cx="3977639" cy="132588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9128" y="1581912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ChartOfAccounts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984248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295144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3474720"/>
            <a:ext cx="3977639" cy="132588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3547872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950208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261104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26280" y="2834640"/>
            <a:ext cx="100584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532120" y="2194560"/>
            <a:ext cx="0" cy="640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32120" y="2194560"/>
            <a:ext cx="109728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26280" y="3474720"/>
            <a:ext cx="137160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97880" y="3474720"/>
            <a:ext cx="0" cy="640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97880" y="4114800"/>
            <a:ext cx="73152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09160" y="2514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7451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363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80390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27" y="5733287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rPr dirty="0"/>
              <a:t>* = many     1 = one</a:t>
            </a: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5AEA488-FC9E-D684-38B8-C160DC308A74}"/>
              </a:ext>
            </a:extLst>
          </p:cNvPr>
          <p:cNvSpPr txBox="1">
            <a:spLocks/>
          </p:cNvSpPr>
          <p:nvPr/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/>
          <a:lstStyle>
            <a:lvl1pPr algn="l" defTabSz="609585">
              <a:spcBef>
                <a:spcPct val="0"/>
              </a:spcBef>
              <a:spcAft>
                <a:spcPct val="0"/>
              </a:spcAft>
              <a:buNone/>
              <a:defRPr sz="3200" b="1" i="0" kern="120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609585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1219170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1828754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438339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en-US"/>
              <a:t>How do Power BI relationships work?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5925FA-868C-1D9E-2F18-CABFDBE1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569660"/>
          </a:xfrm>
        </p:spPr>
        <p:txBody>
          <a:bodyPr/>
          <a:lstStyle/>
          <a:p>
            <a:r>
              <a:rPr lang="en-US" dirty="0"/>
              <a:t>Relationships versus joins: when should we use each?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0536" y="1851842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Alteryx Join / Power Query Merge</a:t>
            </a:r>
            <a:r>
              <a:rPr lang="en-US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/ Excel lookups</a:t>
            </a:r>
            <a:endParaRPr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9816" y="185184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Power BI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56" y="2651760"/>
            <a:ext cx="5166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Combines columns into an output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536" y="2651760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Keeps tables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56" y="3310128"/>
            <a:ext cx="5166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Join type determines which rows are retained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36" y="3310128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Cardinality and filter direction govern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56" y="3968496"/>
            <a:ext cx="5166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Produces a transformed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536" y="3968496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Supports a connected analytical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256" y="4626864"/>
            <a:ext cx="5166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Useful for preparing flat datasets and exception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536" y="4626864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Useful for interactive analysis across tables</a:t>
            </a:r>
          </a:p>
        </p:txBody>
      </p:sp>
      <p:cxnSp>
        <p:nvCxnSpPr>
          <p:cNvPr id="14" name="Connector 12"/>
          <p:cNvCxnSpPr/>
          <p:nvPr/>
        </p:nvCxnSpPr>
        <p:spPr>
          <a:xfrm>
            <a:off x="6111216" y="2560320"/>
            <a:ext cx="0" cy="278892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75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BD10-1318-8006-E9F8-B2FBEFC9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671176-2846-3C03-012B-D99A6FFB93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Relational Databases Overview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Class Exercises on Joins</a:t>
            </a:r>
          </a:p>
          <a:p>
            <a:pPr marL="1145100" lvl="1" indent="-457200">
              <a:buAutoNum type="arabicPeriod"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PowerBI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relationships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SQL based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AE0C9F-8961-A8C4-8182-1A65C91E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6536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43DEA5-E862-D9DB-51E1-25BA79C290A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71932" y="2182197"/>
            <a:ext cx="10499342" cy="1352293"/>
          </a:xfrm>
        </p:spPr>
        <p:txBody>
          <a:bodyPr/>
          <a:lstStyle/>
          <a:p>
            <a:r>
              <a:rPr lang="en-US" dirty="0"/>
              <a:t>SQL (Structured Query Language) lets us retrieve, combine, filter, and summarize data stored in relational tables.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0D2A8-2466-5ACD-E962-D853FCCD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569660"/>
          </a:xfrm>
        </p:spPr>
        <p:txBody>
          <a:bodyPr/>
          <a:lstStyle/>
          <a:p>
            <a:r>
              <a:rPr lang="en-US" dirty="0"/>
              <a:t>Introduction to SQL: Asking Questions of Relational Data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09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1828800"/>
            <a:ext cx="5029200" cy="433965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2000" b="1">
                <a:latin typeface="Arial"/>
              </a:defRPr>
            </a:pPr>
            <a:r>
              <a:rPr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Why use SQL in Case 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2286000"/>
            <a:ext cx="6352245" cy="1295739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800" b="0">
                <a:latin typeface="Arial"/>
              </a:defRPr>
            </a:pPr>
            <a:r>
              <a:rPr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• Retrieve only the journal-entry fields we need</a:t>
            </a:r>
          </a:p>
          <a:p>
            <a:pPr>
              <a:defRPr sz="1800" b="0">
                <a:latin typeface="Arial"/>
              </a:defRPr>
            </a:pPr>
            <a:r>
              <a:rPr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• Match line items to preparer records</a:t>
            </a:r>
          </a:p>
          <a:p>
            <a:pPr>
              <a:defRPr sz="1800" b="0">
                <a:latin typeface="Arial"/>
              </a:defRPr>
            </a:pPr>
            <a:r>
              <a:rPr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• Identify exceptions where no match exists</a:t>
            </a:r>
          </a:p>
          <a:p>
            <a:pPr>
              <a:defRPr sz="1800" b="0">
                <a:latin typeface="Arial"/>
              </a:defRPr>
            </a:pPr>
            <a:r>
              <a:rPr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• Repeat the same query consistently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53476"/>
            <a:ext cx="5486400" cy="326243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latin typeface="Arial"/>
              </a:defRPr>
            </a:pPr>
            <a:r>
              <a:rPr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Example: Find journal lines with no matching preparer</a:t>
            </a:r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  <a:endParaRPr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1864" y="3671649"/>
            <a:ext cx="5669280" cy="1541961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SELECT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j.JENumber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j.BusinessUnitID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j.PreparerID</a:t>
            </a:r>
            <a:endParaRPr sz="1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FROM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JELineItems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AS j</a:t>
            </a:r>
          </a:p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LEFT JOIN Preparers AS p</a:t>
            </a:r>
          </a:p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ON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j.BusinessUnitID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=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p.BusinessUnitID</a:t>
            </a:r>
            <a:endParaRPr sz="1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j.PreparerID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=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p.PreparerID</a:t>
            </a:r>
            <a:endParaRPr sz="1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defRPr sz="1500" b="0">
                <a:latin typeface="Arial"/>
              </a:defRPr>
            </a:pP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WHERE </a:t>
            </a:r>
            <a:r>
              <a:rPr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p.PreparerID</a:t>
            </a:r>
            <a:r>
              <a:rPr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39906"/>
            <a:ext cx="10972800" cy="341632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800" b="1">
                <a:latin typeface="Arial"/>
              </a:defRPr>
            </a:pPr>
            <a:r>
              <a:rPr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Key idea: SQL specifies the question; the database performs the matching and returns the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25312"/>
            <a:ext cx="10972800" cy="310854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Discussion: Why do we need both </a:t>
            </a:r>
            <a:r>
              <a:rPr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BusinessUnitID</a:t>
            </a:r>
            <a:r>
              <a:rPr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</a:t>
            </a:r>
            <a:r>
              <a:rPr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PreparerID</a:t>
            </a:r>
            <a:r>
              <a:rPr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in the join?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DF27A7C8-4CF0-FA7B-CF47-1F17ED282EF0}"/>
              </a:ext>
            </a:extLst>
          </p:cNvPr>
          <p:cNvSpPr txBox="1">
            <a:spLocks/>
          </p:cNvSpPr>
          <p:nvPr/>
        </p:nvSpPr>
        <p:spPr>
          <a:xfrm>
            <a:off x="625927" y="641802"/>
            <a:ext cx="10894141" cy="1569660"/>
          </a:xfrm>
          <a:prstGeom prst="rect">
            <a:avLst/>
          </a:prstGeom>
        </p:spPr>
        <p:txBody>
          <a:bodyPr/>
          <a:lstStyle>
            <a:lvl1pPr algn="l" defTabSz="609585">
              <a:spcBef>
                <a:spcPct val="0"/>
              </a:spcBef>
              <a:spcAft>
                <a:spcPct val="0"/>
              </a:spcAft>
              <a:buNone/>
              <a:defRPr sz="3200" b="1" i="0" kern="120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609585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1219170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1828754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438339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en-US" dirty="0"/>
              <a:t>Introduction to SQL: Case 4 as an example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A2ED-0E98-E987-C9AD-0C1287FC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1257F-FEF5-64EB-3CDD-F63C4469F24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Relational Databases Overview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Class Exercises on Joins</a:t>
            </a:r>
          </a:p>
          <a:p>
            <a:pPr marL="1145100" lvl="1" indent="-457200">
              <a:buAutoNum type="arabicPeriod"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PowerBI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relationships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SQL based approaches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CEB914-BB04-7D35-EC49-D21FA4EC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2860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5F03-0DF8-1984-8D11-C9E4B70A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E289-0161-1503-061D-BD272D3C70B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361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52983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Understanding how data are connected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Tools like Power BI make relational data useful. Relationships, transformations, and visualizations allow us to explore data without always combining everything into one table.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SQL allows us to query relational data. We can select, filter, join, and aggregate records to answer accounting and business questions.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The ETL process: Introduction to Transforming Data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Core Data Analytic Skill, transforming data using formulas to create the data we want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data skills with Regular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use a combination of python and </a:t>
            </a:r>
            <a:r>
              <a:rPr lang="en-US" dirty="0" err="1"/>
              <a:t>colabs</a:t>
            </a:r>
            <a:r>
              <a:rPr lang="en-US" dirty="0"/>
              <a:t> / </a:t>
            </a:r>
            <a:r>
              <a:rPr lang="en-US" dirty="0" err="1"/>
              <a:t>vscode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4735CF7814E419237D188CCA99D12" ma:contentTypeVersion="19" ma:contentTypeDescription="Create a new document." ma:contentTypeScope="" ma:versionID="d31b84baf1c1d87e10c4f1864579c1ec">
  <xsd:schema xmlns:xsd="http://www.w3.org/2001/XMLSchema" xmlns:xs="http://www.w3.org/2001/XMLSchema" xmlns:p="http://schemas.microsoft.com/office/2006/metadata/properties" xmlns:ns3="5c288162-3a0f-49b6-8fe2-59156172891e" xmlns:ns4="f8a977ae-6c68-4349-a9b4-32a805694cd6" targetNamespace="http://schemas.microsoft.com/office/2006/metadata/properties" ma:root="true" ma:fieldsID="36f997f5c1c69f924829323a5a1b6a65" ns3:_="" ns4:_="">
    <xsd:import namespace="5c288162-3a0f-49b6-8fe2-59156172891e"/>
    <xsd:import namespace="f8a977ae-6c68-4349-a9b4-32a805694c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88162-3a0f-49b6-8fe2-59156172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977ae-6c68-4349-a9b4-32a805694c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288162-3a0f-49b6-8fe2-59156172891e" xsi:nil="true"/>
  </documentManagement>
</p:properties>
</file>

<file path=customXml/itemProps1.xml><?xml version="1.0" encoding="utf-8"?>
<ds:datastoreItem xmlns:ds="http://schemas.openxmlformats.org/officeDocument/2006/customXml" ds:itemID="{78C65EC0-0C53-47CE-9570-E8AE06BB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288162-3a0f-49b6-8fe2-59156172891e"/>
    <ds:schemaRef ds:uri="f8a977ae-6c68-4349-a9b4-32a805694c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22BE40-0D91-48D4-87BE-D7A082BAFA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01661A-0F68-460B-8F55-68504EBEB764}">
  <ds:schemaRefs>
    <ds:schemaRef ds:uri="f8a977ae-6c68-4349-a9b4-32a805694cd6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5c288162-3a0f-49b6-8fe2-59156172891e"/>
    <ds:schemaRef ds:uri="http://schemas.openxmlformats.org/package/2006/metadata/core-properties"/>
    <ds:schemaRef ds:uri="http://purl.org/dc/elements/1.1/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796</Words>
  <Application>Microsoft Office PowerPoint</Application>
  <DocSecurity>0</DocSecurity>
  <PresentationFormat>Widescreen</PresentationFormat>
  <Paragraphs>139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</vt:lpstr>
      <vt:lpstr>Agenda</vt:lpstr>
      <vt:lpstr>Joining data</vt:lpstr>
      <vt:lpstr>How do joins work?</vt:lpstr>
      <vt:lpstr>PowerPoint Presentation</vt:lpstr>
      <vt:lpstr>PowerPoint Presentation</vt:lpstr>
      <vt:lpstr>Cardinality</vt:lpstr>
      <vt:lpstr>What can go wrong?</vt:lpstr>
      <vt:lpstr>Agenda</vt:lpstr>
      <vt:lpstr>How do Power BI relationships work?</vt:lpstr>
      <vt:lpstr>PowerPoint Presentation</vt:lpstr>
      <vt:lpstr>Relationships versus joins: when should we use each? </vt:lpstr>
      <vt:lpstr>Agenda</vt:lpstr>
      <vt:lpstr>Introduction to SQL: Asking Questions of Relational Data </vt:lpstr>
      <vt:lpstr>PowerPoint Presentation</vt:lpstr>
      <vt:lpstr>Agenda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4</cp:revision>
  <dcterms:created xsi:type="dcterms:W3CDTF">2026-09-29T01:46:38Z</dcterms:created>
  <dcterms:modified xsi:type="dcterms:W3CDTF">2026-10-12T16:41:01Z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0x0101007704735CF7814E419237D188CCA99D12</vt:lpwstr>
  </property>
</Properties>
</file>