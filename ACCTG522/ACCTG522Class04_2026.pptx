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5"/>
  </p:notesMasterIdLst>
  <p:sldIdLst>
    <p:sldId id="256" r:id="rId5"/>
    <p:sldId id="300" r:id="rId6"/>
    <p:sldId id="395" r:id="rId7"/>
    <p:sldId id="396" r:id="rId8"/>
    <p:sldId id="392" r:id="rId9"/>
    <p:sldId id="1160" r:id="rId10"/>
    <p:sldId id="1163" r:id="rId11"/>
    <p:sldId id="859" r:id="rId12"/>
    <p:sldId id="873" r:id="rId13"/>
    <p:sldId id="1165" r:id="rId14"/>
    <p:sldId id="1161" r:id="rId15"/>
    <p:sldId id="393" r:id="rId16"/>
    <p:sldId id="1167" r:id="rId17"/>
    <p:sldId id="1166" r:id="rId18"/>
    <p:sldId id="257" r:id="rId19"/>
    <p:sldId id="258" r:id="rId20"/>
    <p:sldId id="394" r:id="rId21"/>
    <p:sldId id="371" r:id="rId22"/>
    <p:sldId id="372" r:id="rId23"/>
    <p:sldId id="27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118C26-CFAC-488C-8962-3F8DFB268630}" v="12" dt="2026-10-12T01:32:17.2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5158" autoAdjust="0"/>
  </p:normalViewPr>
  <p:slideViewPr>
    <p:cSldViewPr snapToGrid="0">
      <p:cViewPr varScale="1">
        <p:scale>
          <a:sx n="135" d="100"/>
          <a:sy n="135" d="100"/>
        </p:scale>
        <p:origin x="348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her Curtis" userId="494c4f5b-6d11-415a-9d9e-829c1135aa91" providerId="ADAL" clId="{FDEDEEF3-7275-4161-A24C-7071BE30F9A7}"/>
    <pc:docChg chg="addSld modSld sldOrd">
      <pc:chgData name="Asher Curtis" userId="494c4f5b-6d11-415a-9d9e-829c1135aa91" providerId="ADAL" clId="{FDEDEEF3-7275-4161-A24C-7071BE30F9A7}" dt="2026-10-07T16:31:07.117" v="23"/>
      <pc:docMkLst>
        <pc:docMk/>
      </pc:docMkLst>
      <pc:sldChg chg="ord">
        <pc:chgData name="Asher Curtis" userId="494c4f5b-6d11-415a-9d9e-829c1135aa91" providerId="ADAL" clId="{FDEDEEF3-7275-4161-A24C-7071BE30F9A7}" dt="2026-10-07T15:38:41.815" v="2"/>
        <pc:sldMkLst>
          <pc:docMk/>
          <pc:sldMk cId="2131598772" sldId="305"/>
        </pc:sldMkLst>
      </pc:sldChg>
      <pc:sldChg chg="add ord">
        <pc:chgData name="Asher Curtis" userId="494c4f5b-6d11-415a-9d9e-829c1135aa91" providerId="ADAL" clId="{FDEDEEF3-7275-4161-A24C-7071BE30F9A7}" dt="2026-10-07T15:38:34.617" v="1"/>
        <pc:sldMkLst>
          <pc:docMk/>
          <pc:sldMk cId="3482232368" sldId="373"/>
        </pc:sldMkLst>
      </pc:sldChg>
      <pc:sldChg chg="add">
        <pc:chgData name="Asher Curtis" userId="494c4f5b-6d11-415a-9d9e-829c1135aa91" providerId="ADAL" clId="{FDEDEEF3-7275-4161-A24C-7071BE30F9A7}" dt="2026-10-07T15:39:08.082" v="3"/>
        <pc:sldMkLst>
          <pc:docMk/>
          <pc:sldMk cId="2091657238" sldId="374"/>
        </pc:sldMkLst>
      </pc:sldChg>
      <pc:sldChg chg="modSp">
        <pc:chgData name="Asher Curtis" userId="494c4f5b-6d11-415a-9d9e-829c1135aa91" providerId="ADAL" clId="{FDEDEEF3-7275-4161-A24C-7071BE30F9A7}" dt="2026-10-07T15:49:53.649" v="10"/>
        <pc:sldMkLst>
          <pc:docMk/>
          <pc:sldMk cId="1278704641" sldId="375"/>
        </pc:sldMkLst>
        <pc:spChg chg="mod">
          <ac:chgData name="Asher Curtis" userId="494c4f5b-6d11-415a-9d9e-829c1135aa91" providerId="ADAL" clId="{FDEDEEF3-7275-4161-A24C-7071BE30F9A7}" dt="2026-10-07T15:49:53.649" v="10"/>
          <ac:spMkLst>
            <pc:docMk/>
            <pc:sldMk cId="1278704641" sldId="375"/>
            <ac:spMk id="2" creationId="{9D7E4574-F909-7F35-B5E7-D8AF8D9B0613}"/>
          </ac:spMkLst>
        </pc:spChg>
      </pc:sldChg>
      <pc:sldChg chg="modSp">
        <pc:chgData name="Asher Curtis" userId="494c4f5b-6d11-415a-9d9e-829c1135aa91" providerId="ADAL" clId="{FDEDEEF3-7275-4161-A24C-7071BE30F9A7}" dt="2026-10-07T15:43:30.133" v="5"/>
        <pc:sldMkLst>
          <pc:docMk/>
          <pc:sldMk cId="1655998079" sldId="376"/>
        </pc:sldMkLst>
        <pc:spChg chg="mod">
          <ac:chgData name="Asher Curtis" userId="494c4f5b-6d11-415a-9d9e-829c1135aa91" providerId="ADAL" clId="{FDEDEEF3-7275-4161-A24C-7071BE30F9A7}" dt="2026-10-07T15:43:06.902" v="4"/>
          <ac:spMkLst>
            <pc:docMk/>
            <pc:sldMk cId="1655998079" sldId="376"/>
            <ac:spMk id="2" creationId="{862B183C-E5ED-D77E-FE87-318B9C3A9C0E}"/>
          </ac:spMkLst>
        </pc:spChg>
        <pc:spChg chg="mod">
          <ac:chgData name="Asher Curtis" userId="494c4f5b-6d11-415a-9d9e-829c1135aa91" providerId="ADAL" clId="{FDEDEEF3-7275-4161-A24C-7071BE30F9A7}" dt="2026-10-07T15:43:30.133" v="5"/>
          <ac:spMkLst>
            <pc:docMk/>
            <pc:sldMk cId="1655998079" sldId="376"/>
            <ac:spMk id="3" creationId="{57479FA9-83BE-13F9-E30A-FE3E00755C2E}"/>
          </ac:spMkLst>
        </pc:spChg>
      </pc:sldChg>
      <pc:sldChg chg="modSp">
        <pc:chgData name="Asher Curtis" userId="494c4f5b-6d11-415a-9d9e-829c1135aa91" providerId="ADAL" clId="{FDEDEEF3-7275-4161-A24C-7071BE30F9A7}" dt="2026-10-07T15:51:21.861" v="12"/>
        <pc:sldMkLst>
          <pc:docMk/>
          <pc:sldMk cId="634257874" sldId="377"/>
        </pc:sldMkLst>
        <pc:spChg chg="mod">
          <ac:chgData name="Asher Curtis" userId="494c4f5b-6d11-415a-9d9e-829c1135aa91" providerId="ADAL" clId="{FDEDEEF3-7275-4161-A24C-7071BE30F9A7}" dt="2026-10-07T15:51:21.861" v="12"/>
          <ac:spMkLst>
            <pc:docMk/>
            <pc:sldMk cId="634257874" sldId="377"/>
            <ac:spMk id="2" creationId="{AEE372C9-B4C4-5B24-86AA-60DE5A10DD6E}"/>
          </ac:spMkLst>
        </pc:spChg>
      </pc:sldChg>
      <pc:sldChg chg="add">
        <pc:chgData name="Asher Curtis" userId="494c4f5b-6d11-415a-9d9e-829c1135aa91" providerId="ADAL" clId="{FDEDEEF3-7275-4161-A24C-7071BE30F9A7}" dt="2026-10-07T15:52:37.851" v="13"/>
        <pc:sldMkLst>
          <pc:docMk/>
          <pc:sldMk cId="2764400023" sldId="378"/>
        </pc:sldMkLst>
      </pc:sldChg>
      <pc:sldChg chg="modSp">
        <pc:chgData name="Asher Curtis" userId="494c4f5b-6d11-415a-9d9e-829c1135aa91" providerId="ADAL" clId="{FDEDEEF3-7275-4161-A24C-7071BE30F9A7}" dt="2026-10-07T15:53:42.107" v="14"/>
        <pc:sldMkLst>
          <pc:docMk/>
          <pc:sldMk cId="3213621824" sldId="379"/>
        </pc:sldMkLst>
        <pc:spChg chg="mod">
          <ac:chgData name="Asher Curtis" userId="494c4f5b-6d11-415a-9d9e-829c1135aa91" providerId="ADAL" clId="{FDEDEEF3-7275-4161-A24C-7071BE30F9A7}" dt="2026-10-07T15:53:42.107" v="14"/>
          <ac:spMkLst>
            <pc:docMk/>
            <pc:sldMk cId="3213621824" sldId="379"/>
            <ac:spMk id="2" creationId="{69B2657D-00DE-6D82-3773-FCE1E9A8F55A}"/>
          </ac:spMkLst>
        </pc:spChg>
      </pc:sldChg>
      <pc:sldChg chg="add">
        <pc:chgData name="Asher Curtis" userId="494c4f5b-6d11-415a-9d9e-829c1135aa91" providerId="ADAL" clId="{FDEDEEF3-7275-4161-A24C-7071BE30F9A7}" dt="2026-10-07T16:00:08.669" v="15"/>
        <pc:sldMkLst>
          <pc:docMk/>
          <pc:sldMk cId="2540265557" sldId="381"/>
        </pc:sldMkLst>
      </pc:sldChg>
      <pc:sldChg chg="modSp">
        <pc:chgData name="Asher Curtis" userId="494c4f5b-6d11-415a-9d9e-829c1135aa91" providerId="ADAL" clId="{FDEDEEF3-7275-4161-A24C-7071BE30F9A7}" dt="2026-10-07T16:13:10.150" v="17"/>
        <pc:sldMkLst>
          <pc:docMk/>
          <pc:sldMk cId="444375410" sldId="382"/>
        </pc:sldMkLst>
        <pc:spChg chg="mod">
          <ac:chgData name="Asher Curtis" userId="494c4f5b-6d11-415a-9d9e-829c1135aa91" providerId="ADAL" clId="{FDEDEEF3-7275-4161-A24C-7071BE30F9A7}" dt="2026-10-07T16:13:10.150" v="17"/>
          <ac:spMkLst>
            <pc:docMk/>
            <pc:sldMk cId="444375410" sldId="382"/>
            <ac:spMk id="2" creationId="{877848C4-D299-581D-1215-79F37A423D3E}"/>
          </ac:spMkLst>
        </pc:spChg>
      </pc:sldChg>
      <pc:sldChg chg="add">
        <pc:chgData name="Asher Curtis" userId="494c4f5b-6d11-415a-9d9e-829c1135aa91" providerId="ADAL" clId="{FDEDEEF3-7275-4161-A24C-7071BE30F9A7}" dt="2026-10-07T16:14:27.797" v="18"/>
        <pc:sldMkLst>
          <pc:docMk/>
          <pc:sldMk cId="2712034344" sldId="385"/>
        </pc:sldMkLst>
      </pc:sldChg>
      <pc:sldChg chg="modSp">
        <pc:chgData name="Asher Curtis" userId="494c4f5b-6d11-415a-9d9e-829c1135aa91" providerId="ADAL" clId="{FDEDEEF3-7275-4161-A24C-7071BE30F9A7}" dt="2026-10-07T16:18:41.399" v="19"/>
        <pc:sldMkLst>
          <pc:docMk/>
          <pc:sldMk cId="4258292837" sldId="386"/>
        </pc:sldMkLst>
        <pc:spChg chg="mod">
          <ac:chgData name="Asher Curtis" userId="494c4f5b-6d11-415a-9d9e-829c1135aa91" providerId="ADAL" clId="{FDEDEEF3-7275-4161-A24C-7071BE30F9A7}" dt="2026-10-07T16:18:41.399" v="19"/>
          <ac:spMkLst>
            <pc:docMk/>
            <pc:sldMk cId="4258292837" sldId="386"/>
            <ac:spMk id="2" creationId="{2D667EE2-5019-55BE-F037-B7EEC81AF35E}"/>
          </ac:spMkLst>
        </pc:spChg>
      </pc:sldChg>
      <pc:sldChg chg="modSp">
        <pc:chgData name="Asher Curtis" userId="494c4f5b-6d11-415a-9d9e-829c1135aa91" providerId="ADAL" clId="{FDEDEEF3-7275-4161-A24C-7071BE30F9A7}" dt="2026-10-07T16:22:04.652" v="20"/>
        <pc:sldMkLst>
          <pc:docMk/>
          <pc:sldMk cId="1470874891" sldId="387"/>
        </pc:sldMkLst>
        <pc:spChg chg="mod">
          <ac:chgData name="Asher Curtis" userId="494c4f5b-6d11-415a-9d9e-829c1135aa91" providerId="ADAL" clId="{FDEDEEF3-7275-4161-A24C-7071BE30F9A7}" dt="2026-10-07T16:22:04.652" v="20"/>
          <ac:spMkLst>
            <pc:docMk/>
            <pc:sldMk cId="1470874891" sldId="387"/>
            <ac:spMk id="2" creationId="{15E22C5F-7ADC-96D7-C434-49B1C5CF3C49}"/>
          </ac:spMkLst>
        </pc:spChg>
      </pc:sldChg>
      <pc:sldChg chg="addSp modSp">
        <pc:chgData name="Asher Curtis" userId="494c4f5b-6d11-415a-9d9e-829c1135aa91" providerId="ADAL" clId="{FDEDEEF3-7275-4161-A24C-7071BE30F9A7}" dt="2026-10-07T16:26:44.012" v="22" actId="767"/>
        <pc:sldMkLst>
          <pc:docMk/>
          <pc:sldMk cId="3630649099" sldId="388"/>
        </pc:sldMkLst>
        <pc:spChg chg="add mod">
          <ac:chgData name="Asher Curtis" userId="494c4f5b-6d11-415a-9d9e-829c1135aa91" providerId="ADAL" clId="{FDEDEEF3-7275-4161-A24C-7071BE30F9A7}" dt="2026-10-07T16:26:09.284" v="21" actId="767"/>
          <ac:spMkLst>
            <pc:docMk/>
            <pc:sldMk cId="3630649099" sldId="388"/>
            <ac:spMk id="13" creationId="{394E20B4-FCE4-4CDD-9A65-2700AD0CC424}"/>
          </ac:spMkLst>
        </pc:spChg>
        <pc:spChg chg="add mod">
          <ac:chgData name="Asher Curtis" userId="494c4f5b-6d11-415a-9d9e-829c1135aa91" providerId="ADAL" clId="{FDEDEEF3-7275-4161-A24C-7071BE30F9A7}" dt="2026-10-07T16:26:44.012" v="22" actId="767"/>
          <ac:spMkLst>
            <pc:docMk/>
            <pc:sldMk cId="3630649099" sldId="388"/>
            <ac:spMk id="15" creationId="{27690100-1097-3480-FEE5-D24BB0AB44CE}"/>
          </ac:spMkLst>
        </pc:spChg>
      </pc:sldChg>
      <pc:sldChg chg="add">
        <pc:chgData name="Asher Curtis" userId="494c4f5b-6d11-415a-9d9e-829c1135aa91" providerId="ADAL" clId="{FDEDEEF3-7275-4161-A24C-7071BE30F9A7}" dt="2026-10-07T16:31:07.117" v="23"/>
        <pc:sldMkLst>
          <pc:docMk/>
          <pc:sldMk cId="1088830480" sldId="391"/>
        </pc:sldMkLst>
      </pc:sldChg>
    </pc:docChg>
  </pc:docChgLst>
  <pc:docChgLst>
    <pc:chgData name="Asher Curtis" userId="35c297388724ba9a" providerId="LiveId" clId="{A4FC0AD2-B0F2-4A57-BDAF-7F9B57B5A19A}"/>
    <pc:docChg chg="undo custSel addSld delSld modSld sldOrd">
      <pc:chgData name="Asher Curtis" userId="35c297388724ba9a" providerId="LiveId" clId="{A4FC0AD2-B0F2-4A57-BDAF-7F9B57B5A19A}" dt="2026-10-12T01:34:10.630" v="552" actId="47"/>
      <pc:docMkLst>
        <pc:docMk/>
      </pc:docMkLst>
      <pc:sldChg chg="modSp mod">
        <pc:chgData name="Asher Curtis" userId="35c297388724ba9a" providerId="LiveId" clId="{A4FC0AD2-B0F2-4A57-BDAF-7F9B57B5A19A}" dt="2026-10-12T01:04:24.873" v="1"/>
        <pc:sldMkLst>
          <pc:docMk/>
          <pc:sldMk cId="4294885419" sldId="256"/>
        </pc:sldMkLst>
        <pc:spChg chg="mod">
          <ac:chgData name="Asher Curtis" userId="35c297388724ba9a" providerId="LiveId" clId="{A4FC0AD2-B0F2-4A57-BDAF-7F9B57B5A19A}" dt="2026-10-12T01:04:07.844" v="0" actId="20577"/>
          <ac:spMkLst>
            <pc:docMk/>
            <pc:sldMk cId="4294885419" sldId="256"/>
            <ac:spMk id="3" creationId="{25E99166-AAF5-498F-B46D-82D42CECC71B}"/>
          </ac:spMkLst>
        </pc:spChg>
        <pc:spChg chg="mod">
          <ac:chgData name="Asher Curtis" userId="35c297388724ba9a" providerId="LiveId" clId="{A4FC0AD2-B0F2-4A57-BDAF-7F9B57B5A19A}" dt="2026-10-12T01:04:24.873" v="1"/>
          <ac:spMkLst>
            <pc:docMk/>
            <pc:sldMk cId="4294885419" sldId="256"/>
            <ac:spMk id="4" creationId="{42171E04-8C84-4649-B7E3-F266075EC7BB}"/>
          </ac:spMkLst>
        </pc:spChg>
      </pc:sldChg>
      <pc:sldChg chg="add del">
        <pc:chgData name="Asher Curtis" userId="35c297388724ba9a" providerId="LiveId" clId="{A4FC0AD2-B0F2-4A57-BDAF-7F9B57B5A19A}" dt="2026-10-12T01:13:56.864" v="108"/>
        <pc:sldMkLst>
          <pc:docMk/>
          <pc:sldMk cId="0" sldId="257"/>
        </pc:sldMkLst>
      </pc:sldChg>
      <pc:sldChg chg="add">
        <pc:chgData name="Asher Curtis" userId="35c297388724ba9a" providerId="LiveId" clId="{A4FC0AD2-B0F2-4A57-BDAF-7F9B57B5A19A}" dt="2026-10-12T01:16:07.908" v="113"/>
        <pc:sldMkLst>
          <pc:docMk/>
          <pc:sldMk cId="0" sldId="258"/>
        </pc:sldMkLst>
      </pc:sldChg>
      <pc:sldChg chg="modSp mod">
        <pc:chgData name="Asher Curtis" userId="35c297388724ba9a" providerId="LiveId" clId="{A4FC0AD2-B0F2-4A57-BDAF-7F9B57B5A19A}" dt="2026-10-12T01:32:52.918" v="548" actId="20577"/>
        <pc:sldMkLst>
          <pc:docMk/>
          <pc:sldMk cId="2931208946" sldId="278"/>
        </pc:sldMkLst>
        <pc:spChg chg="mod">
          <ac:chgData name="Asher Curtis" userId="35c297388724ba9a" providerId="LiveId" clId="{A4FC0AD2-B0F2-4A57-BDAF-7F9B57B5A19A}" dt="2026-10-12T01:32:52.918" v="548" actId="20577"/>
          <ac:spMkLst>
            <pc:docMk/>
            <pc:sldMk cId="2931208946" sldId="278"/>
            <ac:spMk id="2" creationId="{11EC96EB-8371-4B7E-A0C3-573FD660BBA7}"/>
          </ac:spMkLst>
        </pc:spChg>
      </pc:sldChg>
      <pc:sldChg chg="del">
        <pc:chgData name="Asher Curtis" userId="35c297388724ba9a" providerId="LiveId" clId="{A4FC0AD2-B0F2-4A57-BDAF-7F9B57B5A19A}" dt="2026-10-12T01:34:10.630" v="552" actId="47"/>
        <pc:sldMkLst>
          <pc:docMk/>
          <pc:sldMk cId="3613419159" sldId="298"/>
        </pc:sldMkLst>
      </pc:sldChg>
      <pc:sldChg chg="modSp mod">
        <pc:chgData name="Asher Curtis" userId="35c297388724ba9a" providerId="LiveId" clId="{A4FC0AD2-B0F2-4A57-BDAF-7F9B57B5A19A}" dt="2026-10-12T01:05:12.049" v="75" actId="20577"/>
        <pc:sldMkLst>
          <pc:docMk/>
          <pc:sldMk cId="4272180523" sldId="300"/>
        </pc:sldMkLst>
        <pc:spChg chg="mod">
          <ac:chgData name="Asher Curtis" userId="35c297388724ba9a" providerId="LiveId" clId="{A4FC0AD2-B0F2-4A57-BDAF-7F9B57B5A19A}" dt="2026-10-12T01:05:12.049" v="75" actId="20577"/>
          <ac:spMkLst>
            <pc:docMk/>
            <pc:sldMk cId="4272180523" sldId="300"/>
            <ac:spMk id="2" creationId="{4BF555D3-14D1-2CA6-3E9F-FDB21F020B98}"/>
          </ac:spMkLst>
        </pc:spChg>
      </pc:sldChg>
      <pc:sldChg chg="del">
        <pc:chgData name="Asher Curtis" userId="35c297388724ba9a" providerId="LiveId" clId="{A4FC0AD2-B0F2-4A57-BDAF-7F9B57B5A19A}" dt="2026-10-12T01:34:10.630" v="552" actId="47"/>
        <pc:sldMkLst>
          <pc:docMk/>
          <pc:sldMk cId="1696637569" sldId="304"/>
        </pc:sldMkLst>
      </pc:sldChg>
      <pc:sldChg chg="del">
        <pc:chgData name="Asher Curtis" userId="35c297388724ba9a" providerId="LiveId" clId="{A4FC0AD2-B0F2-4A57-BDAF-7F9B57B5A19A}" dt="2026-10-12T01:34:10.630" v="552" actId="47"/>
        <pc:sldMkLst>
          <pc:docMk/>
          <pc:sldMk cId="2131598772" sldId="305"/>
        </pc:sldMkLst>
      </pc:sldChg>
      <pc:sldChg chg="del">
        <pc:chgData name="Asher Curtis" userId="35c297388724ba9a" providerId="LiveId" clId="{A4FC0AD2-B0F2-4A57-BDAF-7F9B57B5A19A}" dt="2026-10-12T01:33:22.516" v="549" actId="47"/>
        <pc:sldMkLst>
          <pc:docMk/>
          <pc:sldMk cId="570656343" sldId="370"/>
        </pc:sldMkLst>
      </pc:sldChg>
      <pc:sldChg chg="modSp mod">
        <pc:chgData name="Asher Curtis" userId="35c297388724ba9a" providerId="LiveId" clId="{A4FC0AD2-B0F2-4A57-BDAF-7F9B57B5A19A}" dt="2026-10-12T01:32:17.242" v="542" actId="20578"/>
        <pc:sldMkLst>
          <pc:docMk/>
          <pc:sldMk cId="3118862969" sldId="372"/>
        </pc:sldMkLst>
        <pc:spChg chg="mod">
          <ac:chgData name="Asher Curtis" userId="35c297388724ba9a" providerId="LiveId" clId="{A4FC0AD2-B0F2-4A57-BDAF-7F9B57B5A19A}" dt="2026-10-12T01:32:17.242" v="542" actId="20578"/>
          <ac:spMkLst>
            <pc:docMk/>
            <pc:sldMk cId="3118862969" sldId="372"/>
            <ac:spMk id="2" creationId="{3343B51B-0A83-EDC8-5496-64D3A58ABEEB}"/>
          </ac:spMkLst>
        </pc:spChg>
      </pc:sldChg>
      <pc:sldChg chg="del">
        <pc:chgData name="Asher Curtis" userId="35c297388724ba9a" providerId="LiveId" clId="{A4FC0AD2-B0F2-4A57-BDAF-7F9B57B5A19A}" dt="2026-10-12T01:34:00.451" v="551" actId="47"/>
        <pc:sldMkLst>
          <pc:docMk/>
          <pc:sldMk cId="3482232368" sldId="373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2091657238" sldId="374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1278704641" sldId="375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1655998079" sldId="376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634257874" sldId="377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2764400023" sldId="378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3213621824" sldId="379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1819092637" sldId="380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2540265557" sldId="381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444375410" sldId="382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645589117" sldId="383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969848769" sldId="384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2712034344" sldId="385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4258292837" sldId="386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1470874891" sldId="387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3630649099" sldId="388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1147740412" sldId="389"/>
        </pc:sldMkLst>
      </pc:sldChg>
      <pc:sldChg chg="del">
        <pc:chgData name="Asher Curtis" userId="35c297388724ba9a" providerId="LiveId" clId="{A4FC0AD2-B0F2-4A57-BDAF-7F9B57B5A19A}" dt="2026-10-12T01:33:52.883" v="550" actId="47"/>
        <pc:sldMkLst>
          <pc:docMk/>
          <pc:sldMk cId="2764798861" sldId="390"/>
        </pc:sldMkLst>
      </pc:sldChg>
      <pc:sldChg chg="del">
        <pc:chgData name="Asher Curtis" userId="35c297388724ba9a" providerId="LiveId" clId="{A4FC0AD2-B0F2-4A57-BDAF-7F9B57B5A19A}" dt="2026-10-12T01:34:10.630" v="552" actId="47"/>
        <pc:sldMkLst>
          <pc:docMk/>
          <pc:sldMk cId="1088830480" sldId="391"/>
        </pc:sldMkLst>
      </pc:sldChg>
      <pc:sldChg chg="modSp add mod">
        <pc:chgData name="Asher Curtis" userId="35c297388724ba9a" providerId="LiveId" clId="{A4FC0AD2-B0F2-4A57-BDAF-7F9B57B5A19A}" dt="2026-10-12T01:06:05.283" v="90" actId="207"/>
        <pc:sldMkLst>
          <pc:docMk/>
          <pc:sldMk cId="742402286" sldId="392"/>
        </pc:sldMkLst>
        <pc:spChg chg="mod">
          <ac:chgData name="Asher Curtis" userId="35c297388724ba9a" providerId="LiveId" clId="{A4FC0AD2-B0F2-4A57-BDAF-7F9B57B5A19A}" dt="2026-10-12T01:06:05.283" v="90" actId="207"/>
          <ac:spMkLst>
            <pc:docMk/>
            <pc:sldMk cId="742402286" sldId="392"/>
            <ac:spMk id="2" creationId="{CD47C7C0-62E1-A912-7113-3B281A1B6A00}"/>
          </ac:spMkLst>
        </pc:spChg>
      </pc:sldChg>
      <pc:sldChg chg="modSp add mod">
        <pc:chgData name="Asher Curtis" userId="35c297388724ba9a" providerId="LiveId" clId="{A4FC0AD2-B0F2-4A57-BDAF-7F9B57B5A19A}" dt="2026-10-12T01:06:00.507" v="88" actId="207"/>
        <pc:sldMkLst>
          <pc:docMk/>
          <pc:sldMk cId="649561188" sldId="393"/>
        </pc:sldMkLst>
        <pc:spChg chg="mod">
          <ac:chgData name="Asher Curtis" userId="35c297388724ba9a" providerId="LiveId" clId="{A4FC0AD2-B0F2-4A57-BDAF-7F9B57B5A19A}" dt="2026-10-12T01:06:00.507" v="88" actId="207"/>
          <ac:spMkLst>
            <pc:docMk/>
            <pc:sldMk cId="649561188" sldId="393"/>
            <ac:spMk id="2" creationId="{834CBEC5-C4B6-5135-33DC-828D88BA2756}"/>
          </ac:spMkLst>
        </pc:spChg>
      </pc:sldChg>
      <pc:sldChg chg="modSp add mod">
        <pc:chgData name="Asher Curtis" userId="35c297388724ba9a" providerId="LiveId" clId="{A4FC0AD2-B0F2-4A57-BDAF-7F9B57B5A19A}" dt="2026-10-12T01:05:53.051" v="86" actId="113"/>
        <pc:sldMkLst>
          <pc:docMk/>
          <pc:sldMk cId="352860258" sldId="394"/>
        </pc:sldMkLst>
        <pc:spChg chg="mod">
          <ac:chgData name="Asher Curtis" userId="35c297388724ba9a" providerId="LiveId" clId="{A4FC0AD2-B0F2-4A57-BDAF-7F9B57B5A19A}" dt="2026-10-12T01:05:53.051" v="86" actId="113"/>
          <ac:spMkLst>
            <pc:docMk/>
            <pc:sldMk cId="352860258" sldId="394"/>
            <ac:spMk id="2" creationId="{14F1257F-FEF5-64EB-3CDD-F63C4469F24D}"/>
          </ac:spMkLst>
        </pc:spChg>
      </pc:sldChg>
      <pc:sldChg chg="add">
        <pc:chgData name="Asher Curtis" userId="35c297388724ba9a" providerId="LiveId" clId="{A4FC0AD2-B0F2-4A57-BDAF-7F9B57B5A19A}" dt="2026-10-12T01:06:28.287" v="91"/>
        <pc:sldMkLst>
          <pc:docMk/>
          <pc:sldMk cId="1768303522" sldId="395"/>
        </pc:sldMkLst>
      </pc:sldChg>
      <pc:sldChg chg="modSp add mod">
        <pc:chgData name="Asher Curtis" userId="35c297388724ba9a" providerId="LiveId" clId="{A4FC0AD2-B0F2-4A57-BDAF-7F9B57B5A19A}" dt="2026-10-12T01:20:06.319" v="117" actId="20577"/>
        <pc:sldMkLst>
          <pc:docMk/>
          <pc:sldMk cId="4039296105" sldId="396"/>
        </pc:sldMkLst>
        <pc:spChg chg="mod">
          <ac:chgData name="Asher Curtis" userId="35c297388724ba9a" providerId="LiveId" clId="{A4FC0AD2-B0F2-4A57-BDAF-7F9B57B5A19A}" dt="2026-10-12T01:20:06.319" v="117" actId="20577"/>
          <ac:spMkLst>
            <pc:docMk/>
            <pc:sldMk cId="4039296105" sldId="396"/>
            <ac:spMk id="2" creationId="{7A563DDF-411C-38ED-A0FB-F74283E54AFE}"/>
          </ac:spMkLst>
        </pc:spChg>
        <pc:spChg chg="mod">
          <ac:chgData name="Asher Curtis" userId="35c297388724ba9a" providerId="LiveId" clId="{A4FC0AD2-B0F2-4A57-BDAF-7F9B57B5A19A}" dt="2026-10-12T01:06:34.969" v="97" actId="20577"/>
          <ac:spMkLst>
            <pc:docMk/>
            <pc:sldMk cId="4039296105" sldId="396"/>
            <ac:spMk id="3" creationId="{A6B13E4C-DA7B-6C09-3CF3-40B2F4AECF6E}"/>
          </ac:spMkLst>
        </pc:spChg>
      </pc:sldChg>
      <pc:sldChg chg="add">
        <pc:chgData name="Asher Curtis" userId="35c297388724ba9a" providerId="LiveId" clId="{A4FC0AD2-B0F2-4A57-BDAF-7F9B57B5A19A}" dt="2026-10-12T01:07:41.643" v="98"/>
        <pc:sldMkLst>
          <pc:docMk/>
          <pc:sldMk cId="3152376829" sldId="859"/>
        </pc:sldMkLst>
      </pc:sldChg>
      <pc:sldChg chg="add">
        <pc:chgData name="Asher Curtis" userId="35c297388724ba9a" providerId="LiveId" clId="{A4FC0AD2-B0F2-4A57-BDAF-7F9B57B5A19A}" dt="2026-10-12T01:07:41.643" v="98"/>
        <pc:sldMkLst>
          <pc:docMk/>
          <pc:sldMk cId="382477658" sldId="873"/>
        </pc:sldMkLst>
      </pc:sldChg>
      <pc:sldChg chg="add">
        <pc:chgData name="Asher Curtis" userId="35c297388724ba9a" providerId="LiveId" clId="{A4FC0AD2-B0F2-4A57-BDAF-7F9B57B5A19A}" dt="2026-10-12T01:07:41.643" v="98"/>
        <pc:sldMkLst>
          <pc:docMk/>
          <pc:sldMk cId="1421970449" sldId="1160"/>
        </pc:sldMkLst>
      </pc:sldChg>
      <pc:sldChg chg="add ord">
        <pc:chgData name="Asher Curtis" userId="35c297388724ba9a" providerId="LiveId" clId="{A4FC0AD2-B0F2-4A57-BDAF-7F9B57B5A19A}" dt="2026-10-12T01:08:01.043" v="105"/>
        <pc:sldMkLst>
          <pc:docMk/>
          <pc:sldMk cId="1187461027" sldId="1161"/>
        </pc:sldMkLst>
      </pc:sldChg>
      <pc:sldChg chg="add">
        <pc:chgData name="Asher Curtis" userId="35c297388724ba9a" providerId="LiveId" clId="{A4FC0AD2-B0F2-4A57-BDAF-7F9B57B5A19A}" dt="2026-10-12T01:07:41.643" v="98"/>
        <pc:sldMkLst>
          <pc:docMk/>
          <pc:sldMk cId="603970790" sldId="1163"/>
        </pc:sldMkLst>
      </pc:sldChg>
      <pc:sldChg chg="add">
        <pc:chgData name="Asher Curtis" userId="35c297388724ba9a" providerId="LiveId" clId="{A4FC0AD2-B0F2-4A57-BDAF-7F9B57B5A19A}" dt="2026-10-12T01:07:41.643" v="98"/>
        <pc:sldMkLst>
          <pc:docMk/>
          <pc:sldMk cId="3601593719" sldId="1165"/>
        </pc:sldMkLst>
      </pc:sldChg>
      <pc:sldChg chg="modSp add del mod">
        <pc:chgData name="Asher Curtis" userId="35c297388724ba9a" providerId="LiveId" clId="{A4FC0AD2-B0F2-4A57-BDAF-7F9B57B5A19A}" dt="2026-10-12T01:14:14.829" v="111" actId="1076"/>
        <pc:sldMkLst>
          <pc:docMk/>
          <pc:sldMk cId="0" sldId="1166"/>
        </pc:sldMkLst>
        <pc:spChg chg="mod">
          <ac:chgData name="Asher Curtis" userId="35c297388724ba9a" providerId="LiveId" clId="{A4FC0AD2-B0F2-4A57-BDAF-7F9B57B5A19A}" dt="2026-10-12T01:14:14.829" v="111" actId="1076"/>
          <ac:spMkLst>
            <pc:docMk/>
            <pc:sldMk cId="0" sldId="1166"/>
            <ac:spMk id="2" creationId="{00000000-0000-0000-0000-000000000000}"/>
          </ac:spMkLst>
        </pc:spChg>
      </pc:sldChg>
      <pc:sldChg chg="add del">
        <pc:chgData name="Asher Curtis" userId="35c297388724ba9a" providerId="LiveId" clId="{A4FC0AD2-B0F2-4A57-BDAF-7F9B57B5A19A}" dt="2026-10-12T01:07:58.621" v="103" actId="47"/>
        <pc:sldMkLst>
          <pc:docMk/>
          <pc:sldMk cId="1982114712" sldId="1166"/>
        </pc:sldMkLst>
      </pc:sldChg>
      <pc:sldChg chg="new">
        <pc:chgData name="Asher Curtis" userId="35c297388724ba9a" providerId="LiveId" clId="{A4FC0AD2-B0F2-4A57-BDAF-7F9B57B5A19A}" dt="2026-10-12T01:14:06.583" v="109" actId="680"/>
        <pc:sldMkLst>
          <pc:docMk/>
          <pc:sldMk cId="399387766" sldId="1167"/>
        </pc:sldMkLst>
      </pc:sldChg>
      <pc:sldChg chg="new del">
        <pc:chgData name="Asher Curtis" userId="35c297388724ba9a" providerId="LiveId" clId="{A4FC0AD2-B0F2-4A57-BDAF-7F9B57B5A19A}" dt="2026-10-12T01:16:32.596" v="114" actId="47"/>
        <pc:sldMkLst>
          <pc:docMk/>
          <pc:sldMk cId="2863557427" sldId="116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84417D-1188-4C37-8002-C7B0954B380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9897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84417D-1188-4C37-8002-C7B0954B380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008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Walkin slide">
    <p:bg>
      <p:bgPr>
        <a:blipFill rotWithShape="1">
          <a:blip r:embed="rId2"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9CFC0D3D-31F1-39A9-7186-66397F2588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4D2F92D-2232-B825-2B2D-AC671306A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7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Walkin slid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EDC79F-91AA-B3FB-6403-6121F91C5FC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7969" y="163926"/>
            <a:ext cx="12192000" cy="532262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t>CLICK ICON TO ADD PICTURE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CFC0D3D-31F1-39A9-7186-66397F2588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1" y="2895781"/>
            <a:ext cx="4609352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4D2F92D-2232-B825-2B2D-AC671306A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11" name="Picture 4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C840783-3AB7-4D7E-82CD-FC31657F7CD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2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A38FA88-52D3-47C2-90DE-627C0B1361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11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_ta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37DFD003-31A4-8340-0A89-F3F70E0F5A5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672DC9-106D-3DF9-16B9-F24BCF5E50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8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Section header_purpl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40223BA2-E77E-B0A1-9266-0D49F8CF83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bg2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F38BED7-E369-0B67-7D56-7D3F31FC32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8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33D3F72-2015-4C6B-A20F-F5C3095135D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0" y="1744134"/>
            <a:ext cx="7315200" cy="2252796"/>
          </a:xfrm>
        </p:spPr>
        <p:txBody>
          <a:bodyPr/>
          <a:lstStyle>
            <a:lvl1pPr>
              <a:buNone/>
              <a:defRPr sz="1867" b="0" i="0"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 i="0"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 i="0"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 i="0"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 i="0">
                <a:latin typeface="Open Sans Light"/>
                <a:ea typeface="Open Sans Light"/>
                <a:cs typeface="Open Sans Light"/>
              </a:defRPr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41C90-5ECB-21EE-9F34-0F9BBB60AD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4F63E328-8C9C-DE2A-7308-E8BBCD69BEF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6316276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B2E75EFE-336F-8122-928E-E0E85EA4EA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5927" y="641802"/>
            <a:ext cx="6316276" cy="584775"/>
          </a:xfrm>
        </p:spPr>
        <p:txBody>
          <a:bodyPr/>
          <a:lstStyle/>
          <a:p>
            <a:r>
              <a:t>CLICK TO EDIT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0C6CCC-8AA2-B4C9-2718-27DD013B166E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7437968" y="0"/>
            <a:ext cx="4754033" cy="532262"/>
          </a:xfrm>
        </p:spPr>
        <p:txBody>
          <a:bodyPr/>
          <a:lstStyle/>
          <a:p>
            <a:r>
              <a:t>Click icon to add picture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4F63E328-8C9C-DE2A-7308-E8BBCD69BEF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0" y="1744134"/>
            <a:ext cx="6592901" cy="2252796"/>
          </a:xfrm>
        </p:spPr>
        <p:txBody>
          <a:bodyPr/>
          <a:lstStyle>
            <a:lvl1pPr>
              <a:buNone/>
              <a:defRPr sz="1867" b="1">
                <a:solidFill>
                  <a:schemeClr val="tx1"/>
                </a:solidFill>
              </a:defRPr>
            </a:lvl1pPr>
            <a:lvl2pPr>
              <a:buNone/>
              <a:defRPr sz="1867">
                <a:solidFill>
                  <a:schemeClr val="tx1"/>
                </a:solidFill>
              </a:defRPr>
            </a:lvl2pPr>
            <a:lvl3pPr>
              <a:buNone/>
              <a:defRPr sz="1867">
                <a:solidFill>
                  <a:schemeClr val="tx1"/>
                </a:solidFill>
              </a:defRPr>
            </a:lvl3pPr>
            <a:lvl4pPr>
              <a:buNone/>
              <a:defRPr sz="1867">
                <a:solidFill>
                  <a:schemeClr val="tx1"/>
                </a:solidFill>
              </a:defRPr>
            </a:lvl4pPr>
            <a:lvl5pPr>
              <a:buNone/>
              <a:defRPr sz="1867">
                <a:solidFill>
                  <a:schemeClr val="tx1"/>
                </a:solidFill>
              </a:defRPr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DEE5A-694C-C4D4-2519-94E57145AE4D}"/>
              </a:ext>
            </a:extLst>
          </p:cNvPr>
          <p:cNvSpPr>
            <a:spLocks noGrp="1"/>
          </p:cNvSpPr>
          <p:nvPr/>
        </p:nvSpPr>
        <p:spPr>
          <a:xfrm>
            <a:off x="8342490" y="0"/>
            <a:ext cx="3849511" cy="6858000"/>
          </a:xfrm>
          <a:prstGeom prst="rect">
            <a:avLst/>
          </a:prstGeom>
          <a:blipFill rotWithShape="1">
            <a:blip r:embed="rId2"/>
            <a:srcRect/>
            <a:stretch>
              <a:fillRect l="-102790" r="-64464"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240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7514D8-5214-F82C-BCBF-B5E202DCD6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5927" y="641802"/>
            <a:ext cx="6576575" cy="584775"/>
          </a:xfrm>
        </p:spPr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D5776-2479-4379-A703-2C22D497D2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196A19D-20D7-4BE0-91CF-70BE1A51836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48928" y="2455592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9F63A1E-80AC-873A-7B08-C7265BB5967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648928" y="3451618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69324E9C-60EB-28A4-B685-42B2774AEFAF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648928" y="4013459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BD8CB4E0-D660-D5F2-909F-028F7EFFCD9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6270794" y="2455592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D09874F-B2CF-BD5A-EE3E-7444C4E16C8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70794" y="4013459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0C492763-7F70-C5FA-0820-3577947AC99F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648928" y="1884075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FDDAFFA5-C05C-EA69-DBA3-676A18E8CEF7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6263396" y="3451618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DFEE20B9-CD1F-8C9B-BEA0-B9D319CCC2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263396" y="1884075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79EC0-41F0-4247-9C45-69A7F8DF62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9E53213-570B-4A18-BD1C-150302F61DED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6312126" y="1744133"/>
            <a:ext cx="5300133" cy="533480"/>
          </a:xfrm>
        </p:spPr>
        <p:txBody>
          <a:bodyPr/>
          <a:lstStyle/>
          <a:p>
            <a:r>
              <a:t>Click icon to add picture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406E4740-29FB-D70A-8FD0-D37379CFCD0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270276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327B15-003C-B57F-47CD-422B701435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CC5F2F5B-6F0D-D207-EBEE-C1FD4E77DD2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288974" y="5822909"/>
            <a:ext cx="1220513" cy="646331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buNone/>
              <a:defRPr sz="1200"/>
            </a:lvl1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5B892A-4F81-3DE8-DAB9-C9ACD1E4B2D0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370667" y="0"/>
            <a:ext cx="9821333" cy="532262"/>
          </a:xfrm>
        </p:spPr>
        <p:txBody>
          <a:bodyPr/>
          <a:lstStyle/>
          <a:p>
            <a:r>
              <a:t>Click icon to add picture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 Pur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1EFCB-4C82-A339-B669-A9027A837A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EEF7E41-47AD-7303-E02A-CD4A30B4D13F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590903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Q&amp;A Pur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1EFCB-4C82-A339-B669-A9027A837A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EEF7E41-47AD-7303-E02A-CD4A30B4D13F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167087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 Go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2">
            <a:extLst>
              <a:ext uri="{FF2B5EF4-FFF2-40B4-BE49-F238E27FC236}">
                <a16:creationId xmlns:a16="http://schemas.microsoft.com/office/drawing/2014/main" id="{2A43680B-0C4E-035C-8289-47EE40A3E9E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86595" y="1966666"/>
            <a:ext cx="9414933" cy="1990288"/>
          </a:xfrm>
        </p:spPr>
        <p:txBody>
          <a:bodyPr/>
          <a:lstStyle>
            <a:lvl1pPr marL="0" marR="0" indent="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None/>
              <a:defRPr sz="2400">
                <a:solidFill>
                  <a:schemeClr val="tx1"/>
                </a:solidFill>
              </a:defRPr>
            </a:lvl1pPr>
          </a:lstStyle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  <a:p>
            <a:pPr lvl="0">
              <a:buNone/>
            </a:pPr>
            <a:endParaRPr/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endParaRPr/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6B5C0D-562C-B668-B0FD-B003E2FB72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_purpl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hank You_ta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5BA17-DAF9-681D-B819-7BDD9530A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10759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44413B94-6844-4A70-89C7-90215F307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r>
              <a:t>CLICK TO EDIT HEADER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849ED6-60C4-4512-8605-1E9E2FBFD1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5927" y="1529769"/>
            <a:ext cx="10894141" cy="2375522"/>
          </a:xfrm>
          <a:prstGeom prst="rect">
            <a:avLst/>
          </a:prstGeom>
        </p:spPr>
        <p:txBody>
          <a:bodyPr vert="horz" wrap="square" lIns="137160" tIns="45720" rIns="91440" bIns="45720">
            <a:spAutoFit/>
          </a:bodyPr>
          <a:lstStyle/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DCE893-6A75-F770-3EBA-345A9472F0A7}"/>
              </a:ext>
            </a:extLst>
          </p:cNvPr>
          <p:cNvSpPr>
            <a:spLocks noGrp="1"/>
          </p:cNvSpPr>
          <p:nvPr/>
        </p:nvSpPr>
        <p:spPr>
          <a:xfrm>
            <a:off x="381193" y="6409578"/>
            <a:ext cx="4274987" cy="235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33" b="0" i="0" spc="27">
                <a:solidFill>
                  <a:schemeClr val="tx1">
                    <a:lumMod val="65000"/>
                    <a:lumOff val="35000"/>
                  </a:schemeClr>
                </a:solidFill>
                <a:latin typeface="Uni Sans Book"/>
                <a:ea typeface="Uni Sans Book"/>
                <a:cs typeface="Uni Sans Book"/>
              </a:rPr>
              <a:t> FOSTER SCHOOL OF BUSINESS, UNIVERSITY OF WASHINGTON</a:t>
            </a:r>
            <a:endParaRPr sz="2133" b="0" spc="27" baseline="0">
              <a:solidFill>
                <a:schemeClr val="tx1">
                  <a:lumMod val="65000"/>
                  <a:lumOff val="35000"/>
                </a:schemeClr>
              </a:solidFill>
              <a:latin typeface="Uni Sans Book"/>
              <a:ea typeface="Uni Sans Book"/>
              <a:cs typeface="Uni Sans Book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B5DED1-6392-63AA-0761-1325CD3A98B5}"/>
              </a:ext>
            </a:extLst>
          </p:cNvPr>
          <p:cNvSpPr>
            <a:spLocks noGrp="1"/>
          </p:cNvSpPr>
          <p:nvPr/>
        </p:nvSpPr>
        <p:spPr>
          <a:xfrm>
            <a:off x="8243235" y="6409577"/>
            <a:ext cx="3427347" cy="235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933" b="0" i="0">
                <a:solidFill>
                  <a:schemeClr val="tx1">
                    <a:lumMod val="65000"/>
                    <a:lumOff val="35000"/>
                  </a:schemeClr>
                </a:solidFill>
                <a:latin typeface="Encode Sans Normal Medium"/>
                <a:ea typeface="Encode Sans Normal Medium"/>
                <a:cs typeface="Encode Sans Normal Medium"/>
              </a:rPr>
              <a:t>foster.uw.edu</a:t>
            </a:r>
            <a:endParaRPr sz="2133" b="0" i="0">
              <a:solidFill>
                <a:schemeClr val="tx1">
                  <a:lumMod val="65000"/>
                  <a:lumOff val="35000"/>
                </a:schemeClr>
              </a:solidFill>
              <a:latin typeface="Encode Sans Normal Medium"/>
              <a:ea typeface="Encode Sans Normal Medium"/>
              <a:cs typeface="Encode Sans Normal Medium"/>
            </a:endParaRP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B19E5F83-CC4C-4422-956B-0374695BFA28}"/>
              </a:ext>
            </a:extLst>
          </p:cNvPr>
          <p:cNvSpPr>
            <a:spLocks noGrp="1"/>
          </p:cNvSpPr>
          <p:nvPr/>
        </p:nvSpPr>
        <p:spPr>
          <a:xfrm>
            <a:off x="522515" y="6316617"/>
            <a:ext cx="11043559" cy="0"/>
          </a:xfrm>
          <a:prstGeom prst="line">
            <a:avLst/>
          </a:prstGeom>
          <a:ln>
            <a:solidFill>
              <a:srgbClr val="C09F29">
                <a:alpha val="34419"/>
              </a:srgb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729" r:id="rId19"/>
  </p:sldLayoutIdLst>
  <p:txStyles>
    <p:titleStyle>
      <a:lvl1pPr algn="l" defTabSz="609585">
        <a:spcBef>
          <a:spcPct val="0"/>
        </a:spcBef>
        <a:spcAft>
          <a:spcPct val="0"/>
        </a:spcAft>
        <a:buNone/>
        <a:defRPr sz="3200" b="1" i="0" kern="1200">
          <a:solidFill>
            <a:srgbClr val="32006E"/>
          </a:solidFill>
          <a:latin typeface="Encode Sans Normal ExtraBold"/>
          <a:ea typeface="Encode Sans Normal ExtraBold"/>
          <a:cs typeface="Encode Sans Normal ExtraBold"/>
        </a:defRPr>
      </a:lvl1pPr>
      <a:lvl2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2pPr>
      <a:lvl3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3pPr>
      <a:lvl4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4pPr>
      <a:lvl5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5pPr>
      <a:lvl6pPr marL="609585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6pPr>
      <a:lvl7pPr marL="1219170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7pPr>
      <a:lvl8pPr marL="1828754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8pPr>
      <a:lvl9pPr marL="2438339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9pPr>
    </p:titleStyle>
    <p:bodyStyle>
      <a:lvl1pPr marL="0" indent="0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None/>
        <a:defRPr sz="2133" kern="1200">
          <a:solidFill>
            <a:schemeClr val="tx1"/>
          </a:solidFill>
          <a:latin typeface="Open Sans Light"/>
          <a:ea typeface="Open Sans Light"/>
          <a:cs typeface="Open Sans Light"/>
        </a:defRPr>
      </a:lvl1pPr>
      <a:lvl2pPr marL="687900" indent="-23282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2133" kern="1200">
          <a:solidFill>
            <a:schemeClr val="tx1"/>
          </a:solidFill>
          <a:latin typeface="Open Sans Light"/>
          <a:ea typeface="Open Sans Light"/>
          <a:cs typeface="Open Sans Light"/>
        </a:defRPr>
      </a:lvl2pPr>
      <a:lvl3pPr marL="914377" indent="-22647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3pPr>
      <a:lvl4pPr marL="1140855" indent="-22647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4pPr>
      <a:lvl5pPr marL="1375799" indent="-234945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5pPr>
      <a:lvl6pPr marL="3352716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6pPr>
      <a:lvl7pPr marL="3962301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7pPr>
      <a:lvl8pPr marL="4571886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8pPr>
      <a:lvl9pPr marL="5181470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marL="609585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219170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828754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4pPr>
      <a:lvl5pPr marL="2438339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5pPr>
      <a:lvl6pPr marL="3047924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6pPr>
      <a:lvl7pPr marL="3657509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7pPr>
      <a:lvl8pPr marL="4267093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8pPr>
      <a:lvl9pPr marL="4876678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pos="288">
          <p15:clr>
            <a:srgbClr val="F26B43"/>
          </p15:clr>
        </p15:guide>
        <p15:guide id="4" orient="horz" pos="279">
          <p15:clr>
            <a:srgbClr val="F26B43"/>
          </p15:clr>
        </p15:guide>
        <p15:guide id="5" orient="horz" pos="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2171E04-8C84-4649-B7E3-F266075EC7BB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572750" cy="800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40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ETL process: </a:t>
            </a:r>
            <a:r>
              <a:rPr lang="en-US" sz="3600" b="1" dirty="0">
                <a:solidFill>
                  <a:srgbClr val="FFFFFF"/>
                </a:solidFill>
                <a:latin typeface="Segoe UI"/>
              </a:rPr>
              <a:t>Relational Databases</a:t>
            </a:r>
          </a:p>
          <a:p>
            <a:pPr>
              <a:defRPr sz="36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endParaRPr lang="en-US" sz="3600" b="1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0B64F9C-E20B-4CE2-B941-28E4B429B518}"/>
              </a:ext>
            </a:extLst>
          </p:cNvPr>
          <p:cNvSpPr>
            <a:spLocks noGrp="1"/>
          </p:cNvSpPr>
          <p:nvPr/>
        </p:nvSpPr>
        <p:spPr>
          <a:xfrm>
            <a:off x="609600" y="3679307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ACCTG 522</a:t>
            </a:r>
          </a:p>
          <a:p>
            <a:pPr>
              <a:defRPr sz="24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Data Analytics for Professional Accountants</a:t>
            </a:r>
            <a:endParaRPr sz="2400" b="1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E99166-AAF5-498F-B46D-82D42CECC71B}"/>
              </a:ext>
            </a:extLst>
          </p:cNvPr>
          <p:cNvSpPr>
            <a:spLocks noGrp="1"/>
          </p:cNvSpPr>
          <p:nvPr/>
        </p:nvSpPr>
        <p:spPr>
          <a:xfrm>
            <a:off x="609600" y="4757183"/>
            <a:ext cx="100012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B7A579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B7A579"/>
                </a:solidFill>
                <a:latin typeface="Segoe UI"/>
                <a:ea typeface="Segoe UI"/>
                <a:cs typeface="Segoe UI"/>
              </a:rPr>
              <a:t>MPAcc Class of 2027</a:t>
            </a:r>
          </a:p>
          <a:p>
            <a:pPr>
              <a:defRPr sz="2400" b="1">
                <a:solidFill>
                  <a:srgbClr val="B7A579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B7A579"/>
                </a:solidFill>
                <a:latin typeface="Segoe UI"/>
              </a:rPr>
              <a:t>Class 04 | Autumn | 2026</a:t>
            </a:r>
            <a:endParaRPr sz="2400" b="1" dirty="0">
              <a:solidFill>
                <a:srgbClr val="B7A579"/>
              </a:solidFill>
              <a:latin typeface="Segoe UI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4294885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F555D3-14D1-2CA6-3E9F-FDB21F020B9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Review </a:t>
            </a:r>
          </a:p>
          <a:p>
            <a:pPr marL="457200" indent="-457200">
              <a:buAutoNum type="arabicPeriod"/>
            </a:pPr>
            <a:r>
              <a:rPr lang="en-US" dirty="0"/>
              <a:t>Relational Databases Overview</a:t>
            </a:r>
          </a:p>
          <a:p>
            <a:pPr marL="457200" indent="-457200">
              <a:buAutoNum type="arabicPeriod"/>
            </a:pPr>
            <a:r>
              <a:rPr lang="en-US" dirty="0"/>
              <a:t>Class Exercises on Joins</a:t>
            </a:r>
          </a:p>
          <a:p>
            <a:pPr marL="1145100" lvl="1" indent="-457200">
              <a:buAutoNum type="arabicPeriod"/>
            </a:pPr>
            <a:r>
              <a:rPr lang="en-US" dirty="0" err="1"/>
              <a:t>PowerBI</a:t>
            </a:r>
            <a:r>
              <a:rPr lang="en-US" dirty="0"/>
              <a:t> relationships</a:t>
            </a:r>
          </a:p>
          <a:p>
            <a:pPr marL="1145100" lvl="1" indent="-457200">
              <a:buAutoNum type="arabicPeriod"/>
            </a:pPr>
            <a:r>
              <a:rPr lang="en-US" dirty="0"/>
              <a:t>SQL based approaches</a:t>
            </a:r>
          </a:p>
          <a:p>
            <a:pPr marL="457200" indent="-457200">
              <a:buAutoNum type="arabicPeriod"/>
            </a:pPr>
            <a:r>
              <a:rPr lang="en-US" dirty="0"/>
              <a:t>Conclusion &amp;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257129C-F48B-B91A-202B-99600A6CD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4272180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B0E5F-72E2-6B2C-66CE-197095628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A648DE2-0358-0C5A-BA9E-F9F56A2FD6FF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3" r="2512" b="1"/>
          <a:stretch>
            <a:fillRect/>
          </a:stretch>
        </p:blipFill>
        <p:spPr>
          <a:xfrm>
            <a:off x="241300" y="61175"/>
            <a:ext cx="11950700" cy="618013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68303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B6B64-7D7D-8997-28CA-599E78B3D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A563DDF-411C-38ED-A0FB-F74283E54AFE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712569" cy="4068165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Our key takeaway: </a:t>
            </a:r>
            <a:r>
              <a:rPr lang="en-US" b="1" dirty="0"/>
              <a:t>We need to get comfortable with complex data extraction and transformations.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endParaRPr lang="en-US" dirty="0"/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APIs automate a data extraction process (compare to copy and pasting info from the 10-K).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Understanding how to transform automated extraction mechanisms gives us a powerful set of data analytic ETL tools.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B13E4C-DA7B-6C09-3CF3-40B2F4AEC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4039296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FDFC-1574-8BCA-2DE3-32D1BEEF1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D47C7C0-62E1-A912-7113-3B281A1B6A00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Review </a:t>
            </a:r>
          </a:p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Relational Databases Overview</a:t>
            </a:r>
          </a:p>
          <a:p>
            <a:pPr marL="457200" indent="-457200">
              <a:buAutoNum type="arabicPeriod"/>
            </a:pPr>
            <a:r>
              <a:rPr lang="en-US" dirty="0"/>
              <a:t>Class Exercises on Joins</a:t>
            </a:r>
          </a:p>
          <a:p>
            <a:pPr marL="1145100" lvl="1" indent="-457200">
              <a:buAutoNum type="arabicPeriod"/>
            </a:pPr>
            <a:r>
              <a:rPr lang="en-US" dirty="0" err="1"/>
              <a:t>PowerBI</a:t>
            </a:r>
            <a:r>
              <a:rPr lang="en-US" dirty="0"/>
              <a:t> relationships</a:t>
            </a:r>
          </a:p>
          <a:p>
            <a:pPr marL="1145100" lvl="1" indent="-457200">
              <a:buAutoNum type="arabicPeriod"/>
            </a:pPr>
            <a:r>
              <a:rPr lang="en-US" dirty="0"/>
              <a:t>SQL based approaches</a:t>
            </a:r>
          </a:p>
          <a:p>
            <a:pPr marL="457200" indent="-457200">
              <a:buAutoNum type="arabicPeriod"/>
            </a:pPr>
            <a:r>
              <a:rPr lang="en-US" dirty="0"/>
              <a:t>Conclusion &amp;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AFD4983-CB83-BB29-8ACE-A10171708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42402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ECB593-668E-A6A9-4121-D56B17BFC40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811411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000" dirty="0"/>
              <a:t>Joining data is a </a:t>
            </a:r>
            <a:r>
              <a:rPr lang="en-US" sz="2000" b="1" dirty="0">
                <a:solidFill>
                  <a:srgbClr val="4B2E84"/>
                </a:solidFill>
              </a:rPr>
              <a:t>fundamental step </a:t>
            </a:r>
            <a:r>
              <a:rPr lang="en-US" sz="2000" dirty="0"/>
              <a:t>in the ETL process, as in most cases, developing insight will require data from different databases.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000" dirty="0"/>
              <a:t>Joining data can sometimes be referred to as merging data, blending data, or combining data.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2387C93-40F4-49C6-FFBD-4260ED40C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Joining data</a:t>
            </a:r>
          </a:p>
        </p:txBody>
      </p:sp>
    </p:spTree>
    <p:extLst>
      <p:ext uri="{BB962C8B-B14F-4D97-AF65-F5344CB8AC3E}">
        <p14:creationId xmlns:p14="http://schemas.microsoft.com/office/powerpoint/2010/main" val="1421970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71BF12-C344-24C5-A8AC-4F0BE1896FEC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1365117"/>
          </a:xfrm>
        </p:spPr>
        <p:txBody>
          <a:bodyPr/>
          <a:lstStyle/>
          <a:p>
            <a:r>
              <a:rPr lang="en-US" dirty="0"/>
              <a:t>Two important features: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Join type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Cardinality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467282-996C-EE2C-C158-EEAD691B8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joins work?</a:t>
            </a:r>
          </a:p>
        </p:txBody>
      </p:sp>
    </p:spTree>
    <p:extLst>
      <p:ext uri="{BB962C8B-B14F-4D97-AF65-F5344CB8AC3E}">
        <p14:creationId xmlns:p14="http://schemas.microsoft.com/office/powerpoint/2010/main" val="603970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QL JOINS and ALIASES. Hello everyone, in this insight, I'll… | by João  Marçura | Medium">
            <a:extLst>
              <a:ext uri="{FF2B5EF4-FFF2-40B4-BE49-F238E27FC236}">
                <a16:creationId xmlns:a16="http://schemas.microsoft.com/office/drawing/2014/main" id="{2FEA6F1C-4D7A-4B8B-B32A-399B48628F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67" b="44806"/>
          <a:stretch>
            <a:fillRect/>
          </a:stretch>
        </p:blipFill>
        <p:spPr bwMode="auto">
          <a:xfrm>
            <a:off x="3601742" y="0"/>
            <a:ext cx="4351411" cy="3785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262ECC0-7CFF-CB3F-6ACE-E961D34E57B5}"/>
              </a:ext>
            </a:extLst>
          </p:cNvPr>
          <p:cNvSpPr txBox="1"/>
          <p:nvPr/>
        </p:nvSpPr>
        <p:spPr>
          <a:xfrm>
            <a:off x="517451" y="2232837"/>
            <a:ext cx="26810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Keys in A</a:t>
            </a:r>
          </a:p>
          <a:p>
            <a:r>
              <a:rPr lang="en-US" dirty="0"/>
              <a:t>APPL, … A data, …</a:t>
            </a:r>
          </a:p>
          <a:p>
            <a:r>
              <a:rPr lang="en-US" dirty="0"/>
              <a:t>NVIDIA, … A data, …</a:t>
            </a:r>
          </a:p>
          <a:p>
            <a:r>
              <a:rPr lang="en-US" dirty="0"/>
              <a:t>MSFT, … A data,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837FE5-9186-7FF2-E47E-9CF4AE19F30E}"/>
              </a:ext>
            </a:extLst>
          </p:cNvPr>
          <p:cNvSpPr txBox="1"/>
          <p:nvPr/>
        </p:nvSpPr>
        <p:spPr>
          <a:xfrm>
            <a:off x="8800214" y="2232837"/>
            <a:ext cx="26810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Keys in B</a:t>
            </a:r>
          </a:p>
          <a:p>
            <a:r>
              <a:rPr lang="en-US" dirty="0"/>
              <a:t>APPL, … B data, …</a:t>
            </a:r>
          </a:p>
          <a:p>
            <a:r>
              <a:rPr lang="en-US" dirty="0"/>
              <a:t>MSFT, … B data, 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6E1B91-40E7-4A72-A184-0050745D78DD}"/>
              </a:ext>
            </a:extLst>
          </p:cNvPr>
          <p:cNvSpPr txBox="1"/>
          <p:nvPr/>
        </p:nvSpPr>
        <p:spPr>
          <a:xfrm>
            <a:off x="3678865" y="4291273"/>
            <a:ext cx="50043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Output keys in both A and B</a:t>
            </a:r>
          </a:p>
          <a:p>
            <a:r>
              <a:rPr lang="en-US" dirty="0"/>
              <a:t>APPL, … A data, … , … B data, …</a:t>
            </a:r>
          </a:p>
          <a:p>
            <a:r>
              <a:rPr lang="en-US" dirty="0"/>
              <a:t>MSFT, … A data, … , … B data, …</a:t>
            </a:r>
          </a:p>
          <a:p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34F2050-79EA-8665-5209-AEB9D899F35C}"/>
              </a:ext>
            </a:extLst>
          </p:cNvPr>
          <p:cNvCxnSpPr/>
          <p:nvPr/>
        </p:nvCxnSpPr>
        <p:spPr>
          <a:xfrm flipV="1">
            <a:off x="2317898" y="2324986"/>
            <a:ext cx="2218660" cy="921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B14DC36-014E-ECDD-4949-4FC096E68622}"/>
              </a:ext>
            </a:extLst>
          </p:cNvPr>
          <p:cNvCxnSpPr/>
          <p:nvPr/>
        </p:nvCxnSpPr>
        <p:spPr>
          <a:xfrm flipH="1" flipV="1">
            <a:off x="7038753" y="2310809"/>
            <a:ext cx="1761461" cy="56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B66FA40-288A-02DA-BC43-DF02D80E8512}"/>
              </a:ext>
            </a:extLst>
          </p:cNvPr>
          <p:cNvCxnSpPr/>
          <p:nvPr/>
        </p:nvCxnSpPr>
        <p:spPr>
          <a:xfrm flipH="1">
            <a:off x="5500577" y="2833001"/>
            <a:ext cx="276870" cy="1349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2376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Visual Representation of SQL Joins - CodeProject">
            <a:extLst>
              <a:ext uri="{FF2B5EF4-FFF2-40B4-BE49-F238E27FC236}">
                <a16:creationId xmlns:a16="http://schemas.microsoft.com/office/drawing/2014/main" id="{B74B300C-C7BE-4D73-810B-F66341D5B0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6725" y="0"/>
            <a:ext cx="87169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477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68866-CB09-C539-7BC6-CF52577B3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78D591-8822-1308-5785-03DC5BCD91AA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1808957"/>
          </a:xfrm>
        </p:spPr>
        <p:txBody>
          <a:bodyPr/>
          <a:lstStyle/>
          <a:p>
            <a:r>
              <a:rPr lang="en-US" dirty="0"/>
              <a:t>How many keys in Dataset A are expected to match to Dataset B?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1:1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1:Many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Many:Many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BA57ADD-1F14-9B13-F180-3F0B5FD57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Cardinality</a:t>
            </a:r>
          </a:p>
        </p:txBody>
      </p:sp>
    </p:spTree>
    <p:extLst>
      <p:ext uri="{BB962C8B-B14F-4D97-AF65-F5344CB8AC3E}">
        <p14:creationId xmlns:p14="http://schemas.microsoft.com/office/powerpoint/2010/main" val="36015937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ADB8AB6-DB7D-ABE8-A266-69BC070E1291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83812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dirty="0"/>
              <a:t>Incorrect joins are a </a:t>
            </a:r>
            <a:r>
              <a:rPr lang="en-US" b="1" dirty="0">
                <a:solidFill>
                  <a:srgbClr val="4B2E84"/>
                </a:solidFill>
              </a:rPr>
              <a:t>data quality issue</a:t>
            </a:r>
            <a:r>
              <a:rPr lang="en-US" dirty="0"/>
              <a:t>, incorrect joins can:</a:t>
            </a:r>
          </a:p>
          <a:p>
            <a:pPr marL="1331365" lvl="1" indent="-5715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4B2E84"/>
                </a:solidFill>
              </a:rPr>
              <a:t>crash</a:t>
            </a:r>
            <a:r>
              <a:rPr lang="en-US" dirty="0"/>
              <a:t> (or really slow down) our programs! </a:t>
            </a:r>
          </a:p>
          <a:p>
            <a:pPr marL="1331365" lvl="1" indent="-571500">
              <a:buFont typeface="Arial" panose="020B0604020202020204" pitchFamily="34" charset="0"/>
              <a:buChar char="•"/>
            </a:pPr>
            <a:r>
              <a:rPr lang="en-US" dirty="0"/>
              <a:t>have us </a:t>
            </a:r>
            <a:r>
              <a:rPr lang="en-US" b="1" dirty="0">
                <a:solidFill>
                  <a:srgbClr val="4B2E84"/>
                </a:solidFill>
              </a:rPr>
              <a:t>lose</a:t>
            </a:r>
            <a:r>
              <a:rPr lang="en-US" dirty="0"/>
              <a:t> important data.</a:t>
            </a:r>
          </a:p>
          <a:p>
            <a:pPr marL="1331365" lvl="1" indent="-571500">
              <a:buFont typeface="Arial" panose="020B0604020202020204" pitchFamily="34" charset="0"/>
              <a:buChar char="•"/>
            </a:pPr>
            <a:r>
              <a:rPr lang="en-US" dirty="0"/>
              <a:t>Have us generate </a:t>
            </a:r>
            <a:r>
              <a:rPr lang="en-US" b="1" dirty="0">
                <a:solidFill>
                  <a:srgbClr val="4B2E84"/>
                </a:solidFill>
              </a:rPr>
              <a:t>incorrect conclusions/insight </a:t>
            </a:r>
            <a:r>
              <a:rPr lang="en-US" dirty="0"/>
              <a:t>from our analysis.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F4A0994-B507-C1A1-97C4-774A8B9EF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can go wrong?</a:t>
            </a:r>
          </a:p>
        </p:txBody>
      </p:sp>
    </p:spTree>
    <p:extLst>
      <p:ext uri="{BB962C8B-B14F-4D97-AF65-F5344CB8AC3E}">
        <p14:creationId xmlns:p14="http://schemas.microsoft.com/office/powerpoint/2010/main" val="11874610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0B5B1-4A9D-A40E-A324-B815D33D2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4CBEC5-C4B6-5135-33DC-828D88BA275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Review </a:t>
            </a:r>
          </a:p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Relational Databases Overview</a:t>
            </a:r>
          </a:p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Class Exercises on Joins</a:t>
            </a:r>
          </a:p>
          <a:p>
            <a:pPr marL="1145100" lvl="1" indent="-457200">
              <a:buAutoNum type="arabicPeriod"/>
            </a:pPr>
            <a:r>
              <a:rPr lang="en-US" b="1" dirty="0" err="1">
                <a:solidFill>
                  <a:schemeClr val="tx2"/>
                </a:solidFill>
              </a:rPr>
              <a:t>PowerBI</a:t>
            </a:r>
            <a:r>
              <a:rPr lang="en-US" b="1" dirty="0">
                <a:solidFill>
                  <a:schemeClr val="tx2"/>
                </a:solidFill>
              </a:rPr>
              <a:t> relationships</a:t>
            </a:r>
          </a:p>
          <a:p>
            <a:pPr marL="1145100" lvl="1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SQL based approaches</a:t>
            </a:r>
          </a:p>
          <a:p>
            <a:pPr marL="457200" indent="-457200">
              <a:buAutoNum type="arabicPeriod"/>
            </a:pPr>
            <a:r>
              <a:rPr lang="en-US" dirty="0"/>
              <a:t>Conclusion &amp;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436CB86-BC5B-AB0D-1FE1-637E482D6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649561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5A4D918-DF0D-3A07-4B08-D3383D9E3BDD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1D3B844-C687-8181-E4A3-583E0617A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3877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 dirty="0"/>
              <a:t>How do Power BI relationships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/>
            </a:pPr>
            <a:r>
              <a:t>Relationships connect tables through common identifiers without combining them into one large table.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920240"/>
            <a:ext cx="3931920" cy="2331720"/>
          </a:xfrm>
          <a:prstGeom prst="rect">
            <a:avLst/>
          </a:prstGeom>
          <a:noFill/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199339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/>
            </a:pPr>
            <a:r>
              <a:t>JELineItems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39572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JENumber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70662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GLAccountNumber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0175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BusinessUnitID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32841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Amount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0" y="1508760"/>
            <a:ext cx="3977639" cy="1325880"/>
          </a:xfrm>
          <a:prstGeom prst="rect">
            <a:avLst/>
          </a:prstGeom>
          <a:noFill/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39128" y="1581912"/>
            <a:ext cx="37947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/>
            </a:pPr>
            <a:r>
              <a:t>ChartOfAccounts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9128" y="1984248"/>
            <a:ext cx="37947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GLAccountNumber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9128" y="2295144"/>
            <a:ext cx="37947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GLAccountName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29400" y="3474720"/>
            <a:ext cx="3977639" cy="1325880"/>
          </a:xfrm>
          <a:prstGeom prst="rect">
            <a:avLst/>
          </a:prstGeom>
          <a:noFill/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39128" y="3547872"/>
            <a:ext cx="37947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/>
            </a:pPr>
            <a:r>
              <a:t>BusinessUnits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950208"/>
            <a:ext cx="37947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BusinessUnitID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261104"/>
            <a:ext cx="37947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BusinessUnit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26280" y="2834640"/>
            <a:ext cx="1005840" cy="0"/>
          </a:xfrm>
          <a:prstGeom prst="line">
            <a:avLst/>
          </a:prstGeom>
          <a:ln w="1905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532120" y="2194560"/>
            <a:ext cx="0" cy="640080"/>
          </a:xfrm>
          <a:prstGeom prst="line">
            <a:avLst/>
          </a:prstGeom>
          <a:ln w="1905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532120" y="2194560"/>
            <a:ext cx="1097280" cy="0"/>
          </a:xfrm>
          <a:prstGeom prst="line">
            <a:avLst/>
          </a:prstGeom>
          <a:ln w="1905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26280" y="3474720"/>
            <a:ext cx="1371600" cy="0"/>
          </a:xfrm>
          <a:prstGeom prst="line">
            <a:avLst/>
          </a:prstGeom>
          <a:ln w="1905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897880" y="3474720"/>
            <a:ext cx="0" cy="640080"/>
          </a:xfrm>
          <a:prstGeom prst="line">
            <a:avLst/>
          </a:prstGeom>
          <a:ln w="1905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897880" y="4114800"/>
            <a:ext cx="731520" cy="0"/>
          </a:xfrm>
          <a:prstGeom prst="line">
            <a:avLst/>
          </a:prstGeom>
          <a:ln w="1905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709160" y="251460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1874519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313639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*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8039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749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/>
            </a:pPr>
            <a:r>
              <a:t>1. Keys connect tables.   2. One lookup record can match many journal lines.</a:t>
            </a:r>
          </a:p>
          <a:p>
            <a:pPr>
              <a:defRPr sz="1800" b="0"/>
            </a:pPr>
            <a:r>
              <a:t>3. Relationships allow filters and visuals to use fields across tables.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/>
            </a:pPr>
            <a:r>
              <a:t>* = many     1 = one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/>
            </a:pPr>
            <a:r>
              <a:t>Relationships versus joins: when should we use each?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Alteryx Join / Power Query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143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Power BI Relationship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1663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/>
            </a:pPr>
            <a:r>
              <a:t>Combines columns into an output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737360"/>
            <a:ext cx="51206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/>
            </a:pPr>
            <a:r>
              <a:t>Keeps tables separate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95728"/>
            <a:ext cx="51663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/>
            </a:pPr>
            <a:r>
              <a:t>Join type determines which rows are retained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395728"/>
            <a:ext cx="51206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/>
            </a:pPr>
            <a:r>
              <a:t>Cardinality and filter direction govern interaction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54096"/>
            <a:ext cx="51663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/>
            </a:pPr>
            <a:r>
              <a:t>Produces a transformed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054096"/>
            <a:ext cx="51206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/>
            </a:pPr>
            <a:r>
              <a:t>Supports a connected analytical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12464"/>
            <a:ext cx="51663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/>
            </a:pPr>
            <a:r>
              <a:t>Useful for preparing flat datasets and exception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3712464"/>
            <a:ext cx="51206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/>
            </a:pPr>
            <a:r>
              <a:t>Useful for interactive analysis across tables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80760" y="1645920"/>
            <a:ext cx="0" cy="2788920"/>
          </a:xfrm>
          <a:prstGeom prst="line">
            <a:avLst/>
          </a:prstGeom>
          <a:ln w="1905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663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/>
            </a:pPr>
            <a:r>
              <a:t>Case 4 caution: PreparerID alone is not unique. Match using BusinessUnitID + PreparerID.</a:t>
            </a:r>
          </a:p>
          <a:p>
            <a:pPr>
              <a:defRPr sz="1700" b="0"/>
            </a:pPr>
            <a:r>
              <a:t>A left merge can expose unmatched journal-entry lines (148 in the case).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7150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/>
            </a:pPr>
            <a:r>
              <a:t>Discussion: If relationships allow analysis across separate tables, why might we still merge tables?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2700" b="1">
                <a:latin typeface="Arial"/>
              </a:defRPr>
            </a:pPr>
            <a:r>
              <a:t>Introduction to SQL: Asking Questions of Relational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594360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0">
                <a:latin typeface="Arial"/>
              </a:defRPr>
            </a:pPr>
            <a:r>
              <a:t>SQL (Structured Query Language) lets us retrieve, combine, filter, and summarize data stored in relational tables.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28800"/>
            <a:ext cx="5029200" cy="365760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2000" b="1">
                <a:latin typeface="Arial"/>
              </a:defRPr>
            </a:pPr>
            <a:r>
              <a:t>Why use SQL in Case 4?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120640" cy="2240280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800" b="0">
                <a:latin typeface="Arial"/>
              </a:defRPr>
            </a:pPr>
            <a:r>
              <a:t>• Retrieve only the journal-entry fields we need</a:t>
            </a:r>
          </a:p>
          <a:p>
            <a:pPr>
              <a:defRPr sz="1800" b="0">
                <a:latin typeface="Arial"/>
              </a:defRPr>
            </a:pPr>
            <a:r>
              <a:t>• Match line items to preparer records</a:t>
            </a:r>
          </a:p>
          <a:p>
            <a:pPr>
              <a:defRPr sz="1800" b="0">
                <a:latin typeface="Arial"/>
              </a:defRPr>
            </a:pPr>
            <a:r>
              <a:t>• Identify exceptions where no match exists</a:t>
            </a:r>
          </a:p>
          <a:p>
            <a:pPr>
              <a:defRPr sz="1800" b="0">
                <a:latin typeface="Arial"/>
              </a:defRPr>
            </a:pPr>
            <a:r>
              <a:t>• Repeat the same query consistently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9320" y="1801368"/>
            <a:ext cx="5486400" cy="365760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latin typeface="Arial"/>
              </a:defRPr>
            </a:pPr>
            <a:r>
              <a:t>Example: Find journal lines with no matching preparer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2286000"/>
            <a:ext cx="5669280" cy="2560320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500" b="0">
                <a:latin typeface="Arial"/>
              </a:defRPr>
            </a:pPr>
            <a:r>
              <a:t>SELECT j.JENumber, j.BusinessUnitID, j.PreparerID</a:t>
            </a:r>
          </a:p>
          <a:p>
            <a:pPr>
              <a:defRPr sz="1500" b="0">
                <a:latin typeface="Arial"/>
              </a:defRPr>
            </a:pPr>
            <a:r>
              <a:t>FROM JELineItems AS j</a:t>
            </a:r>
          </a:p>
          <a:p>
            <a:pPr>
              <a:defRPr sz="1500" b="0">
                <a:latin typeface="Arial"/>
              </a:defRPr>
            </a:pPr>
            <a:r>
              <a:t>LEFT JOIN Preparers AS p</a:t>
            </a:r>
          </a:p>
          <a:p>
            <a:pPr>
              <a:defRPr sz="1500" b="0">
                <a:latin typeface="Arial"/>
              </a:defRPr>
            </a:pPr>
            <a:r>
              <a:t>  ON j.BusinessUnitID = p.BusinessUnitID</a:t>
            </a:r>
          </a:p>
          <a:p>
            <a:pPr>
              <a:defRPr sz="1500" b="0">
                <a:latin typeface="Arial"/>
              </a:defRPr>
            </a:pPr>
            <a:r>
              <a:t> AND j.PreparerID = p.PreparerID</a:t>
            </a:r>
          </a:p>
          <a:p>
            <a:pPr>
              <a:defRPr sz="1500" b="0">
                <a:latin typeface="Arial"/>
              </a:defRPr>
            </a:pPr>
            <a:r>
              <a:t>WHERE p.PreparerID IS NULL;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303520"/>
            <a:ext cx="10972800" cy="457200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800" b="1">
                <a:latin typeface="Arial"/>
              </a:defRPr>
            </a:pPr>
            <a:r>
              <a:t>Key idea: SQL specifies the question; the database performs the matching and returns the results.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25312"/>
            <a:ext cx="10972800" cy="411480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600" b="0">
                <a:latin typeface="Arial"/>
              </a:defRPr>
            </a:pPr>
            <a:r>
              <a:t>Discussion: Why do we need both BusinessUnitID and PreparerID in the join?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2A2ED-0E98-E987-C9AD-0C1287FCF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F1257F-FEF5-64EB-3CDD-F63C4469F24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Review </a:t>
            </a:r>
          </a:p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Relational Databases Overview</a:t>
            </a:r>
          </a:p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Class Exercises on Joins</a:t>
            </a:r>
          </a:p>
          <a:p>
            <a:pPr marL="1145100" lvl="1" indent="-457200">
              <a:buAutoNum type="arabicPeriod"/>
            </a:pP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PowerBI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relationships</a:t>
            </a:r>
          </a:p>
          <a:p>
            <a:pPr marL="1145100" lvl="1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SQL based approaches</a:t>
            </a:r>
          </a:p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Conclusion &amp;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7CEB914-BB04-7D35-EC49-D21FA4EC6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528602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25F03-0DF8-1984-8D11-C9E4B70A0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DE0E289-0161-1503-061D-BD272D3C70B2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3" r="2512" b="1"/>
          <a:stretch>
            <a:fillRect/>
          </a:stretch>
        </p:blipFill>
        <p:spPr>
          <a:xfrm>
            <a:off x="241300" y="61175"/>
            <a:ext cx="11950700" cy="618013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9123613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43B51B-0A83-EDC8-5496-64D3A58ABEE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712569" cy="4529830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Today's key takeaway: </a:t>
            </a:r>
            <a:r>
              <a:rPr lang="en-US" b="1" dirty="0"/>
              <a:t>Understanding how data are connected is essential to producing reliable analytical evidence.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endParaRPr lang="en-US" dirty="0"/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Tools like Power BI make relational data useful. Relationships, transformations, and visualizations allow us to explore data without always combining everything into one table.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SQL allows us to query relational data. We can select, filter, join, and aggregate records to answer accounting and business questions.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D6B6A5-AB1F-874C-8C41-DE2C18593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3118862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84B59F3-FA70-48A1-8B0F-551483EAAA2F}"/>
              </a:ext>
            </a:extLst>
          </p:cNvPr>
          <p:cNvSpPr>
            <a:spLocks noGrp="1"/>
          </p:cNvSpPr>
          <p:nvPr/>
        </p:nvSpPr>
        <p:spPr>
          <a:xfrm>
            <a:off x="628650" y="638175"/>
            <a:ext cx="108966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4B2E83"/>
                </a:solidFill>
                <a:latin typeface="Segoe UI"/>
                <a:ea typeface="Segoe UI"/>
                <a:cs typeface="Segoe UI"/>
              </a:defRPr>
            </a:pPr>
            <a:r>
              <a:rPr lang="en-US" sz="3000" b="1" dirty="0">
                <a:solidFill>
                  <a:srgbClr val="4B2E83"/>
                </a:solidFill>
                <a:latin typeface="Segoe UI"/>
                <a:ea typeface="Segoe UI"/>
                <a:cs typeface="Segoe UI"/>
              </a:rPr>
              <a:t>N</a:t>
            </a:r>
            <a:r>
              <a:rPr sz="3000" b="1" dirty="0">
                <a:solidFill>
                  <a:srgbClr val="4B2E83"/>
                </a:solidFill>
                <a:latin typeface="Segoe UI"/>
                <a:ea typeface="Segoe UI"/>
                <a:cs typeface="Segoe UI"/>
              </a:rPr>
              <a:t>ext steps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EC96EB-8371-4B7E-A0C3-573FD660BBA7}"/>
              </a:ext>
            </a:extLst>
          </p:cNvPr>
          <p:cNvSpPr>
            <a:spLocks noGrp="1"/>
          </p:cNvSpPr>
          <p:nvPr/>
        </p:nvSpPr>
        <p:spPr>
          <a:xfrm>
            <a:off x="723900" y="1571625"/>
            <a:ext cx="10668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lang="en-US" sz="2100" dirty="0">
                <a:solidFill>
                  <a:srgbClr val="212529"/>
                </a:solidFill>
                <a:latin typeface="Segoe UI"/>
                <a:ea typeface="Segoe UI"/>
                <a:cs typeface="Segoe UI"/>
              </a:rPr>
              <a:t>Next topic: </a:t>
            </a:r>
            <a:r>
              <a:rPr lang="en-US" b="1" dirty="0"/>
              <a:t>The ETL process: Introduction to Transforming Data</a:t>
            </a:r>
          </a:p>
          <a:p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Core Data Analytic Skill, transforming data using formulas to create the data we want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Develops data skills with Regular Expressions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will use a combination of python and </a:t>
            </a:r>
            <a:r>
              <a:rPr lang="en-US" dirty="0" err="1"/>
              <a:t>colabs</a:t>
            </a:r>
            <a:r>
              <a:rPr lang="en-US" dirty="0"/>
              <a:t> / </a:t>
            </a:r>
            <a:r>
              <a:rPr lang="en-US" dirty="0" err="1"/>
              <a:t>vscode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2BDF1C-957F-4AAB-ABE6-0C863FA7B0C5}"/>
              </a:ext>
            </a:extLst>
          </p:cNvPr>
          <p:cNvSpPr>
            <a:spLocks noGrp="1"/>
          </p:cNvSpPr>
          <p:nvPr/>
        </p:nvSpPr>
        <p:spPr>
          <a:xfrm>
            <a:off x="723900" y="4172172"/>
            <a:ext cx="10668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100" b="0">
                <a:solidFill>
                  <a:srgbClr val="917B4C"/>
                </a:solidFill>
                <a:latin typeface="Segoe UI"/>
                <a:ea typeface="Segoe UI"/>
                <a:cs typeface="Segoe UI"/>
              </a:defRPr>
            </a:pPr>
            <a:r>
              <a:rPr lang="en-US" sz="2100" b="0" dirty="0">
                <a:solidFill>
                  <a:srgbClr val="917B4C"/>
                </a:solidFill>
                <a:latin typeface="Segoe UI"/>
                <a:ea typeface="Segoe UI"/>
                <a:cs typeface="Segoe UI"/>
              </a:rPr>
              <a:t>Thank you!</a:t>
            </a:r>
            <a:endParaRPr sz="2100" b="0" dirty="0">
              <a:solidFill>
                <a:srgbClr val="917B4C"/>
              </a:solidFill>
              <a:latin typeface="Segoe UI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931208946"/>
      </p:ext>
    </p:extLst>
  </p:cSld>
  <p:clrMapOvr>
    <a:masterClrMapping/>
  </p:clrMapOvr>
</p:sld>
</file>

<file path=ppt/theme/theme1.xml><?xml version="1.0" encoding="utf-8"?>
<a:theme xmlns:a="http://schemas.openxmlformats.org/drawingml/2006/main" name="W Foster MBA Career Mgmt">
  <a:themeElements>
    <a:clrScheme name="2024 FOSTER 2">
      <a:dk1>
        <a:srgbClr val="000000"/>
      </a:dk1>
      <a:lt1>
        <a:srgbClr val="FFFFFF"/>
      </a:lt1>
      <a:dk2>
        <a:srgbClr val="32006E"/>
      </a:dk2>
      <a:lt2>
        <a:srgbClr val="F5F5F9"/>
      </a:lt2>
      <a:accent1>
        <a:srgbClr val="B7A579"/>
      </a:accent1>
      <a:accent2>
        <a:srgbClr val="8C51FF"/>
      </a:accent2>
      <a:accent3>
        <a:srgbClr val="917B4C"/>
      </a:accent3>
      <a:accent4>
        <a:srgbClr val="000000"/>
      </a:accent4>
      <a:accent5>
        <a:srgbClr val="CACACA"/>
      </a:accent5>
      <a:accent6>
        <a:srgbClr val="E8E8E8"/>
      </a:accent6>
      <a:hlink>
        <a:srgbClr val="0000DE"/>
      </a:hlink>
      <a:folHlink>
        <a:srgbClr val="4B2E84"/>
      </a:folHlink>
    </a:clrScheme>
    <a:fontScheme name="Custom 1">
      <a:majorFont>
        <a:latin typeface="Encode Sans Normal"/>
        <a:ea typeface=""/>
        <a:cs typeface=""/>
      </a:majorFont>
      <a:minorFont>
        <a:latin typeface="Open Sans"/>
        <a:ea typeface=""/>
        <a:cs typeface=""/>
      </a:minorFont>
    </a:fontScheme>
    <a:fmtScheme name="2024 FOSTER 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 Foster MBA Career Mgmt">
  <a:themeElements>
    <a:clrScheme name="2024 FOSTER 2">
      <a:dk1>
        <a:srgbClr val="000000"/>
      </a:dk1>
      <a:lt1>
        <a:srgbClr val="FFFFFF"/>
      </a:lt1>
      <a:dk2>
        <a:srgbClr val="32006E"/>
      </a:dk2>
      <a:lt2>
        <a:srgbClr val="F5F5F9"/>
      </a:lt2>
      <a:accent1>
        <a:srgbClr val="B7A579"/>
      </a:accent1>
      <a:accent2>
        <a:srgbClr val="8C51FF"/>
      </a:accent2>
      <a:accent3>
        <a:srgbClr val="917B4C"/>
      </a:accent3>
      <a:accent4>
        <a:srgbClr val="000000"/>
      </a:accent4>
      <a:accent5>
        <a:srgbClr val="CACACA"/>
      </a:accent5>
      <a:accent6>
        <a:srgbClr val="E8E8E8"/>
      </a:accent6>
      <a:hlink>
        <a:srgbClr val="0000DE"/>
      </a:hlink>
      <a:folHlink>
        <a:srgbClr val="4B2E84"/>
      </a:folHlink>
    </a:clrScheme>
    <a:fontScheme name="Custom 1">
      <a:majorFont>
        <a:latin typeface="Encode Sans Normal"/>
        <a:ea typeface=""/>
        <a:cs typeface=""/>
      </a:majorFont>
      <a:minorFont>
        <a:latin typeface="Open Sans"/>
        <a:ea typeface=""/>
        <a:cs typeface=""/>
      </a:minorFont>
    </a:fontScheme>
    <a:fmtScheme name="2024 FOSTER 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04735CF7814E419237D188CCA99D12" ma:contentTypeVersion="19" ma:contentTypeDescription="Create a new document." ma:contentTypeScope="" ma:versionID="d31b84baf1c1d87e10c4f1864579c1ec">
  <xsd:schema xmlns:xsd="http://www.w3.org/2001/XMLSchema" xmlns:xs="http://www.w3.org/2001/XMLSchema" xmlns:p="http://schemas.microsoft.com/office/2006/metadata/properties" xmlns:ns3="5c288162-3a0f-49b6-8fe2-59156172891e" xmlns:ns4="f8a977ae-6c68-4349-a9b4-32a805694cd6" targetNamespace="http://schemas.microsoft.com/office/2006/metadata/properties" ma:root="true" ma:fieldsID="36f997f5c1c69f924829323a5a1b6a65" ns3:_="" ns4:_="">
    <xsd:import namespace="5c288162-3a0f-49b6-8fe2-59156172891e"/>
    <xsd:import namespace="f8a977ae-6c68-4349-a9b4-32a805694cd6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EventHashCode" minOccurs="0"/>
                <xsd:element ref="ns3:MediaServiceGenerationTime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_activity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c288162-3a0f-49b6-8fe2-5915617289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a977ae-6c68-4349-a9b4-32a805694cd6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c288162-3a0f-49b6-8fe2-59156172891e" xsi:nil="true"/>
  </documentManagement>
</p:properties>
</file>

<file path=customXml/itemProps1.xml><?xml version="1.0" encoding="utf-8"?>
<ds:datastoreItem xmlns:ds="http://schemas.openxmlformats.org/officeDocument/2006/customXml" ds:itemID="{CD22BE40-0D91-48D4-87BE-D7A082BAFAD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8C65EC0-0C53-47CE-9570-E8AE06BB59D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c288162-3a0f-49b6-8fe2-59156172891e"/>
    <ds:schemaRef ds:uri="f8a977ae-6c68-4349-a9b4-32a805694cd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A01661A-0F68-460B-8F55-68504EBEB764}">
  <ds:schemaRefs>
    <ds:schemaRef ds:uri="f8a977ae-6c68-4349-a9b4-32a805694cd6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purl.org/dc/dcmitype/"/>
    <ds:schemaRef ds:uri="http://schemas.microsoft.com/office/2006/metadata/properties"/>
    <ds:schemaRef ds:uri="5c288162-3a0f-49b6-8fe2-59156172891e"/>
    <ds:schemaRef ds:uri="http://schemas.openxmlformats.org/package/2006/metadata/core-properties"/>
    <ds:schemaRef ds:uri="http://purl.org/dc/elements/1.1/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f6b6dd5b-f02f-441a-99a0-162ac5060bd2}" enabled="0" method="" siteId="{f6b6dd5b-f02f-441a-99a0-162ac5060bd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1094</TotalTime>
  <Words>804</Words>
  <Application>Microsoft Office PowerPoint</Application>
  <DocSecurity>0</DocSecurity>
  <PresentationFormat>Widescreen</PresentationFormat>
  <Paragraphs>131</Paragraphs>
  <Slides>20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Arial</vt:lpstr>
      <vt:lpstr>Calibri</vt:lpstr>
      <vt:lpstr>Encode Sans Normal ExtraBold</vt:lpstr>
      <vt:lpstr>Encode Sans Normal Medium</vt:lpstr>
      <vt:lpstr>Open Sans</vt:lpstr>
      <vt:lpstr>Open Sans Light</vt:lpstr>
      <vt:lpstr>Segoe UI</vt:lpstr>
      <vt:lpstr>Uni Sans Book</vt:lpstr>
      <vt:lpstr>W Foster MBA Career Mgmt</vt:lpstr>
      <vt:lpstr>PowerPoint Presentation</vt:lpstr>
      <vt:lpstr>Agenda</vt:lpstr>
      <vt:lpstr>PowerPoint Presentation</vt:lpstr>
      <vt:lpstr>Review</vt:lpstr>
      <vt:lpstr>Agenda</vt:lpstr>
      <vt:lpstr>Joining data</vt:lpstr>
      <vt:lpstr>How do joins work?</vt:lpstr>
      <vt:lpstr>PowerPoint Presentation</vt:lpstr>
      <vt:lpstr>PowerPoint Presentation</vt:lpstr>
      <vt:lpstr>Cardinality</vt:lpstr>
      <vt:lpstr>What can go wrong?</vt:lpstr>
      <vt:lpstr>Agenda</vt:lpstr>
      <vt:lpstr>PowerPoint Presentation</vt:lpstr>
      <vt:lpstr>PowerPoint Presentation</vt:lpstr>
      <vt:lpstr>PowerPoint Presentation</vt:lpstr>
      <vt:lpstr>PowerPoint Presentation</vt:lpstr>
      <vt:lpstr>Agenda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Asher Curtis</cp:lastModifiedBy>
  <cp:revision>3</cp:revision>
  <dcterms:created xsi:type="dcterms:W3CDTF">2026-09-29T01:46:38Z</dcterms:created>
  <dcterms:modified xsi:type="dcterms:W3CDTF">2026-10-12T01:34:11Z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0x0101007704735CF7814E419237D188CCA99D12</vt:lpwstr>
  </property>
</Properties>
</file>