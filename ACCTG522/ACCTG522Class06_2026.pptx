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300" r:id="rId6"/>
    <p:sldId id="395" r:id="rId7"/>
    <p:sldId id="1184" r:id="rId8"/>
    <p:sldId id="1185" r:id="rId9"/>
    <p:sldId id="1177" r:id="rId10"/>
    <p:sldId id="1186" r:id="rId11"/>
    <p:sldId id="371" r:id="rId12"/>
    <p:sldId id="372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18C26-CFAC-488C-8962-3F8DFB268630}" v="12" dt="2026-10-12T01:32:17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27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undo custSel addSld delSld modSld sldOrd">
      <pc:chgData name="Asher Curtis" userId="35c297388724ba9a" providerId="LiveId" clId="{A4FC0AD2-B0F2-4A57-BDAF-7F9B57B5A19A}" dt="2026-10-12T01:34:10.630" v="552" actId="47"/>
      <pc:docMkLst>
        <pc:docMk/>
      </pc:docMkLst>
      <pc:sldChg chg="modSp mod">
        <pc:chgData name="Asher Curtis" userId="35c297388724ba9a" providerId="LiveId" clId="{A4FC0AD2-B0F2-4A57-BDAF-7F9B57B5A19A}" dt="2026-10-12T01:04:24.873" v="1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04:07.84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04:24.873" v="1"/>
          <ac:spMkLst>
            <pc:docMk/>
            <pc:sldMk cId="4294885419" sldId="256"/>
            <ac:spMk id="4" creationId="{42171E04-8C84-4649-B7E3-F266075EC7BB}"/>
          </ac:spMkLst>
        </pc:spChg>
      </pc:sldChg>
      <pc:sldChg chg="add del">
        <pc:chgData name="Asher Curtis" userId="35c297388724ba9a" providerId="LiveId" clId="{A4FC0AD2-B0F2-4A57-BDAF-7F9B57B5A19A}" dt="2026-10-12T01:13:56.864" v="108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16:07.908" v="113"/>
        <pc:sldMkLst>
          <pc:docMk/>
          <pc:sldMk cId="0" sldId="258"/>
        </pc:sldMkLst>
      </pc:sldChg>
      <pc:sldChg chg="modSp mod">
        <pc:chgData name="Asher Curtis" userId="35c297388724ba9a" providerId="LiveId" clId="{A4FC0AD2-B0F2-4A57-BDAF-7F9B57B5A19A}" dt="2026-10-12T01:32:52.918" v="548" actId="2057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32:52.918" v="548" actId="20577"/>
          <ac:spMkLst>
            <pc:docMk/>
            <pc:sldMk cId="2931208946" sldId="278"/>
            <ac:spMk id="2" creationId="{11EC96EB-8371-4B7E-A0C3-573FD660BBA7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3613419159" sldId="298"/>
        </pc:sldMkLst>
      </pc:sldChg>
      <pc:sldChg chg="modSp mod">
        <pc:chgData name="Asher Curtis" userId="35c297388724ba9a" providerId="LiveId" clId="{A4FC0AD2-B0F2-4A57-BDAF-7F9B57B5A19A}" dt="2026-10-12T01:05:12.049" v="75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05:12.049" v="75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696637569" sldId="304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2131598772" sldId="305"/>
        </pc:sldMkLst>
      </pc:sldChg>
      <pc:sldChg chg="del">
        <pc:chgData name="Asher Curtis" userId="35c297388724ba9a" providerId="LiveId" clId="{A4FC0AD2-B0F2-4A57-BDAF-7F9B57B5A19A}" dt="2026-10-12T01:33:22.516" v="549" actId="47"/>
        <pc:sldMkLst>
          <pc:docMk/>
          <pc:sldMk cId="570656343" sldId="370"/>
        </pc:sldMkLst>
      </pc:sldChg>
      <pc:sldChg chg="modSp mod">
        <pc:chgData name="Asher Curtis" userId="35c297388724ba9a" providerId="LiveId" clId="{A4FC0AD2-B0F2-4A57-BDAF-7F9B57B5A19A}" dt="2026-10-12T01:32:17.242" v="542" actId="20578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2:17.242" v="542" actId="20578"/>
          <ac:spMkLst>
            <pc:docMk/>
            <pc:sldMk cId="3118862969" sldId="372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34:00.451" v="551" actId="47"/>
        <pc:sldMkLst>
          <pc:docMk/>
          <pc:sldMk cId="3482232368" sldId="37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091657238" sldId="37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278704641" sldId="37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655998079" sldId="37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34257874" sldId="37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400023" sldId="37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213621824" sldId="37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819092637" sldId="380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540265557" sldId="381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44375410" sldId="382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645589117" sldId="383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969848769" sldId="384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12034344" sldId="385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4258292837" sldId="386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470874891" sldId="387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3630649099" sldId="388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1147740412" sldId="389"/>
        </pc:sldMkLst>
      </pc:sldChg>
      <pc:sldChg chg="del">
        <pc:chgData name="Asher Curtis" userId="35c297388724ba9a" providerId="LiveId" clId="{A4FC0AD2-B0F2-4A57-BDAF-7F9B57B5A19A}" dt="2026-10-12T01:33:52.883" v="550" actId="47"/>
        <pc:sldMkLst>
          <pc:docMk/>
          <pc:sldMk cId="2764798861" sldId="390"/>
        </pc:sldMkLst>
      </pc:sldChg>
      <pc:sldChg chg="del">
        <pc:chgData name="Asher Curtis" userId="35c297388724ba9a" providerId="LiveId" clId="{A4FC0AD2-B0F2-4A57-BDAF-7F9B57B5A19A}" dt="2026-10-12T01:34:10.630" v="552" actId="47"/>
        <pc:sldMkLst>
          <pc:docMk/>
          <pc:sldMk cId="1088830480" sldId="391"/>
        </pc:sldMkLst>
      </pc:sldChg>
      <pc:sldChg chg="modSp add mod">
        <pc:chgData name="Asher Curtis" userId="35c297388724ba9a" providerId="LiveId" clId="{A4FC0AD2-B0F2-4A57-BDAF-7F9B57B5A19A}" dt="2026-10-12T01:06:05.283" v="90" actId="207"/>
        <pc:sldMkLst>
          <pc:docMk/>
          <pc:sldMk cId="742402286" sldId="392"/>
        </pc:sldMkLst>
        <pc:spChg chg="mod">
          <ac:chgData name="Asher Curtis" userId="35c297388724ba9a" providerId="LiveId" clId="{A4FC0AD2-B0F2-4A57-BDAF-7F9B57B5A19A}" dt="2026-10-12T01:06:05.283" v="90" actId="207"/>
          <ac:spMkLst>
            <pc:docMk/>
            <pc:sldMk cId="742402286" sldId="392"/>
            <ac:spMk id="2" creationId="{CD47C7C0-62E1-A912-7113-3B281A1B6A00}"/>
          </ac:spMkLst>
        </pc:spChg>
      </pc:sldChg>
      <pc:sldChg chg="modSp add mod">
        <pc:chgData name="Asher Curtis" userId="35c297388724ba9a" providerId="LiveId" clId="{A4FC0AD2-B0F2-4A57-BDAF-7F9B57B5A19A}" dt="2026-10-12T01:06:00.507" v="88" actId="207"/>
        <pc:sldMkLst>
          <pc:docMk/>
          <pc:sldMk cId="649561188" sldId="393"/>
        </pc:sldMkLst>
        <pc:spChg chg="mod">
          <ac:chgData name="Asher Curtis" userId="35c297388724ba9a" providerId="LiveId" clId="{A4FC0AD2-B0F2-4A57-BDAF-7F9B57B5A19A}" dt="2026-10-12T01:06:00.507" v="88" actId="207"/>
          <ac:spMkLst>
            <pc:docMk/>
            <pc:sldMk cId="649561188" sldId="393"/>
            <ac:spMk id="2" creationId="{834CBEC5-C4B6-5135-33DC-828D88BA2756}"/>
          </ac:spMkLst>
        </pc:spChg>
      </pc:sldChg>
      <pc:sldChg chg="modSp add mod">
        <pc:chgData name="Asher Curtis" userId="35c297388724ba9a" providerId="LiveId" clId="{A4FC0AD2-B0F2-4A57-BDAF-7F9B57B5A19A}" dt="2026-10-12T01:05:53.051" v="86" actId="113"/>
        <pc:sldMkLst>
          <pc:docMk/>
          <pc:sldMk cId="352860258" sldId="394"/>
        </pc:sldMkLst>
        <pc:spChg chg="mod">
          <ac:chgData name="Asher Curtis" userId="35c297388724ba9a" providerId="LiveId" clId="{A4FC0AD2-B0F2-4A57-BDAF-7F9B57B5A19A}" dt="2026-10-12T01:05:53.051" v="86" actId="113"/>
          <ac:spMkLst>
            <pc:docMk/>
            <pc:sldMk cId="352860258" sldId="394"/>
            <ac:spMk id="2" creationId="{14F1257F-FEF5-64EB-3CDD-F63C4469F24D}"/>
          </ac:spMkLst>
        </pc:spChg>
      </pc:sldChg>
      <pc:sldChg chg="add">
        <pc:chgData name="Asher Curtis" userId="35c297388724ba9a" providerId="LiveId" clId="{A4FC0AD2-B0F2-4A57-BDAF-7F9B57B5A19A}" dt="2026-10-12T01:06:28.287" v="91"/>
        <pc:sldMkLst>
          <pc:docMk/>
          <pc:sldMk cId="1768303522" sldId="395"/>
        </pc:sldMkLst>
      </pc:sldChg>
      <pc:sldChg chg="modSp add mod">
        <pc:chgData name="Asher Curtis" userId="35c297388724ba9a" providerId="LiveId" clId="{A4FC0AD2-B0F2-4A57-BDAF-7F9B57B5A19A}" dt="2026-10-12T01:20:06.319" v="117" actId="20577"/>
        <pc:sldMkLst>
          <pc:docMk/>
          <pc:sldMk cId="4039296105" sldId="396"/>
        </pc:sldMkLst>
        <pc:spChg chg="mod">
          <ac:chgData name="Asher Curtis" userId="35c297388724ba9a" providerId="LiveId" clId="{A4FC0AD2-B0F2-4A57-BDAF-7F9B57B5A19A}" dt="2026-10-12T01:20:06.319" v="117" actId="20577"/>
          <ac:spMkLst>
            <pc:docMk/>
            <pc:sldMk cId="4039296105" sldId="396"/>
            <ac:spMk id="2" creationId="{7A563DDF-411C-38ED-A0FB-F74283E54AFE}"/>
          </ac:spMkLst>
        </pc:spChg>
        <pc:spChg chg="mod">
          <ac:chgData name="Asher Curtis" userId="35c297388724ba9a" providerId="LiveId" clId="{A4FC0AD2-B0F2-4A57-BDAF-7F9B57B5A19A}" dt="2026-10-12T01:06:34.969" v="97" actId="20577"/>
          <ac:spMkLst>
            <pc:docMk/>
            <pc:sldMk cId="4039296105" sldId="396"/>
            <ac:spMk id="3" creationId="{A6B13E4C-DA7B-6C09-3CF3-40B2F4AECF6E}"/>
          </ac:spMkLst>
        </pc:spChg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152376829" sldId="859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1421970449" sldId="1160"/>
        </pc:sldMkLst>
      </pc:sldChg>
      <pc:sldChg chg="add ord">
        <pc:chgData name="Asher Curtis" userId="35c297388724ba9a" providerId="LiveId" clId="{A4FC0AD2-B0F2-4A57-BDAF-7F9B57B5A19A}" dt="2026-10-12T01:08:01.043" v="105"/>
        <pc:sldMkLst>
          <pc:docMk/>
          <pc:sldMk cId="1187461027" sldId="1161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603970790" sldId="1163"/>
        </pc:sldMkLst>
      </pc:sldChg>
      <pc:sldChg chg="add">
        <pc:chgData name="Asher Curtis" userId="35c297388724ba9a" providerId="LiveId" clId="{A4FC0AD2-B0F2-4A57-BDAF-7F9B57B5A19A}" dt="2026-10-12T01:07:41.643" v="98"/>
        <pc:sldMkLst>
          <pc:docMk/>
          <pc:sldMk cId="3601593719" sldId="1165"/>
        </pc:sldMkLst>
      </pc:sldChg>
      <pc:sldChg chg="modSp add del mod">
        <pc:chgData name="Asher Curtis" userId="35c297388724ba9a" providerId="LiveId" clId="{A4FC0AD2-B0F2-4A57-BDAF-7F9B57B5A19A}" dt="2026-10-12T01:14:14.829" v="111" actId="1076"/>
        <pc:sldMkLst>
          <pc:docMk/>
          <pc:sldMk cId="0" sldId="1166"/>
        </pc:sldMkLst>
        <pc:spChg chg="mod">
          <ac:chgData name="Asher Curtis" userId="35c297388724ba9a" providerId="LiveId" clId="{A4FC0AD2-B0F2-4A57-BDAF-7F9B57B5A19A}" dt="2026-10-12T01:14:14.829" v="111" actId="1076"/>
          <ac:spMkLst>
            <pc:docMk/>
            <pc:sldMk cId="0" sldId="1166"/>
            <ac:spMk id="2" creationId="{00000000-0000-0000-0000-000000000000}"/>
          </ac:spMkLst>
        </pc:spChg>
      </pc:sldChg>
      <pc:sldChg chg="add del">
        <pc:chgData name="Asher Curtis" userId="35c297388724ba9a" providerId="LiveId" clId="{A4FC0AD2-B0F2-4A57-BDAF-7F9B57B5A19A}" dt="2026-10-12T01:07:58.621" v="103" actId="47"/>
        <pc:sldMkLst>
          <pc:docMk/>
          <pc:sldMk cId="1982114712" sldId="1166"/>
        </pc:sldMkLst>
      </pc:sldChg>
      <pc:sldChg chg="new">
        <pc:chgData name="Asher Curtis" userId="35c297388724ba9a" providerId="LiveId" clId="{A4FC0AD2-B0F2-4A57-BDAF-7F9B57B5A19A}" dt="2026-10-12T01:14:06.583" v="109" actId="680"/>
        <pc:sldMkLst>
          <pc:docMk/>
          <pc:sldMk cId="399387766" sldId="1167"/>
        </pc:sldMkLst>
      </pc:sldChg>
      <pc:sldChg chg="new del">
        <pc:chgData name="Asher Curtis" userId="35c297388724ba9a" providerId="LiveId" clId="{A4FC0AD2-B0F2-4A57-BDAF-7F9B57B5A19A}" dt="2026-10-12T01:16:32.596" v="114" actId="47"/>
        <pc:sldMkLst>
          <pc:docMk/>
          <pc:sldMk cId="2863557427" sldId="1168"/>
        </pc:sldMkLst>
      </pc:sld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7T16:31:07.117" v="23"/>
      <pc:docMkLst>
        <pc:docMk/>
      </pc:docMkLst>
      <pc:sldChg chg="ord">
        <pc:chgData name="Asher Curtis" userId="494c4f5b-6d11-415a-9d9e-829c1135aa91" providerId="ADAL" clId="{FDEDEEF3-7275-4161-A24C-7071BE30F9A7}" dt="2026-10-07T15:38:41.815" v="2"/>
        <pc:sldMkLst>
          <pc:docMk/>
          <pc:sldMk cId="2131598772" sldId="305"/>
        </pc:sldMkLst>
      </pc:sldChg>
      <pc:sldChg chg="add ord">
        <pc:chgData name="Asher Curtis" userId="494c4f5b-6d11-415a-9d9e-829c1135aa91" providerId="ADAL" clId="{FDEDEEF3-7275-4161-A24C-7071BE30F9A7}" dt="2026-10-07T15:38:34.617" v="1"/>
        <pc:sldMkLst>
          <pc:docMk/>
          <pc:sldMk cId="3482232368" sldId="373"/>
        </pc:sldMkLst>
      </pc:sldChg>
      <pc:sldChg chg="add">
        <pc:chgData name="Asher Curtis" userId="494c4f5b-6d11-415a-9d9e-829c1135aa91" providerId="ADAL" clId="{FDEDEEF3-7275-4161-A24C-7071BE30F9A7}" dt="2026-10-07T15:39:08.082" v="3"/>
        <pc:sldMkLst>
          <pc:docMk/>
          <pc:sldMk cId="2091657238" sldId="374"/>
        </pc:sldMkLst>
      </pc:sldChg>
      <pc:sldChg chg="modSp">
        <pc:chgData name="Asher Curtis" userId="494c4f5b-6d11-415a-9d9e-829c1135aa91" providerId="ADAL" clId="{FDEDEEF3-7275-4161-A24C-7071BE30F9A7}" dt="2026-10-07T15:49:53.649" v="10"/>
        <pc:sldMkLst>
          <pc:docMk/>
          <pc:sldMk cId="1278704641" sldId="375"/>
        </pc:sldMkLst>
        <pc:spChg chg="mod">
          <ac:chgData name="Asher Curtis" userId="494c4f5b-6d11-415a-9d9e-829c1135aa91" providerId="ADAL" clId="{FDEDEEF3-7275-4161-A24C-7071BE30F9A7}" dt="2026-10-07T15:49:53.649" v="10"/>
          <ac:spMkLst>
            <pc:docMk/>
            <pc:sldMk cId="1278704641" sldId="375"/>
            <ac:spMk id="2" creationId="{9D7E4574-F909-7F35-B5E7-D8AF8D9B0613}"/>
          </ac:spMkLst>
        </pc:spChg>
      </pc:sldChg>
      <pc:sldChg chg="modSp">
        <pc:chgData name="Asher Curtis" userId="494c4f5b-6d11-415a-9d9e-829c1135aa91" providerId="ADAL" clId="{FDEDEEF3-7275-4161-A24C-7071BE30F9A7}" dt="2026-10-07T15:43:30.133" v="5"/>
        <pc:sldMkLst>
          <pc:docMk/>
          <pc:sldMk cId="1655998079" sldId="376"/>
        </pc:sldMkLst>
        <pc:spChg chg="mod">
          <ac:chgData name="Asher Curtis" userId="494c4f5b-6d11-415a-9d9e-829c1135aa91" providerId="ADAL" clId="{FDEDEEF3-7275-4161-A24C-7071BE30F9A7}" dt="2026-10-07T15:43:06.902" v="4"/>
          <ac:spMkLst>
            <pc:docMk/>
            <pc:sldMk cId="1655998079" sldId="376"/>
            <ac:spMk id="2" creationId="{862B183C-E5ED-D77E-FE87-318B9C3A9C0E}"/>
          </ac:spMkLst>
        </pc:spChg>
        <pc:spChg chg="mod">
          <ac:chgData name="Asher Curtis" userId="494c4f5b-6d11-415a-9d9e-829c1135aa91" providerId="ADAL" clId="{FDEDEEF3-7275-4161-A24C-7071BE30F9A7}" dt="2026-10-07T15:43:30.133" v="5"/>
          <ac:spMkLst>
            <pc:docMk/>
            <pc:sldMk cId="1655998079" sldId="376"/>
            <ac:spMk id="3" creationId="{57479FA9-83BE-13F9-E30A-FE3E00755C2E}"/>
          </ac:spMkLst>
        </pc:spChg>
      </pc:sldChg>
      <pc:sldChg chg="modSp">
        <pc:chgData name="Asher Curtis" userId="494c4f5b-6d11-415a-9d9e-829c1135aa91" providerId="ADAL" clId="{FDEDEEF3-7275-4161-A24C-7071BE30F9A7}" dt="2026-10-07T15:51:21.861" v="12"/>
        <pc:sldMkLst>
          <pc:docMk/>
          <pc:sldMk cId="634257874" sldId="377"/>
        </pc:sldMkLst>
        <pc:spChg chg="mod">
          <ac:chgData name="Asher Curtis" userId="494c4f5b-6d11-415a-9d9e-829c1135aa91" providerId="ADAL" clId="{FDEDEEF3-7275-4161-A24C-7071BE30F9A7}" dt="2026-10-07T15:51:21.861" v="12"/>
          <ac:spMkLst>
            <pc:docMk/>
            <pc:sldMk cId="634257874" sldId="377"/>
            <ac:spMk id="2" creationId="{AEE372C9-B4C4-5B24-86AA-60DE5A10DD6E}"/>
          </ac:spMkLst>
        </pc:spChg>
      </pc:sldChg>
      <pc:sldChg chg="add">
        <pc:chgData name="Asher Curtis" userId="494c4f5b-6d11-415a-9d9e-829c1135aa91" providerId="ADAL" clId="{FDEDEEF3-7275-4161-A24C-7071BE30F9A7}" dt="2026-10-07T15:52:37.851" v="13"/>
        <pc:sldMkLst>
          <pc:docMk/>
          <pc:sldMk cId="2764400023" sldId="378"/>
        </pc:sldMkLst>
      </pc:sldChg>
      <pc:sldChg chg="modSp">
        <pc:chgData name="Asher Curtis" userId="494c4f5b-6d11-415a-9d9e-829c1135aa91" providerId="ADAL" clId="{FDEDEEF3-7275-4161-A24C-7071BE30F9A7}" dt="2026-10-07T15:53:42.107" v="14"/>
        <pc:sldMkLst>
          <pc:docMk/>
          <pc:sldMk cId="3213621824" sldId="379"/>
        </pc:sldMkLst>
        <pc:spChg chg="mod">
          <ac:chgData name="Asher Curtis" userId="494c4f5b-6d11-415a-9d9e-829c1135aa91" providerId="ADAL" clId="{FDEDEEF3-7275-4161-A24C-7071BE30F9A7}" dt="2026-10-07T15:53:42.107" v="14"/>
          <ac:spMkLst>
            <pc:docMk/>
            <pc:sldMk cId="3213621824" sldId="379"/>
            <ac:spMk id="2" creationId="{69B2657D-00DE-6D82-3773-FCE1E9A8F55A}"/>
          </ac:spMkLst>
        </pc:spChg>
      </pc:sldChg>
      <pc:sldChg chg="add">
        <pc:chgData name="Asher Curtis" userId="494c4f5b-6d11-415a-9d9e-829c1135aa91" providerId="ADAL" clId="{FDEDEEF3-7275-4161-A24C-7071BE30F9A7}" dt="2026-10-07T16:00:08.669" v="15"/>
        <pc:sldMkLst>
          <pc:docMk/>
          <pc:sldMk cId="2540265557" sldId="381"/>
        </pc:sldMkLst>
      </pc:sldChg>
      <pc:sldChg chg="modSp">
        <pc:chgData name="Asher Curtis" userId="494c4f5b-6d11-415a-9d9e-829c1135aa91" providerId="ADAL" clId="{FDEDEEF3-7275-4161-A24C-7071BE30F9A7}" dt="2026-10-07T16:13:10.150" v="17"/>
        <pc:sldMkLst>
          <pc:docMk/>
          <pc:sldMk cId="444375410" sldId="382"/>
        </pc:sldMkLst>
        <pc:spChg chg="mod">
          <ac:chgData name="Asher Curtis" userId="494c4f5b-6d11-415a-9d9e-829c1135aa91" providerId="ADAL" clId="{FDEDEEF3-7275-4161-A24C-7071BE30F9A7}" dt="2026-10-07T16:13:10.150" v="17"/>
          <ac:spMkLst>
            <pc:docMk/>
            <pc:sldMk cId="444375410" sldId="382"/>
            <ac:spMk id="2" creationId="{877848C4-D299-581D-1215-79F37A423D3E}"/>
          </ac:spMkLst>
        </pc:spChg>
      </pc:sldChg>
      <pc:sldChg chg="add">
        <pc:chgData name="Asher Curtis" userId="494c4f5b-6d11-415a-9d9e-829c1135aa91" providerId="ADAL" clId="{FDEDEEF3-7275-4161-A24C-7071BE30F9A7}" dt="2026-10-07T16:14:27.797" v="18"/>
        <pc:sldMkLst>
          <pc:docMk/>
          <pc:sldMk cId="2712034344" sldId="385"/>
        </pc:sldMkLst>
      </pc:sldChg>
      <pc:sldChg chg="modSp">
        <pc:chgData name="Asher Curtis" userId="494c4f5b-6d11-415a-9d9e-829c1135aa91" providerId="ADAL" clId="{FDEDEEF3-7275-4161-A24C-7071BE30F9A7}" dt="2026-10-07T16:18:41.399" v="19"/>
        <pc:sldMkLst>
          <pc:docMk/>
          <pc:sldMk cId="4258292837" sldId="386"/>
        </pc:sldMkLst>
        <pc:spChg chg="mod">
          <ac:chgData name="Asher Curtis" userId="494c4f5b-6d11-415a-9d9e-829c1135aa91" providerId="ADAL" clId="{FDEDEEF3-7275-4161-A24C-7071BE30F9A7}" dt="2026-10-07T16:18:41.399" v="19"/>
          <ac:spMkLst>
            <pc:docMk/>
            <pc:sldMk cId="4258292837" sldId="386"/>
            <ac:spMk id="2" creationId="{2D667EE2-5019-55BE-F037-B7EEC81AF35E}"/>
          </ac:spMkLst>
        </pc:spChg>
      </pc:sldChg>
      <pc:sldChg chg="modSp">
        <pc:chgData name="Asher Curtis" userId="494c4f5b-6d11-415a-9d9e-829c1135aa91" providerId="ADAL" clId="{FDEDEEF3-7275-4161-A24C-7071BE30F9A7}" dt="2026-10-07T16:22:04.652" v="20"/>
        <pc:sldMkLst>
          <pc:docMk/>
          <pc:sldMk cId="1470874891" sldId="387"/>
        </pc:sldMkLst>
        <pc:spChg chg="mod">
          <ac:chgData name="Asher Curtis" userId="494c4f5b-6d11-415a-9d9e-829c1135aa91" providerId="ADAL" clId="{FDEDEEF3-7275-4161-A24C-7071BE30F9A7}" dt="2026-10-07T16:22:04.652" v="20"/>
          <ac:spMkLst>
            <pc:docMk/>
            <pc:sldMk cId="1470874891" sldId="387"/>
            <ac:spMk id="2" creationId="{15E22C5F-7ADC-96D7-C434-49B1C5CF3C49}"/>
          </ac:spMkLst>
        </pc:spChg>
      </pc:sldChg>
      <pc:sldChg chg="addSp modSp">
        <pc:chgData name="Asher Curtis" userId="494c4f5b-6d11-415a-9d9e-829c1135aa91" providerId="ADAL" clId="{FDEDEEF3-7275-4161-A24C-7071BE30F9A7}" dt="2026-10-07T16:26:44.012" v="22" actId="767"/>
        <pc:sldMkLst>
          <pc:docMk/>
          <pc:sldMk cId="3630649099" sldId="388"/>
        </pc:sldMkLst>
        <pc:spChg chg="add mod">
          <ac:chgData name="Asher Curtis" userId="494c4f5b-6d11-415a-9d9e-829c1135aa91" providerId="ADAL" clId="{FDEDEEF3-7275-4161-A24C-7071BE30F9A7}" dt="2026-10-07T16:26:09.284" v="21" actId="767"/>
          <ac:spMkLst>
            <pc:docMk/>
            <pc:sldMk cId="3630649099" sldId="388"/>
            <ac:spMk id="13" creationId="{394E20B4-FCE4-4CDD-9A65-2700AD0CC424}"/>
          </ac:spMkLst>
        </pc:spChg>
        <pc:spChg chg="add mod">
          <ac:chgData name="Asher Curtis" userId="494c4f5b-6d11-415a-9d9e-829c1135aa91" providerId="ADAL" clId="{FDEDEEF3-7275-4161-A24C-7071BE30F9A7}" dt="2026-10-07T16:26:44.012" v="22" actId="767"/>
          <ac:spMkLst>
            <pc:docMk/>
            <pc:sldMk cId="3630649099" sldId="388"/>
            <ac:spMk id="15" creationId="{27690100-1097-3480-FEE5-D24BB0AB44CE}"/>
          </ac:spMkLst>
        </pc:spChg>
      </pc:sldChg>
      <pc:sldChg chg="add">
        <pc:chgData name="Asher Curtis" userId="494c4f5b-6d11-415a-9d9e-829c1135aa91" providerId="ADAL" clId="{FDEDEEF3-7275-4161-A24C-7071BE30F9A7}" dt="2026-10-07T16:31:07.117" v="23"/>
        <pc:sldMkLst>
          <pc:docMk/>
          <pc:sldMk cId="1088830480" sldId="3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ETL Process: Advanced Data Transformations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06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/>
              <a:t>Labs SQL cases</a:t>
            </a:r>
          </a:p>
          <a:p>
            <a:pPr marL="1145100" lvl="1" indent="-457200">
              <a:buAutoNum type="arabicPeriod"/>
            </a:pPr>
            <a:r>
              <a:rPr lang="en-US" dirty="0"/>
              <a:t>Oh Canada 2</a:t>
            </a:r>
          </a:p>
          <a:p>
            <a:pPr marL="1145100" lvl="1" indent="-457200">
              <a:buAutoNum type="arabicPeriod"/>
            </a:pPr>
            <a:r>
              <a:rPr lang="en-US" dirty="0"/>
              <a:t>Oh Canada 3 &amp; 4 (includes individual submission)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0E5F-72E2-6B2C-66CE-19709562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648DE2-0358-0C5A-BA9E-F9F56A2FD6F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83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7A6D-53EA-1FE2-6D72-8B317F781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70CC1-8560-6DA9-7331-9127065F276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52983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Key takeaway: </a:t>
            </a:r>
            <a:r>
              <a:rPr lang="en-US" b="1" dirty="0"/>
              <a:t>Understanding how raw data is delivered and how we transform it is essential to producing reliable analytical evidence and automating repetitive workflows.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Once a process is understood, automating that process reliably becomes possible.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Workflows that are repetitive are good candidates for automation, tools like SQLite and </a:t>
            </a:r>
            <a:r>
              <a:rPr lang="en-US" dirty="0" err="1"/>
              <a:t>powerBI</a:t>
            </a:r>
            <a:r>
              <a:rPr lang="en-US" dirty="0"/>
              <a:t> (among many others) provide automation possibilities.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6ED9FF-3ADA-9162-EF04-7A320CC7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82443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48B6-0631-ADC9-53F9-898B5D8D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93B91D-1DAC-7A1A-A1E9-5C77F665356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Labs SQL cases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Oh Canada 2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Oh Canada 3 &amp; 4 (includes individual submission)</a:t>
            </a:r>
          </a:p>
          <a:p>
            <a:pPr marL="457200" indent="-457200">
              <a:buAutoNum type="arabicPeriod"/>
            </a:pPr>
            <a:r>
              <a:rPr lang="en-US" dirty="0"/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834FCD-F825-18A5-6EE7-171CEFF1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831002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9AF16E-7A5A-9D36-2C0C-017FFC5D893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10228522" cy="4028154"/>
          </a:xfrm>
        </p:spPr>
        <p:txBody>
          <a:bodyPr/>
          <a:lstStyle/>
          <a:p>
            <a:r>
              <a:rPr lang="en-US" dirty="0"/>
              <a:t>Use git pull to extract data from the class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Labs SQL cases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Oh Canada 2: Warm up &amp; refresher from EYARC Live SQL material.</a:t>
            </a:r>
          </a:p>
          <a:p>
            <a:pPr marL="1145100" lvl="1" indent="-457200">
              <a:buFont typeface="Arial"/>
              <a:buAutoNum type="arabicPeriod"/>
            </a:pPr>
            <a:r>
              <a:rPr lang="en-US" dirty="0"/>
              <a:t>Oh Canada 3 &amp; 4: </a:t>
            </a:r>
          </a:p>
          <a:p>
            <a:pPr marL="1371577" lvl="2" indent="-457200">
              <a:buFont typeface="Arial"/>
              <a:buAutoNum type="arabicPeriod"/>
            </a:pPr>
            <a:r>
              <a:rPr lang="en-US" dirty="0"/>
              <a:t>More challenging queries plus open-ended questions (Q10 in both cases). </a:t>
            </a:r>
          </a:p>
          <a:p>
            <a:pPr marL="1371577" lvl="2" indent="-457200">
              <a:buFont typeface="Arial"/>
              <a:buAutoNum type="arabicPeriod"/>
            </a:pPr>
            <a:r>
              <a:rPr lang="en-US" dirty="0"/>
              <a:t>Report to me in conversation what you would report to the client in Case 3 (Q9). </a:t>
            </a:r>
          </a:p>
          <a:p>
            <a:pPr marL="1371577" lvl="2" indent="-457200">
              <a:buFont typeface="Arial"/>
              <a:buAutoNum type="arabicPeriod"/>
            </a:pPr>
            <a:r>
              <a:rPr lang="en-US" dirty="0"/>
              <a:t>Write down a response to Q10 in either or both case 3 &amp; 4 as your submission.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81CD9-92DC-57BD-5329-3C551D75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labs</a:t>
            </a:r>
          </a:p>
        </p:txBody>
      </p:sp>
    </p:spTree>
    <p:extLst>
      <p:ext uri="{BB962C8B-B14F-4D97-AF65-F5344CB8AC3E}">
        <p14:creationId xmlns:p14="http://schemas.microsoft.com/office/powerpoint/2010/main" val="406450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5A3B-08B3-C75B-996B-D1E99D22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A3D323-E9B3-85F8-A8F0-3FCBA23A219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Labs SQL cases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Oh Canada 2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Oh Canada 3 &amp; 4 (includes individual submission)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&amp;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8E8EF1-6BBC-CAD9-E62F-C8BB8D07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1682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5F03-0DF8-1984-8D11-C9E4B70A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E0E289-0161-1503-061D-BD272D3C70B2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241300" y="61175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36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068165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Understanding how relational data is structured and how we query it to transform that data to answer questions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Relational data can be queried with Structured Query Language (SQL) to directly answer questions.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SQL provides a very rich and flexible way to query relational databases.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The ETL Process: Regular Expressions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Core Data Analytic Skill, </a:t>
            </a:r>
            <a:r>
              <a:rPr lang="en-US" dirty="0" err="1"/>
              <a:t>RegEx</a:t>
            </a:r>
            <a:r>
              <a:rPr lang="en-US" dirty="0"/>
              <a:t>, allow us to transform raw text data using formulas (called regular expressions) to capture patterns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Develops data skills with Regular Expressions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use a combination of python and </a:t>
            </a:r>
            <a:r>
              <a:rPr lang="en-US" dirty="0" err="1"/>
              <a:t>colabs</a:t>
            </a:r>
            <a:r>
              <a:rPr lang="en-US" dirty="0"/>
              <a:t> / </a:t>
            </a:r>
            <a:r>
              <a:rPr lang="en-US" dirty="0" err="1"/>
              <a:t>vscode</a:t>
            </a:r>
            <a:r>
              <a:rPr lang="en-US" dirty="0"/>
              <a:t>, and online regex 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288162-3a0f-49b6-8fe2-59156172891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04735CF7814E419237D188CCA99D12" ma:contentTypeVersion="19" ma:contentTypeDescription="Create a new document." ma:contentTypeScope="" ma:versionID="d31b84baf1c1d87e10c4f1864579c1ec">
  <xsd:schema xmlns:xsd="http://www.w3.org/2001/XMLSchema" xmlns:xs="http://www.w3.org/2001/XMLSchema" xmlns:p="http://schemas.microsoft.com/office/2006/metadata/properties" xmlns:ns3="5c288162-3a0f-49b6-8fe2-59156172891e" xmlns:ns4="f8a977ae-6c68-4349-a9b4-32a805694cd6" targetNamespace="http://schemas.microsoft.com/office/2006/metadata/properties" ma:root="true" ma:fieldsID="36f997f5c1c69f924829323a5a1b6a65" ns3:_="" ns4:_="">
    <xsd:import namespace="5c288162-3a0f-49b6-8fe2-59156172891e"/>
    <xsd:import namespace="f8a977ae-6c68-4349-a9b4-32a805694cd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288162-3a0f-49b6-8fe2-5915617289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a977ae-6c68-4349-a9b4-32a805694c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22BE40-0D91-48D4-87BE-D7A082BAFA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01661A-0F68-460B-8F55-68504EBEB764}">
  <ds:schemaRefs>
    <ds:schemaRef ds:uri="f8a977ae-6c68-4349-a9b4-32a805694cd6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5c288162-3a0f-49b6-8fe2-59156172891e"/>
    <ds:schemaRef ds:uri="http://schemas.openxmlformats.org/package/2006/metadata/core-properties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8C65EC0-0C53-47CE-9570-E8AE06BB59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288162-3a0f-49b6-8fe2-59156172891e"/>
    <ds:schemaRef ds:uri="f8a977ae-6c68-4349-a9b4-32a805694c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363</Words>
  <Application>Microsoft Office PowerPoint</Application>
  <DocSecurity>0</DocSecurity>
  <PresentationFormat>Widescreen</PresentationFormat>
  <Paragraphs>52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PowerPoint Presentation</vt:lpstr>
      <vt:lpstr>Review</vt:lpstr>
      <vt:lpstr>Agenda</vt:lpstr>
      <vt:lpstr>Remote labs</vt:lpstr>
      <vt:lpstr>Agenda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10</cp:revision>
  <dcterms:created xsi:type="dcterms:W3CDTF">2026-09-29T01:46:38Z</dcterms:created>
  <dcterms:modified xsi:type="dcterms:W3CDTF">2026-10-21T16:07:05Z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0x0101007704735CF7814E419237D188CCA99D12</vt:lpwstr>
  </property>
</Properties>
</file>