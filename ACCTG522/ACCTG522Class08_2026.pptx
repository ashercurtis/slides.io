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7"/>
  </p:notesMasterIdLst>
  <p:sldIdLst>
    <p:sldId id="256" r:id="rId2"/>
    <p:sldId id="297" r:id="rId3"/>
    <p:sldId id="258" r:id="rId4"/>
    <p:sldId id="261" r:id="rId5"/>
    <p:sldId id="266" r:id="rId6"/>
    <p:sldId id="289" r:id="rId7"/>
    <p:sldId id="290" r:id="rId8"/>
    <p:sldId id="291" r:id="rId9"/>
    <p:sldId id="296" r:id="rId10"/>
    <p:sldId id="295" r:id="rId11"/>
    <p:sldId id="292" r:id="rId12"/>
    <p:sldId id="293" r:id="rId13"/>
    <p:sldId id="298" r:id="rId14"/>
    <p:sldId id="294" r:id="rId15"/>
    <p:sldId id="267" r:id="rId16"/>
  </p:sldIdLst>
  <p:sldSz cx="12192000" cy="6858000"/>
  <p:notesSz cx="6858000" cy="9144000"/>
  <p:defaultTextStyle>
    <a:defPPr>
      <a:buNone/>
    </a:defPPr>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404" autoAdjust="0"/>
  </p:normalViewPr>
  <p:slideViewPr>
    <p:cSldViewPr snapToGrid="0">
      <p:cViewPr varScale="1">
        <p:scale>
          <a:sx n="101" d="100"/>
          <a:sy n="101" d="100"/>
        </p:scale>
        <p:origin x="4776" y="11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337EE0-9FFA-666E-F840-0ABE76B2A6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E4AC65-0BA0-F997-5939-EBC5B5891E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A2F0A0-EE15-A195-DB35-7B222DEA6201}"/>
              </a:ext>
            </a:extLst>
          </p:cNvPr>
          <p:cNvSpPr>
            <a:spLocks noGrp="1"/>
          </p:cNvSpPr>
          <p:nvPr>
            <p:ph type="body" idx="1"/>
          </p:nvPr>
        </p:nvSpPr>
        <p:spPr/>
        <p:txBody>
          <a:bodyPr/>
          <a:lstStyle/>
          <a:p>
            <a:endParaRPr/>
          </a:p>
        </p:txBody>
      </p:sp>
      <p:sp>
        <p:nvSpPr>
          <p:cNvPr id="4" name="Slide Number Placeholder 3">
            <a:extLst>
              <a:ext uri="{FF2B5EF4-FFF2-40B4-BE49-F238E27FC236}">
                <a16:creationId xmlns:a16="http://schemas.microsoft.com/office/drawing/2014/main" id="{F6CF42C9-B0D8-FF0E-EB8D-2B6171724647}"/>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40663384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2380490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46908A-D54A-4DB6-6005-EDF1D59333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CD10F1-17F2-AFB8-D844-1DC9AB856C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26C59C-DBED-CABD-16EE-F60B6EC2C59B}"/>
              </a:ext>
            </a:extLst>
          </p:cNvPr>
          <p:cNvSpPr>
            <a:spLocks noGrp="1"/>
          </p:cNvSpPr>
          <p:nvPr>
            <p:ph type="body" idx="1"/>
          </p:nvPr>
        </p:nvSpPr>
        <p:spPr/>
        <p:txBody>
          <a:bodyPr/>
          <a:lstStyle/>
          <a:p>
            <a:endParaRPr/>
          </a:p>
        </p:txBody>
      </p:sp>
      <p:sp>
        <p:nvSpPr>
          <p:cNvPr id="4" name="Slide Number Placeholder 3">
            <a:extLst>
              <a:ext uri="{FF2B5EF4-FFF2-40B4-BE49-F238E27FC236}">
                <a16:creationId xmlns:a16="http://schemas.microsoft.com/office/drawing/2014/main" id="{E9596654-7FE1-DA97-2A1B-9502D871CB50}"/>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1980469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99CBA2-B904-F09D-1562-2B136E39EC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A98441-DB16-A293-036E-0CA893A186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DB28AAD-1516-D5F3-35DD-5C16D0B06118}"/>
              </a:ext>
            </a:extLst>
          </p:cNvPr>
          <p:cNvSpPr>
            <a:spLocks noGrp="1"/>
          </p:cNvSpPr>
          <p:nvPr>
            <p:ph type="body" idx="1"/>
          </p:nvPr>
        </p:nvSpPr>
        <p:spPr/>
        <p:txBody>
          <a:bodyPr/>
          <a:lstStyle/>
          <a:p>
            <a:r>
              <a:t>Bridge to the prior class: students used the Enron email case and a Python workflow for regex cleaning, preparation, and keyword/pattern searches. Ask them to name one search pattern and one result they had to inspect. Then explain that the preparation and verification habits transfer to MD&amp;A, while the analytical methods now address complexity, tone, and meaning. The new methods complement regex. Preserve source text and inspect passages before interpreting scores. No new Enron findings or model outputs are asserted.</a:t>
            </a:r>
          </a:p>
        </p:txBody>
      </p:sp>
      <p:sp>
        <p:nvSpPr>
          <p:cNvPr id="4" name="Slide Number Placeholder 3">
            <a:extLst>
              <a:ext uri="{FF2B5EF4-FFF2-40B4-BE49-F238E27FC236}">
                <a16:creationId xmlns:a16="http://schemas.microsoft.com/office/drawing/2014/main" id="{48B8CD35-8557-A381-F686-BF5D7C15A3BC}"/>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5458510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5A1AED-99A2-512C-1F5A-81F806000A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65E102-5E11-3D0B-1BE7-2D9D2EBD96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D03842F-8F61-0DDD-727F-C13883AF45B4}"/>
              </a:ext>
            </a:extLst>
          </p:cNvPr>
          <p:cNvSpPr>
            <a:spLocks noGrp="1"/>
          </p:cNvSpPr>
          <p:nvPr>
            <p:ph type="body" idx="1"/>
          </p:nvPr>
        </p:nvSpPr>
        <p:spPr/>
        <p:txBody>
          <a:bodyPr/>
          <a:lstStyle/>
          <a:p>
            <a:r>
              <a:t>Ask students what additional evidence would support an explanation that revenue rose because demand strengthened.</a:t>
            </a:r>
          </a:p>
        </p:txBody>
      </p:sp>
      <p:sp>
        <p:nvSpPr>
          <p:cNvPr id="4" name="Slide Number Placeholder 3">
            <a:extLst>
              <a:ext uri="{FF2B5EF4-FFF2-40B4-BE49-F238E27FC236}">
                <a16:creationId xmlns:a16="http://schemas.microsoft.com/office/drawing/2014/main" id="{57EC33B7-8E4F-7664-5E86-E68C58C5954D}"/>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639733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0B34FB-D288-31FD-0C51-3CA56C720A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4AC6A7-1DD6-1ACA-576E-DB59784B39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44B899E-9F25-C2AE-4243-614BD7062786}"/>
              </a:ext>
            </a:extLst>
          </p:cNvPr>
          <p:cNvSpPr>
            <a:spLocks noGrp="1"/>
          </p:cNvSpPr>
          <p:nvPr>
            <p:ph type="body" idx="1"/>
          </p:nvPr>
        </p:nvSpPr>
        <p:spPr/>
        <p:txBody>
          <a:bodyPr/>
          <a:lstStyle/>
          <a:p>
            <a:r>
              <a:t>Bridge to the prior class: students used the Enron email case and a Python workflow for regex cleaning, preparation, and keyword/pattern searches. Ask them to name one search pattern and one result they had to inspect. Then explain that the preparation and verification habits transfer to MD&amp;A, while the analytical methods now address complexity, tone, and meaning. The new methods complement regex. Preserve source text and inspect passages before interpreting scores. No new Enron findings or model outputs are asserted.</a:t>
            </a:r>
          </a:p>
        </p:txBody>
      </p:sp>
      <p:sp>
        <p:nvSpPr>
          <p:cNvPr id="4" name="Slide Number Placeholder 3">
            <a:extLst>
              <a:ext uri="{FF2B5EF4-FFF2-40B4-BE49-F238E27FC236}">
                <a16:creationId xmlns:a16="http://schemas.microsoft.com/office/drawing/2014/main" id="{9D784B18-09DB-C79D-BBC7-DE611E47E752}"/>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4636831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211768-E425-E587-C664-1C4B452840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471C10-9B09-80E0-DC3C-EFC0923F77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17679C-D809-FC98-414A-8A356A0215F1}"/>
              </a:ext>
            </a:extLst>
          </p:cNvPr>
          <p:cNvSpPr>
            <a:spLocks noGrp="1"/>
          </p:cNvSpPr>
          <p:nvPr>
            <p:ph type="body" idx="1"/>
          </p:nvPr>
        </p:nvSpPr>
        <p:spPr/>
        <p:txBody>
          <a:bodyPr/>
          <a:lstStyle/>
          <a:p>
            <a:endParaRPr/>
          </a:p>
        </p:txBody>
      </p:sp>
      <p:sp>
        <p:nvSpPr>
          <p:cNvPr id="4" name="Slide Number Placeholder 3">
            <a:extLst>
              <a:ext uri="{FF2B5EF4-FFF2-40B4-BE49-F238E27FC236}">
                <a16:creationId xmlns:a16="http://schemas.microsoft.com/office/drawing/2014/main" id="{CE68F71A-8F04-5101-3BDE-BE3066BC8275}"/>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8534825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5469977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Walkin slide">
    <p:bg>
      <p:bgPr>
        <a:blipFill rotWithShape="1">
          <a:blip r:embed="rId2">
            <a:lum/>
          </a:blip>
          <a:srcRect/>
          <a:stretch>
            <a:fillRect l="-5000" r="-5000"/>
          </a:stretch>
        </a:blipFill>
        <a:effectLst/>
      </p:bgPr>
    </p:bg>
    <p:spTree>
      <p:nvGrpSpPr>
        <p:cNvPr id="1" name=""/>
        <p:cNvGrpSpPr/>
        <p:nvPr/>
      </p:nvGrpSpPr>
      <p:grpSpPr>
        <a:xfrm>
          <a:off x="0" y="0"/>
          <a:ext cx="0" cy="0"/>
          <a:chOff x="0" y="0"/>
          <a:chExt cx="0" cy="0"/>
        </a:xfrm>
      </p:grpSpPr>
      <p:sp>
        <p:nvSpPr>
          <p:cNvPr id="2" name="Subtitle 2">
            <a:extLst>
              <a:ext uri="{FF2B5EF4-FFF2-40B4-BE49-F238E27FC236}">
                <a16:creationId xmlns:a16="http://schemas.microsoft.com/office/drawing/2014/main" id="{9CFC0D3D-31F1-39A9-7186-66397F25884B}"/>
              </a:ext>
            </a:extLst>
          </p:cNvPr>
          <p:cNvSpPr>
            <a:spLocks noGrp="1"/>
          </p:cNvSpPr>
          <p:nvPr>
            <p:ph type="subTitle" idx="1" hasCustomPrompt="1"/>
          </p:nvPr>
        </p:nvSpPr>
        <p:spPr>
          <a:xfrm>
            <a:off x="482602" y="2825416"/>
            <a:ext cx="10350500" cy="603584"/>
          </a:xfrm>
          <a:prstGeom prst="rect">
            <a:avLst/>
          </a:prstGeom>
        </p:spPr>
        <p:txBody>
          <a:bodyPr anchor="t"/>
          <a:lstStyle>
            <a:lvl1pPr marL="0" indent="0" algn="l">
              <a:spcBef>
                <a:spcPts val="0"/>
              </a:spcBef>
              <a:spcAft>
                <a:spcPts val="400"/>
              </a:spcAft>
              <a:buNone/>
              <a:defRPr sz="2400" b="1" i="0" spc="0">
                <a:solidFill>
                  <a:schemeClr val="accent1"/>
                </a:solidFill>
                <a:latin typeface="Open Sans Light"/>
                <a:ea typeface="Open Sans Light"/>
                <a:cs typeface="Open Sans Ligh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t>CLICK TO EDIT SUBTITLE – ALL CAPS</a:t>
            </a:r>
          </a:p>
        </p:txBody>
      </p:sp>
      <p:sp>
        <p:nvSpPr>
          <p:cNvPr id="3" name="Title 1">
            <a:extLst>
              <a:ext uri="{FF2B5EF4-FFF2-40B4-BE49-F238E27FC236}">
                <a16:creationId xmlns:a16="http://schemas.microsoft.com/office/drawing/2014/main" id="{94D2F92D-2232-B825-2B2D-AC671306A0B0}"/>
              </a:ext>
            </a:extLst>
          </p:cNvPr>
          <p:cNvSpPr>
            <a:spLocks noGrp="1"/>
          </p:cNvSpPr>
          <p:nvPr>
            <p:ph type="title" hasCustomPrompt="1"/>
          </p:nvPr>
        </p:nvSpPr>
        <p:spPr>
          <a:xfrm>
            <a:off x="482602" y="982134"/>
            <a:ext cx="10325100" cy="1615143"/>
          </a:xfrm>
          <a:prstGeom prst="rect">
            <a:avLst/>
          </a:prstGeom>
        </p:spPr>
        <p:txBody>
          <a:bodyPr anchor="b"/>
          <a:lstStyle>
            <a:lvl1pPr algn="l">
              <a:lnSpc>
                <a:spcPts val="6133"/>
              </a:lnSpc>
              <a:spcBef>
                <a:spcPts val="0"/>
              </a:spcBef>
              <a:buNone/>
              <a:defRPr sz="4800" b="1" i="0" cap="none" spc="-40" baseline="0">
                <a:solidFill>
                  <a:schemeClr val="bg1"/>
                </a:solidFill>
                <a:latin typeface="Encode Sans Normal ExtraBold"/>
                <a:ea typeface="Encode Sans Normal ExtraBold"/>
                <a:cs typeface="Encode Sans Normal ExtraBold"/>
              </a:defRPr>
            </a:lvl1pPr>
          </a:lstStyle>
          <a:p>
            <a:r>
              <a:t>CLICK TO EDIT </a:t>
            </a:r>
            <a:br/>
            <a:r>
              <a:t>TITLE STYLE</a:t>
            </a:r>
          </a:p>
        </p:txBody>
      </p:sp>
      <p:pic>
        <p:nvPicPr>
          <p:cNvPr id="7" name="Picture 3">
            <a:extLst>
              <a:ext uri="{FF2B5EF4-FFF2-40B4-BE49-F238E27FC236}">
                <a16:creationId xmlns:a16="http://schemas.microsoft.com/office/drawing/2014/main" id="{AC4C7595-E493-4169-BFD7-A4C7366CD9CB}"/>
              </a:ext>
            </a:extLst>
          </p:cNvPr>
          <p:cNvPicPr>
            <a:picLocks noChangeAspect="1"/>
          </p:cNvPicPr>
          <p:nvPr/>
        </p:nvPicPr>
        <p:blipFill>
          <a:blip r:embed="rId3"/>
          <a:srcRect/>
          <a:stretch/>
        </p:blipFill>
        <p:spPr>
          <a:xfrm>
            <a:off x="9881671" y="5542750"/>
            <a:ext cx="1753208" cy="864916"/>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1_Walkin slide">
    <p:bg>
      <p:bgPr>
        <a:solidFill>
          <a:srgbClr val="32006E"/>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C3EDC79F-91AA-B3FB-6403-6121F91C5FC6}"/>
              </a:ext>
            </a:extLst>
          </p:cNvPr>
          <p:cNvSpPr>
            <a:spLocks noGrp="1"/>
          </p:cNvSpPr>
          <p:nvPr>
            <p:ph type="pic" idx="10" hasCustomPrompt="1"/>
          </p:nvPr>
        </p:nvSpPr>
        <p:spPr>
          <a:xfrm>
            <a:off x="-7969" y="163926"/>
            <a:ext cx="12192000" cy="532262"/>
          </a:xfrm>
          <a:prstGeom prst="rect">
            <a:avLst/>
          </a:prstGeom>
          <a:noFill/>
        </p:spPr>
        <p:txBody>
          <a:bodyPr/>
          <a:lstStyle>
            <a:lvl1pPr>
              <a:buNone/>
              <a:defRPr>
                <a:solidFill>
                  <a:schemeClr val="bg1"/>
                </a:solidFill>
              </a:defRPr>
            </a:lvl1pPr>
          </a:lstStyle>
          <a:p>
            <a:r>
              <a:t>CLICK ICON TO ADD PICTURE</a:t>
            </a:r>
          </a:p>
        </p:txBody>
      </p:sp>
      <p:sp>
        <p:nvSpPr>
          <p:cNvPr id="2" name="Subtitle 2">
            <a:extLst>
              <a:ext uri="{FF2B5EF4-FFF2-40B4-BE49-F238E27FC236}">
                <a16:creationId xmlns:a16="http://schemas.microsoft.com/office/drawing/2014/main" id="{9CFC0D3D-31F1-39A9-7186-66397F25884B}"/>
              </a:ext>
            </a:extLst>
          </p:cNvPr>
          <p:cNvSpPr>
            <a:spLocks noGrp="1"/>
          </p:cNvSpPr>
          <p:nvPr>
            <p:ph type="subTitle" idx="1" hasCustomPrompt="1"/>
          </p:nvPr>
        </p:nvSpPr>
        <p:spPr>
          <a:xfrm>
            <a:off x="482601" y="2895781"/>
            <a:ext cx="4609352" cy="603584"/>
          </a:xfrm>
          <a:prstGeom prst="rect">
            <a:avLst/>
          </a:prstGeom>
        </p:spPr>
        <p:txBody>
          <a:bodyPr anchor="t"/>
          <a:lstStyle>
            <a:lvl1pPr marL="0" indent="0" algn="l">
              <a:spcBef>
                <a:spcPts val="0"/>
              </a:spcBef>
              <a:spcAft>
                <a:spcPts val="400"/>
              </a:spcAft>
              <a:buNone/>
              <a:defRPr sz="2400" b="1" i="0" spc="0">
                <a:solidFill>
                  <a:schemeClr val="accent1"/>
                </a:solidFill>
                <a:latin typeface="Open Sans Light"/>
                <a:ea typeface="Open Sans Light"/>
                <a:cs typeface="Open Sans Ligh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t>CLICK TO EDIT SUBTITLE</a:t>
            </a:r>
          </a:p>
        </p:txBody>
      </p:sp>
      <p:sp>
        <p:nvSpPr>
          <p:cNvPr id="3" name="Title 1">
            <a:extLst>
              <a:ext uri="{FF2B5EF4-FFF2-40B4-BE49-F238E27FC236}">
                <a16:creationId xmlns:a16="http://schemas.microsoft.com/office/drawing/2014/main" id="{94D2F92D-2232-B825-2B2D-AC671306A0B0}"/>
              </a:ext>
            </a:extLst>
          </p:cNvPr>
          <p:cNvSpPr>
            <a:spLocks noGrp="1"/>
          </p:cNvSpPr>
          <p:nvPr>
            <p:ph type="title" hasCustomPrompt="1"/>
          </p:nvPr>
        </p:nvSpPr>
        <p:spPr>
          <a:xfrm>
            <a:off x="482602" y="982134"/>
            <a:ext cx="10325100" cy="1615143"/>
          </a:xfrm>
          <a:prstGeom prst="rect">
            <a:avLst/>
          </a:prstGeom>
        </p:spPr>
        <p:txBody>
          <a:bodyPr anchor="b"/>
          <a:lstStyle>
            <a:lvl1pPr algn="l">
              <a:lnSpc>
                <a:spcPts val="6133"/>
              </a:lnSpc>
              <a:spcBef>
                <a:spcPts val="0"/>
              </a:spcBef>
              <a:buNone/>
              <a:defRPr sz="4800" b="1" i="0" cap="none" spc="-40" baseline="0">
                <a:solidFill>
                  <a:schemeClr val="bg1"/>
                </a:solidFill>
                <a:latin typeface="Encode Sans Normal ExtraBold"/>
                <a:ea typeface="Encode Sans Normal ExtraBold"/>
                <a:cs typeface="Encode Sans Normal ExtraBold"/>
              </a:defRPr>
            </a:lvl1pPr>
          </a:lstStyle>
          <a:p>
            <a:r>
              <a:t>CLICK TO EDIT </a:t>
            </a:r>
            <a:br/>
            <a:r>
              <a:t>TITLE STYLE</a:t>
            </a:r>
          </a:p>
        </p:txBody>
      </p:sp>
      <p:pic>
        <p:nvPicPr>
          <p:cNvPr id="11" name="Picture 4">
            <a:extLst>
              <a:ext uri="{FF2B5EF4-FFF2-40B4-BE49-F238E27FC236}">
                <a16:creationId xmlns:a16="http://schemas.microsoft.com/office/drawing/2014/main" id="{36AC315E-AFFC-4A7B-8FAC-6306092CBD04}"/>
              </a:ext>
            </a:extLst>
          </p:cNvPr>
          <p:cNvPicPr>
            <a:picLocks noChangeAspect="1"/>
          </p:cNvPicPr>
          <p:nvPr/>
        </p:nvPicPr>
        <p:blipFill>
          <a:blip r:embed="rId2"/>
          <a:srcRect/>
          <a:stretch/>
        </p:blipFill>
        <p:spPr>
          <a:xfrm>
            <a:off x="9881671" y="5542750"/>
            <a:ext cx="1753208" cy="864916"/>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Slide">
    <p:bg>
      <p:bgPr>
        <a:solidFill>
          <a:schemeClr val="tx1"/>
        </a:solidFill>
        <a:effectLst/>
      </p:bgPr>
    </p:bg>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3C840783-3AB7-4D7E-82CD-FC31657F7CD3}"/>
              </a:ext>
            </a:extLst>
          </p:cNvPr>
          <p:cNvSpPr>
            <a:spLocks noGrp="1"/>
          </p:cNvSpPr>
          <p:nvPr>
            <p:ph type="subTitle" idx="1" hasCustomPrompt="1"/>
          </p:nvPr>
        </p:nvSpPr>
        <p:spPr>
          <a:xfrm>
            <a:off x="482602" y="2825416"/>
            <a:ext cx="10350500" cy="603584"/>
          </a:xfrm>
          <a:prstGeom prst="rect">
            <a:avLst/>
          </a:prstGeom>
        </p:spPr>
        <p:txBody>
          <a:bodyPr anchor="t"/>
          <a:lstStyle>
            <a:lvl1pPr marL="0" indent="0" algn="l">
              <a:spcBef>
                <a:spcPts val="0"/>
              </a:spcBef>
              <a:spcAft>
                <a:spcPts val="400"/>
              </a:spcAft>
              <a:buNone/>
              <a:defRPr sz="2400" b="1" i="0" spc="0">
                <a:solidFill>
                  <a:schemeClr val="accent2"/>
                </a:solidFill>
                <a:latin typeface="Open Sans Light"/>
                <a:ea typeface="Open Sans Light"/>
                <a:cs typeface="Open Sans Ligh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t>CLICK TO EDIT SUBTITLE – ALL CAPS</a:t>
            </a:r>
          </a:p>
        </p:txBody>
      </p:sp>
      <p:sp>
        <p:nvSpPr>
          <p:cNvPr id="7" name="Title 1">
            <a:extLst>
              <a:ext uri="{FF2B5EF4-FFF2-40B4-BE49-F238E27FC236}">
                <a16:creationId xmlns:a16="http://schemas.microsoft.com/office/drawing/2014/main" id="{8A38FA88-52D3-47C2-90DE-627C0B1361FA}"/>
              </a:ext>
            </a:extLst>
          </p:cNvPr>
          <p:cNvSpPr>
            <a:spLocks noGrp="1"/>
          </p:cNvSpPr>
          <p:nvPr>
            <p:ph type="title" hasCustomPrompt="1"/>
          </p:nvPr>
        </p:nvSpPr>
        <p:spPr>
          <a:xfrm>
            <a:off x="482602" y="982134"/>
            <a:ext cx="10325100" cy="1615143"/>
          </a:xfrm>
          <a:prstGeom prst="rect">
            <a:avLst/>
          </a:prstGeom>
        </p:spPr>
        <p:txBody>
          <a:bodyPr anchor="b"/>
          <a:lstStyle>
            <a:lvl1pPr algn="l">
              <a:lnSpc>
                <a:spcPts val="6133"/>
              </a:lnSpc>
              <a:spcBef>
                <a:spcPts val="0"/>
              </a:spcBef>
              <a:buNone/>
              <a:defRPr sz="4800" b="1" i="0" cap="none" spc="-40" baseline="0">
                <a:solidFill>
                  <a:schemeClr val="bg1"/>
                </a:solidFill>
                <a:latin typeface="Encode Sans Normal ExtraBold"/>
                <a:ea typeface="Encode Sans Normal ExtraBold"/>
                <a:cs typeface="Encode Sans Normal ExtraBold"/>
              </a:defRPr>
            </a:lvl1pPr>
          </a:lstStyle>
          <a:p>
            <a:r>
              <a:t>CLICK TO EDIT </a:t>
            </a:r>
            <a:br/>
            <a:r>
              <a:t>TITLE STYLE</a:t>
            </a:r>
          </a:p>
        </p:txBody>
      </p:sp>
      <p:pic>
        <p:nvPicPr>
          <p:cNvPr id="11" name="Picture 1">
            <a:extLst>
              <a:ext uri="{FF2B5EF4-FFF2-40B4-BE49-F238E27FC236}">
                <a16:creationId xmlns:a16="http://schemas.microsoft.com/office/drawing/2014/main" id="{EB9CF27B-126D-4C26-AB16-E2C388E56606}"/>
              </a:ext>
            </a:extLst>
          </p:cNvPr>
          <p:cNvPicPr>
            <a:picLocks noChangeAspect="1"/>
          </p:cNvPicPr>
          <p:nvPr/>
        </p:nvPicPr>
        <p:blipFill>
          <a:blip r:embed="rId2"/>
          <a:srcRect/>
          <a:stretch/>
        </p:blipFill>
        <p:spPr>
          <a:xfrm>
            <a:off x="9881671" y="5542750"/>
            <a:ext cx="1753208" cy="864916"/>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Section header_tan">
    <p:bg>
      <p:bgPr>
        <a:solidFill>
          <a:schemeClr val="accent1"/>
        </a:solidFill>
        <a:effectLst/>
      </p:bgPr>
    </p:bg>
    <p:spTree>
      <p:nvGrpSpPr>
        <p:cNvPr id="1" name=""/>
        <p:cNvGrpSpPr/>
        <p:nvPr/>
      </p:nvGrpSpPr>
      <p:grpSpPr>
        <a:xfrm>
          <a:off x="0" y="0"/>
          <a:ext cx="0" cy="0"/>
          <a:chOff x="0" y="0"/>
          <a:chExt cx="0" cy="0"/>
        </a:xfrm>
      </p:grpSpPr>
      <p:sp>
        <p:nvSpPr>
          <p:cNvPr id="2" name="Subtitle 2">
            <a:extLst>
              <a:ext uri="{FF2B5EF4-FFF2-40B4-BE49-F238E27FC236}">
                <a16:creationId xmlns:a16="http://schemas.microsoft.com/office/drawing/2014/main" id="{37DFD003-31A4-8340-0A89-F3F70E0F5A59}"/>
              </a:ext>
            </a:extLst>
          </p:cNvPr>
          <p:cNvSpPr>
            <a:spLocks noGrp="1"/>
          </p:cNvSpPr>
          <p:nvPr>
            <p:ph type="subTitle" idx="1" hasCustomPrompt="1"/>
          </p:nvPr>
        </p:nvSpPr>
        <p:spPr>
          <a:xfrm>
            <a:off x="482602" y="2825416"/>
            <a:ext cx="10350500" cy="603584"/>
          </a:xfrm>
          <a:prstGeom prst="rect">
            <a:avLst/>
          </a:prstGeom>
        </p:spPr>
        <p:txBody>
          <a:bodyPr anchor="t"/>
          <a:lstStyle>
            <a:lvl1pPr marL="0" indent="0" algn="l">
              <a:spcBef>
                <a:spcPts val="0"/>
              </a:spcBef>
              <a:spcAft>
                <a:spcPts val="400"/>
              </a:spcAft>
              <a:buNone/>
              <a:defRPr sz="2400" b="1" i="0" spc="0">
                <a:solidFill>
                  <a:srgbClr val="32006E"/>
                </a:solidFill>
                <a:latin typeface="Open Sans Light"/>
                <a:ea typeface="Open Sans Light"/>
                <a:cs typeface="Open Sans Ligh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t>CLICK TO EDIT SUBTITLE – ALL CAPS</a:t>
            </a:r>
          </a:p>
        </p:txBody>
      </p:sp>
      <p:sp>
        <p:nvSpPr>
          <p:cNvPr id="4" name="Title 1">
            <a:extLst>
              <a:ext uri="{FF2B5EF4-FFF2-40B4-BE49-F238E27FC236}">
                <a16:creationId xmlns:a16="http://schemas.microsoft.com/office/drawing/2014/main" id="{19672DC9-106D-3DF9-16B9-F24BCF5E50C6}"/>
              </a:ext>
            </a:extLst>
          </p:cNvPr>
          <p:cNvSpPr>
            <a:spLocks noGrp="1"/>
          </p:cNvSpPr>
          <p:nvPr>
            <p:ph type="title" hasCustomPrompt="1"/>
          </p:nvPr>
        </p:nvSpPr>
        <p:spPr>
          <a:xfrm>
            <a:off x="482602" y="982134"/>
            <a:ext cx="10325100" cy="1615143"/>
          </a:xfrm>
          <a:prstGeom prst="rect">
            <a:avLst/>
          </a:prstGeom>
        </p:spPr>
        <p:txBody>
          <a:bodyPr anchor="b"/>
          <a:lstStyle>
            <a:lvl1pPr algn="l">
              <a:lnSpc>
                <a:spcPts val="6133"/>
              </a:lnSpc>
              <a:spcBef>
                <a:spcPts val="0"/>
              </a:spcBef>
              <a:buNone/>
              <a:defRPr sz="4800" b="1" i="0" cap="none" spc="-40" baseline="0">
                <a:solidFill>
                  <a:schemeClr val="bg1"/>
                </a:solidFill>
                <a:latin typeface="Encode Sans Normal ExtraBold"/>
                <a:ea typeface="Encode Sans Normal ExtraBold"/>
                <a:cs typeface="Encode Sans Normal ExtraBold"/>
              </a:defRPr>
            </a:lvl1pPr>
          </a:lstStyle>
          <a:p>
            <a:r>
              <a:t>CLICK TO EDIT </a:t>
            </a:r>
            <a:br/>
            <a:r>
              <a:t>TITLE STYLE</a:t>
            </a:r>
          </a:p>
        </p:txBody>
      </p:sp>
      <p:pic>
        <p:nvPicPr>
          <p:cNvPr id="8" name="Picture 2">
            <a:extLst>
              <a:ext uri="{FF2B5EF4-FFF2-40B4-BE49-F238E27FC236}">
                <a16:creationId xmlns:a16="http://schemas.microsoft.com/office/drawing/2014/main" id="{2F0B0DBB-58CC-47ED-A9C1-D95C6D92CA8C}"/>
              </a:ext>
            </a:extLst>
          </p:cNvPr>
          <p:cNvPicPr>
            <a:picLocks noChangeAspect="1"/>
          </p:cNvPicPr>
          <p:nvPr/>
        </p:nvPicPr>
        <p:blipFill>
          <a:blip r:embed="rId2"/>
          <a:srcRect/>
          <a:stretch/>
        </p:blipFill>
        <p:spPr>
          <a:xfrm>
            <a:off x="9881671" y="5542750"/>
            <a:ext cx="1753208" cy="864916"/>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1_Section header_purple">
    <p:bg>
      <p:bgPr>
        <a:solidFill>
          <a:srgbClr val="32006E"/>
        </a:solidFill>
        <a:effectLst/>
      </p:bgPr>
    </p:bg>
    <p:spTree>
      <p:nvGrpSpPr>
        <p:cNvPr id="1" name=""/>
        <p:cNvGrpSpPr/>
        <p:nvPr/>
      </p:nvGrpSpPr>
      <p:grpSpPr>
        <a:xfrm>
          <a:off x="0" y="0"/>
          <a:ext cx="0" cy="0"/>
          <a:chOff x="0" y="0"/>
          <a:chExt cx="0" cy="0"/>
        </a:xfrm>
      </p:grpSpPr>
      <p:sp>
        <p:nvSpPr>
          <p:cNvPr id="2" name="Subtitle 2">
            <a:extLst>
              <a:ext uri="{FF2B5EF4-FFF2-40B4-BE49-F238E27FC236}">
                <a16:creationId xmlns:a16="http://schemas.microsoft.com/office/drawing/2014/main" id="{40223BA2-E77E-B0A1-9266-0D49F8CF83D6}"/>
              </a:ext>
            </a:extLst>
          </p:cNvPr>
          <p:cNvSpPr>
            <a:spLocks noGrp="1"/>
          </p:cNvSpPr>
          <p:nvPr>
            <p:ph type="subTitle" idx="1" hasCustomPrompt="1"/>
          </p:nvPr>
        </p:nvSpPr>
        <p:spPr>
          <a:xfrm>
            <a:off x="482602" y="2825416"/>
            <a:ext cx="10350500" cy="603584"/>
          </a:xfrm>
          <a:prstGeom prst="rect">
            <a:avLst/>
          </a:prstGeom>
        </p:spPr>
        <p:txBody>
          <a:bodyPr anchor="t"/>
          <a:lstStyle>
            <a:lvl1pPr marL="0" indent="0" algn="l">
              <a:spcBef>
                <a:spcPts val="0"/>
              </a:spcBef>
              <a:spcAft>
                <a:spcPts val="400"/>
              </a:spcAft>
              <a:buNone/>
              <a:defRPr sz="2400" b="1" i="0" spc="0">
                <a:solidFill>
                  <a:schemeClr val="bg2"/>
                </a:solidFill>
                <a:latin typeface="Open Sans Light"/>
                <a:ea typeface="Open Sans Light"/>
                <a:cs typeface="Open Sans Ligh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t>CLICK TO EDIT SUBTITLE – ALL CAPS</a:t>
            </a:r>
          </a:p>
        </p:txBody>
      </p:sp>
      <p:sp>
        <p:nvSpPr>
          <p:cNvPr id="4" name="Title 1">
            <a:extLst>
              <a:ext uri="{FF2B5EF4-FFF2-40B4-BE49-F238E27FC236}">
                <a16:creationId xmlns:a16="http://schemas.microsoft.com/office/drawing/2014/main" id="{1F38BED7-E369-0B67-7D56-7D3F31FC320F}"/>
              </a:ext>
            </a:extLst>
          </p:cNvPr>
          <p:cNvSpPr>
            <a:spLocks noGrp="1"/>
          </p:cNvSpPr>
          <p:nvPr>
            <p:ph type="title" hasCustomPrompt="1"/>
          </p:nvPr>
        </p:nvSpPr>
        <p:spPr>
          <a:xfrm>
            <a:off x="482602" y="982134"/>
            <a:ext cx="10325100" cy="1615143"/>
          </a:xfrm>
          <a:prstGeom prst="rect">
            <a:avLst/>
          </a:prstGeom>
        </p:spPr>
        <p:txBody>
          <a:bodyPr anchor="b"/>
          <a:lstStyle>
            <a:lvl1pPr algn="l">
              <a:lnSpc>
                <a:spcPts val="6133"/>
              </a:lnSpc>
              <a:spcBef>
                <a:spcPts val="0"/>
              </a:spcBef>
              <a:buNone/>
              <a:defRPr sz="4800" b="1" i="0" cap="none" spc="-40" baseline="0">
                <a:solidFill>
                  <a:schemeClr val="accent1"/>
                </a:solidFill>
                <a:latin typeface="Encode Sans Normal ExtraBold"/>
                <a:ea typeface="Encode Sans Normal ExtraBold"/>
                <a:cs typeface="Encode Sans Normal ExtraBold"/>
              </a:defRPr>
            </a:lvl1pPr>
          </a:lstStyle>
          <a:p>
            <a:r>
              <a:t>CLICK TO EDIT </a:t>
            </a:r>
            <a:br/>
            <a:r>
              <a:t>TITLE STYLE</a:t>
            </a:r>
          </a:p>
        </p:txBody>
      </p:sp>
      <p:pic>
        <p:nvPicPr>
          <p:cNvPr id="8" name="Picture 2">
            <a:extLst>
              <a:ext uri="{FF2B5EF4-FFF2-40B4-BE49-F238E27FC236}">
                <a16:creationId xmlns:a16="http://schemas.microsoft.com/office/drawing/2014/main" id="{9228A452-81C4-41C5-90C6-950D39347AFD}"/>
              </a:ext>
            </a:extLst>
          </p:cNvPr>
          <p:cNvPicPr>
            <a:picLocks noChangeAspect="1"/>
          </p:cNvPicPr>
          <p:nvPr/>
        </p:nvPicPr>
        <p:blipFill>
          <a:blip r:embed="rId2"/>
          <a:srcRect/>
          <a:stretch/>
        </p:blipFill>
        <p:spPr>
          <a:xfrm>
            <a:off x="9881671" y="5542750"/>
            <a:ext cx="1753208" cy="864916"/>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ullet List">
    <p:spTree>
      <p:nvGrpSpPr>
        <p:cNvPr id="1" name=""/>
        <p:cNvGrpSpPr/>
        <p:nvPr/>
      </p:nvGrpSpPr>
      <p:grpSpPr>
        <a:xfrm>
          <a:off x="0" y="0"/>
          <a:ext cx="0" cy="0"/>
          <a:chOff x="0" y="0"/>
          <a:chExt cx="0" cy="0"/>
        </a:xfrm>
      </p:grpSpPr>
      <p:sp>
        <p:nvSpPr>
          <p:cNvPr id="8" name="Content Placeholder 7">
            <a:extLst>
              <a:ext uri="{FF2B5EF4-FFF2-40B4-BE49-F238E27FC236}">
                <a16:creationId xmlns:a16="http://schemas.microsoft.com/office/drawing/2014/main" id="{B33D3F72-2015-4C6B-A20F-F5C3095135D9}"/>
              </a:ext>
            </a:extLst>
          </p:cNvPr>
          <p:cNvSpPr>
            <a:spLocks noGrp="1"/>
          </p:cNvSpPr>
          <p:nvPr>
            <p:ph idx="11" hasCustomPrompt="1"/>
          </p:nvPr>
        </p:nvSpPr>
        <p:spPr>
          <a:xfrm>
            <a:off x="609600" y="1744134"/>
            <a:ext cx="7315200" cy="2252796"/>
          </a:xfrm>
        </p:spPr>
        <p:txBody>
          <a:bodyPr/>
          <a:lstStyle>
            <a:lvl1pPr>
              <a:buNone/>
              <a:defRPr sz="1867" b="0" i="0">
                <a:latin typeface="Open Sans Light"/>
                <a:ea typeface="Open Sans Light"/>
                <a:cs typeface="Open Sans Light"/>
              </a:defRPr>
            </a:lvl1pPr>
            <a:lvl2pPr>
              <a:buNone/>
              <a:defRPr sz="1867" b="0" i="0">
                <a:latin typeface="Open Sans Light"/>
                <a:ea typeface="Open Sans Light"/>
                <a:cs typeface="Open Sans Light"/>
              </a:defRPr>
            </a:lvl2pPr>
            <a:lvl3pPr>
              <a:buNone/>
              <a:defRPr sz="1867" b="0" i="0">
                <a:latin typeface="Open Sans Light"/>
                <a:ea typeface="Open Sans Light"/>
                <a:cs typeface="Open Sans Light"/>
              </a:defRPr>
            </a:lvl3pPr>
            <a:lvl4pPr>
              <a:buNone/>
              <a:defRPr sz="1867" b="0" i="0">
                <a:latin typeface="Open Sans Light"/>
                <a:ea typeface="Open Sans Light"/>
                <a:cs typeface="Open Sans Light"/>
              </a:defRPr>
            </a:lvl4pPr>
            <a:lvl5pPr>
              <a:buNone/>
              <a:defRPr sz="1867" b="0" i="0">
                <a:latin typeface="Open Sans Light"/>
                <a:ea typeface="Open Sans Light"/>
                <a:cs typeface="Open Sans Light"/>
              </a:defRPr>
            </a:lvl5pPr>
          </a:lstStyle>
          <a:p>
            <a:pPr lvl="0">
              <a:buNone/>
            </a:pPr>
            <a:r>
              <a:t>Click to edit text styles</a:t>
            </a:r>
          </a:p>
          <a:p>
            <a:pPr lvl="1">
              <a:buNone/>
            </a:pPr>
            <a:r>
              <a:t>Second level</a:t>
            </a:r>
          </a:p>
          <a:p>
            <a:pPr lvl="2">
              <a:buNone/>
            </a:pPr>
            <a:r>
              <a:t>Third level</a:t>
            </a:r>
          </a:p>
          <a:p>
            <a:pPr lvl="3">
              <a:buNone/>
            </a:pPr>
            <a:r>
              <a:t>Fourth level</a:t>
            </a:r>
          </a:p>
          <a:p>
            <a:pPr lvl="4">
              <a:buNone/>
            </a:pPr>
            <a:r>
              <a:t>Fifth level</a:t>
            </a:r>
          </a:p>
        </p:txBody>
      </p:sp>
      <p:sp>
        <p:nvSpPr>
          <p:cNvPr id="2" name="Title 1">
            <a:extLst>
              <a:ext uri="{FF2B5EF4-FFF2-40B4-BE49-F238E27FC236}">
                <a16:creationId xmlns:a16="http://schemas.microsoft.com/office/drawing/2014/main" id="{17A41C90-5ECB-21EE-9F34-0F9BBB60ADCB}"/>
              </a:ext>
            </a:extLst>
          </p:cNvPr>
          <p:cNvSpPr>
            <a:spLocks noGrp="1"/>
          </p:cNvSpPr>
          <p:nvPr>
            <p:ph type="title" hasCustomPrompt="1"/>
          </p:nvPr>
        </p:nvSpPr>
        <p:spPr/>
        <p:txBody>
          <a:bodyPr/>
          <a:lstStyle/>
          <a:p>
            <a:r>
              <a:t>CLICK TO EDIT TITLE STYLE</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9" name="Content Placeholder 7">
            <a:extLst>
              <a:ext uri="{FF2B5EF4-FFF2-40B4-BE49-F238E27FC236}">
                <a16:creationId xmlns:a16="http://schemas.microsoft.com/office/drawing/2014/main" id="{4F63E328-8C9C-DE2A-7308-E8BBCD69BEFA}"/>
              </a:ext>
            </a:extLst>
          </p:cNvPr>
          <p:cNvSpPr>
            <a:spLocks noGrp="1"/>
          </p:cNvSpPr>
          <p:nvPr>
            <p:ph idx="11" hasCustomPrompt="1"/>
          </p:nvPr>
        </p:nvSpPr>
        <p:spPr>
          <a:xfrm>
            <a:off x="609601" y="1744134"/>
            <a:ext cx="6316276" cy="2252796"/>
          </a:xfrm>
        </p:spPr>
        <p:txBody>
          <a:bodyPr/>
          <a:lstStyle>
            <a:lvl1pPr>
              <a:buNone/>
              <a:defRPr sz="1867" b="1"/>
            </a:lvl1pPr>
            <a:lvl2pPr>
              <a:buNone/>
              <a:defRPr sz="1867"/>
            </a:lvl2pPr>
            <a:lvl3pPr>
              <a:buNone/>
              <a:defRPr sz="1867"/>
            </a:lvl3pPr>
            <a:lvl4pPr>
              <a:buNone/>
              <a:defRPr sz="1867"/>
            </a:lvl4pPr>
            <a:lvl5pPr>
              <a:buNone/>
              <a:defRPr sz="1867"/>
            </a:lvl5pPr>
          </a:lstStyle>
          <a:p>
            <a:pPr lvl="0">
              <a:buNone/>
            </a:pPr>
            <a:r>
              <a:t>Click to edit text styles</a:t>
            </a:r>
          </a:p>
          <a:p>
            <a:pPr lvl="1">
              <a:buNone/>
            </a:pPr>
            <a:r>
              <a:t>Second level</a:t>
            </a:r>
          </a:p>
          <a:p>
            <a:pPr lvl="2">
              <a:buNone/>
            </a:pPr>
            <a:r>
              <a:t>Third level</a:t>
            </a:r>
          </a:p>
          <a:p>
            <a:pPr lvl="3">
              <a:buNone/>
            </a:pPr>
            <a:r>
              <a:t>Fourth level</a:t>
            </a:r>
          </a:p>
          <a:p>
            <a:pPr lvl="4">
              <a:buNone/>
            </a:pPr>
            <a:r>
              <a:t>Fifth level</a:t>
            </a:r>
          </a:p>
        </p:txBody>
      </p:sp>
      <p:sp>
        <p:nvSpPr>
          <p:cNvPr id="12" name="Title 11">
            <a:extLst>
              <a:ext uri="{FF2B5EF4-FFF2-40B4-BE49-F238E27FC236}">
                <a16:creationId xmlns:a16="http://schemas.microsoft.com/office/drawing/2014/main" id="{B2E75EFE-336F-8122-928E-E0E85EA4EA10}"/>
              </a:ext>
            </a:extLst>
          </p:cNvPr>
          <p:cNvSpPr>
            <a:spLocks noGrp="1"/>
          </p:cNvSpPr>
          <p:nvPr>
            <p:ph type="title" hasCustomPrompt="1"/>
          </p:nvPr>
        </p:nvSpPr>
        <p:spPr>
          <a:xfrm>
            <a:off x="625927" y="641802"/>
            <a:ext cx="6316276" cy="584775"/>
          </a:xfrm>
        </p:spPr>
        <p:txBody>
          <a:bodyPr/>
          <a:lstStyle/>
          <a:p>
            <a:r>
              <a:t>CLICK TO EDIT TITLE STYLE</a:t>
            </a:r>
          </a:p>
        </p:txBody>
      </p:sp>
      <p:sp>
        <p:nvSpPr>
          <p:cNvPr id="3" name="Picture Placeholder 2">
            <a:extLst>
              <a:ext uri="{FF2B5EF4-FFF2-40B4-BE49-F238E27FC236}">
                <a16:creationId xmlns:a16="http://schemas.microsoft.com/office/drawing/2014/main" id="{C20C6CCC-8AA2-B4C9-2718-27DD013B166E}"/>
              </a:ext>
            </a:extLst>
          </p:cNvPr>
          <p:cNvSpPr>
            <a:spLocks noGrp="1"/>
          </p:cNvSpPr>
          <p:nvPr>
            <p:ph type="pic" idx="12"/>
          </p:nvPr>
        </p:nvSpPr>
        <p:spPr>
          <a:xfrm>
            <a:off x="7437968" y="0"/>
            <a:ext cx="4754033" cy="532262"/>
          </a:xfrm>
        </p:spPr>
        <p:txBody>
          <a:bodyPr/>
          <a:lstStyle/>
          <a:p>
            <a:r>
              <a:t>Click icon to add picture</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1_Title and Content">
    <p:bg>
      <p:bgPr>
        <a:solidFill>
          <a:schemeClr val="bg1"/>
        </a:solidFill>
        <a:effectLst/>
      </p:bgPr>
    </p:bg>
    <p:spTree>
      <p:nvGrpSpPr>
        <p:cNvPr id="1" name=""/>
        <p:cNvGrpSpPr/>
        <p:nvPr/>
      </p:nvGrpSpPr>
      <p:grpSpPr>
        <a:xfrm>
          <a:off x="0" y="0"/>
          <a:ext cx="0" cy="0"/>
          <a:chOff x="0" y="0"/>
          <a:chExt cx="0" cy="0"/>
        </a:xfrm>
      </p:grpSpPr>
      <p:sp>
        <p:nvSpPr>
          <p:cNvPr id="9" name="Content Placeholder 7">
            <a:extLst>
              <a:ext uri="{FF2B5EF4-FFF2-40B4-BE49-F238E27FC236}">
                <a16:creationId xmlns:a16="http://schemas.microsoft.com/office/drawing/2014/main" id="{4F63E328-8C9C-DE2A-7308-E8BBCD69BEFA}"/>
              </a:ext>
            </a:extLst>
          </p:cNvPr>
          <p:cNvSpPr>
            <a:spLocks noGrp="1"/>
          </p:cNvSpPr>
          <p:nvPr>
            <p:ph idx="11" hasCustomPrompt="1"/>
          </p:nvPr>
        </p:nvSpPr>
        <p:spPr>
          <a:xfrm>
            <a:off x="609600" y="1744134"/>
            <a:ext cx="6592901" cy="2252796"/>
          </a:xfrm>
        </p:spPr>
        <p:txBody>
          <a:bodyPr/>
          <a:lstStyle>
            <a:lvl1pPr>
              <a:buNone/>
              <a:defRPr sz="1867" b="1">
                <a:solidFill>
                  <a:schemeClr val="tx1"/>
                </a:solidFill>
              </a:defRPr>
            </a:lvl1pPr>
            <a:lvl2pPr>
              <a:buNone/>
              <a:defRPr sz="1867">
                <a:solidFill>
                  <a:schemeClr val="tx1"/>
                </a:solidFill>
              </a:defRPr>
            </a:lvl2pPr>
            <a:lvl3pPr>
              <a:buNone/>
              <a:defRPr sz="1867">
                <a:solidFill>
                  <a:schemeClr val="tx1"/>
                </a:solidFill>
              </a:defRPr>
            </a:lvl3pPr>
            <a:lvl4pPr>
              <a:buNone/>
              <a:defRPr sz="1867">
                <a:solidFill>
                  <a:schemeClr val="tx1"/>
                </a:solidFill>
              </a:defRPr>
            </a:lvl4pPr>
            <a:lvl5pPr>
              <a:buNone/>
              <a:defRPr sz="1867">
                <a:solidFill>
                  <a:schemeClr val="tx1"/>
                </a:solidFill>
              </a:defRPr>
            </a:lvl5pPr>
          </a:lstStyle>
          <a:p>
            <a:pPr lvl="0">
              <a:buNone/>
            </a:pPr>
            <a:r>
              <a:t>Click to edit text styles</a:t>
            </a:r>
          </a:p>
          <a:p>
            <a:pPr lvl="1">
              <a:buNone/>
            </a:pPr>
            <a:r>
              <a:t>Second level</a:t>
            </a:r>
          </a:p>
          <a:p>
            <a:pPr lvl="2">
              <a:buNone/>
            </a:pPr>
            <a:r>
              <a:t>Third level</a:t>
            </a:r>
          </a:p>
          <a:p>
            <a:pPr lvl="3">
              <a:buNone/>
            </a:pPr>
            <a:r>
              <a:t>Fourth level</a:t>
            </a:r>
          </a:p>
          <a:p>
            <a:pPr lvl="4">
              <a:buNone/>
            </a:pPr>
            <a:r>
              <a:t>Fifth level</a:t>
            </a:r>
          </a:p>
        </p:txBody>
      </p:sp>
      <p:sp>
        <p:nvSpPr>
          <p:cNvPr id="2" name="Rectangle 1">
            <a:extLst>
              <a:ext uri="{FF2B5EF4-FFF2-40B4-BE49-F238E27FC236}">
                <a16:creationId xmlns:a16="http://schemas.microsoft.com/office/drawing/2014/main" id="{90EDEE5A-694C-C4D4-2519-94E57145AE4D}"/>
              </a:ext>
            </a:extLst>
          </p:cNvPr>
          <p:cNvSpPr>
            <a:spLocks noGrp="1"/>
          </p:cNvSpPr>
          <p:nvPr/>
        </p:nvSpPr>
        <p:spPr>
          <a:xfrm>
            <a:off x="8342490" y="0"/>
            <a:ext cx="3849511" cy="6858000"/>
          </a:xfrm>
          <a:prstGeom prst="rect">
            <a:avLst/>
          </a:prstGeom>
          <a:blipFill rotWithShape="1">
            <a:blip r:embed="rId2"/>
            <a:srcRect/>
            <a:stretch>
              <a:fillRect l="-102790" r="-64464"/>
            </a:stretch>
          </a:blip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2400"/>
          </a:p>
        </p:txBody>
      </p:sp>
      <p:sp>
        <p:nvSpPr>
          <p:cNvPr id="3" name="Title 2">
            <a:extLst>
              <a:ext uri="{FF2B5EF4-FFF2-40B4-BE49-F238E27FC236}">
                <a16:creationId xmlns:a16="http://schemas.microsoft.com/office/drawing/2014/main" id="{1E7514D8-5214-F82C-BCBF-B5E202DCD667}"/>
              </a:ext>
            </a:extLst>
          </p:cNvPr>
          <p:cNvSpPr>
            <a:spLocks noGrp="1"/>
          </p:cNvSpPr>
          <p:nvPr>
            <p:ph type="title" hasCustomPrompt="1"/>
          </p:nvPr>
        </p:nvSpPr>
        <p:spPr>
          <a:xfrm>
            <a:off x="625927" y="641802"/>
            <a:ext cx="6576575" cy="584775"/>
          </a:xfrm>
        </p:spPr>
        <p:txBody>
          <a:bodyPr/>
          <a:lstStyle/>
          <a:p>
            <a:r>
              <a:t>CLICK TO EDIT TITLE STYLE</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2D5776-2479-4379-A703-2C22D497D23C}"/>
              </a:ext>
            </a:extLst>
          </p:cNvPr>
          <p:cNvSpPr>
            <a:spLocks noGrp="1"/>
          </p:cNvSpPr>
          <p:nvPr>
            <p:ph type="title" hasCustomPrompt="1"/>
          </p:nvPr>
        </p:nvSpPr>
        <p:spPr/>
        <p:txBody>
          <a:bodyPr/>
          <a:lstStyle/>
          <a:p>
            <a:r>
              <a:t>CLICK TO EDIT TITLE STYLE</a:t>
            </a:r>
          </a:p>
        </p:txBody>
      </p:sp>
      <p:sp>
        <p:nvSpPr>
          <p:cNvPr id="9" name="Text Placeholder 8">
            <a:extLst>
              <a:ext uri="{FF2B5EF4-FFF2-40B4-BE49-F238E27FC236}">
                <a16:creationId xmlns:a16="http://schemas.microsoft.com/office/drawing/2014/main" id="{5196A19D-20D7-4BE0-91CF-70BE1A51836D}"/>
              </a:ext>
            </a:extLst>
          </p:cNvPr>
          <p:cNvSpPr>
            <a:spLocks noGrp="1"/>
          </p:cNvSpPr>
          <p:nvPr>
            <p:ph type="body" idx="13" hasCustomPrompt="1"/>
          </p:nvPr>
        </p:nvSpPr>
        <p:spPr>
          <a:xfrm>
            <a:off x="648928" y="2455592"/>
            <a:ext cx="5277737" cy="477438"/>
          </a:xfrm>
        </p:spPr>
        <p:txBody>
          <a:bodyPr wrap="square">
            <a:spAutoFit/>
          </a:bodyPr>
          <a:lstStyle>
            <a:lvl1pPr>
              <a:buNone/>
              <a:defRPr sz="1867"/>
            </a:lvl1pPr>
          </a:lstStyle>
          <a:p>
            <a:pPr lvl="0">
              <a:buNone/>
            </a:pPr>
            <a:r>
              <a:t>Click to edit text</a:t>
            </a:r>
          </a:p>
        </p:txBody>
      </p:sp>
      <p:sp>
        <p:nvSpPr>
          <p:cNvPr id="4" name="Text Placeholder 4">
            <a:extLst>
              <a:ext uri="{FF2B5EF4-FFF2-40B4-BE49-F238E27FC236}">
                <a16:creationId xmlns:a16="http://schemas.microsoft.com/office/drawing/2014/main" id="{59F63A1E-80AC-873A-7B08-C7265BB5967D}"/>
              </a:ext>
            </a:extLst>
          </p:cNvPr>
          <p:cNvSpPr>
            <a:spLocks noGrp="1"/>
          </p:cNvSpPr>
          <p:nvPr>
            <p:ph type="body" idx="14" hasCustomPrompt="1"/>
          </p:nvPr>
        </p:nvSpPr>
        <p:spPr>
          <a:xfrm>
            <a:off x="648928" y="3451618"/>
            <a:ext cx="5277739" cy="496804"/>
          </a:xfrm>
        </p:spPr>
        <p:txBody>
          <a:bodyPr/>
          <a:lstStyle>
            <a:lvl1pPr>
              <a:buNone/>
              <a:defRPr sz="1867" b="1" i="0" spc="0">
                <a:solidFill>
                  <a:schemeClr val="accent1"/>
                </a:solidFill>
                <a:latin typeface="Open Sans Light"/>
                <a:ea typeface="Open Sans Light"/>
                <a:cs typeface="Open Sans Light"/>
              </a:defRPr>
            </a:lvl1pPr>
            <a:lvl2pPr marL="0" indent="0">
              <a:buNone/>
              <a:defRPr sz="2400"/>
            </a:lvl2pPr>
          </a:lstStyle>
          <a:p>
            <a:pPr lvl="0">
              <a:buNone/>
            </a:pPr>
            <a:r>
              <a:t>CLICK TO EDIT TEXT</a:t>
            </a:r>
          </a:p>
        </p:txBody>
      </p:sp>
      <p:sp>
        <p:nvSpPr>
          <p:cNvPr id="6" name="Text Placeholder 8">
            <a:extLst>
              <a:ext uri="{FF2B5EF4-FFF2-40B4-BE49-F238E27FC236}">
                <a16:creationId xmlns:a16="http://schemas.microsoft.com/office/drawing/2014/main" id="{69324E9C-60EB-28A4-B685-42B2774AEFAF}"/>
              </a:ext>
            </a:extLst>
          </p:cNvPr>
          <p:cNvSpPr>
            <a:spLocks noGrp="1"/>
          </p:cNvSpPr>
          <p:nvPr>
            <p:ph type="body" idx="15" hasCustomPrompt="1"/>
          </p:nvPr>
        </p:nvSpPr>
        <p:spPr>
          <a:xfrm>
            <a:off x="648928" y="4013459"/>
            <a:ext cx="5277737" cy="477438"/>
          </a:xfrm>
        </p:spPr>
        <p:txBody>
          <a:bodyPr wrap="square">
            <a:spAutoFit/>
          </a:bodyPr>
          <a:lstStyle>
            <a:lvl1pPr>
              <a:buNone/>
              <a:defRPr sz="1867"/>
            </a:lvl1pPr>
          </a:lstStyle>
          <a:p>
            <a:pPr lvl="0">
              <a:buNone/>
            </a:pPr>
            <a:r>
              <a:t>Click to edit text</a:t>
            </a:r>
          </a:p>
        </p:txBody>
      </p:sp>
      <p:sp>
        <p:nvSpPr>
          <p:cNvPr id="11" name="Text Placeholder 8">
            <a:extLst>
              <a:ext uri="{FF2B5EF4-FFF2-40B4-BE49-F238E27FC236}">
                <a16:creationId xmlns:a16="http://schemas.microsoft.com/office/drawing/2014/main" id="{BD8CB4E0-D660-D5F2-909F-028F7EFFCD95}"/>
              </a:ext>
            </a:extLst>
          </p:cNvPr>
          <p:cNvSpPr>
            <a:spLocks noGrp="1"/>
          </p:cNvSpPr>
          <p:nvPr>
            <p:ph type="body" idx="17" hasCustomPrompt="1"/>
          </p:nvPr>
        </p:nvSpPr>
        <p:spPr>
          <a:xfrm>
            <a:off x="6270794" y="2455592"/>
            <a:ext cx="5277737" cy="477438"/>
          </a:xfrm>
        </p:spPr>
        <p:txBody>
          <a:bodyPr wrap="square">
            <a:spAutoFit/>
          </a:bodyPr>
          <a:lstStyle>
            <a:lvl1pPr>
              <a:buNone/>
              <a:defRPr sz="1867"/>
            </a:lvl1pPr>
          </a:lstStyle>
          <a:p>
            <a:pPr lvl="0">
              <a:buNone/>
            </a:pPr>
            <a:r>
              <a:t>Click to edit text</a:t>
            </a:r>
          </a:p>
        </p:txBody>
      </p:sp>
      <p:sp>
        <p:nvSpPr>
          <p:cNvPr id="13" name="Text Placeholder 8">
            <a:extLst>
              <a:ext uri="{FF2B5EF4-FFF2-40B4-BE49-F238E27FC236}">
                <a16:creationId xmlns:a16="http://schemas.microsoft.com/office/drawing/2014/main" id="{0D09874F-B2CF-BD5A-EE3E-7444C4E16C88}"/>
              </a:ext>
            </a:extLst>
          </p:cNvPr>
          <p:cNvSpPr>
            <a:spLocks noGrp="1"/>
          </p:cNvSpPr>
          <p:nvPr>
            <p:ph type="body" idx="19" hasCustomPrompt="1"/>
          </p:nvPr>
        </p:nvSpPr>
        <p:spPr>
          <a:xfrm>
            <a:off x="6270794" y="4013459"/>
            <a:ext cx="5277737" cy="477438"/>
          </a:xfrm>
        </p:spPr>
        <p:txBody>
          <a:bodyPr wrap="square">
            <a:spAutoFit/>
          </a:bodyPr>
          <a:lstStyle>
            <a:lvl1pPr>
              <a:buNone/>
              <a:defRPr sz="1867"/>
            </a:lvl1pPr>
          </a:lstStyle>
          <a:p>
            <a:pPr lvl="0">
              <a:buNone/>
            </a:pPr>
            <a:r>
              <a:t>Click to edit text</a:t>
            </a:r>
          </a:p>
        </p:txBody>
      </p:sp>
      <p:sp>
        <p:nvSpPr>
          <p:cNvPr id="3" name="Text Placeholder 4">
            <a:extLst>
              <a:ext uri="{FF2B5EF4-FFF2-40B4-BE49-F238E27FC236}">
                <a16:creationId xmlns:a16="http://schemas.microsoft.com/office/drawing/2014/main" id="{0C492763-7F70-C5FA-0820-3577947AC99F}"/>
              </a:ext>
            </a:extLst>
          </p:cNvPr>
          <p:cNvSpPr>
            <a:spLocks noGrp="1"/>
          </p:cNvSpPr>
          <p:nvPr>
            <p:ph type="body" idx="20" hasCustomPrompt="1"/>
          </p:nvPr>
        </p:nvSpPr>
        <p:spPr>
          <a:xfrm>
            <a:off x="648928" y="1884075"/>
            <a:ext cx="5277739" cy="496804"/>
          </a:xfrm>
        </p:spPr>
        <p:txBody>
          <a:bodyPr/>
          <a:lstStyle>
            <a:lvl1pPr>
              <a:buNone/>
              <a:defRPr sz="1867" b="1" i="0" spc="0">
                <a:solidFill>
                  <a:schemeClr val="accent1"/>
                </a:solidFill>
                <a:latin typeface="Open Sans Light"/>
                <a:ea typeface="Open Sans Light"/>
                <a:cs typeface="Open Sans Light"/>
              </a:defRPr>
            </a:lvl1pPr>
            <a:lvl2pPr marL="0" indent="0">
              <a:buNone/>
              <a:defRPr sz="2400"/>
            </a:lvl2pPr>
          </a:lstStyle>
          <a:p>
            <a:pPr lvl="0">
              <a:buNone/>
            </a:pPr>
            <a:r>
              <a:t>CLICK TO EDIT TEXT</a:t>
            </a:r>
          </a:p>
        </p:txBody>
      </p:sp>
      <p:sp>
        <p:nvSpPr>
          <p:cNvPr id="8" name="Text Placeholder 4">
            <a:extLst>
              <a:ext uri="{FF2B5EF4-FFF2-40B4-BE49-F238E27FC236}">
                <a16:creationId xmlns:a16="http://schemas.microsoft.com/office/drawing/2014/main" id="{FDDAFFA5-C05C-EA69-DBA3-676A18E8CEF7}"/>
              </a:ext>
            </a:extLst>
          </p:cNvPr>
          <p:cNvSpPr>
            <a:spLocks noGrp="1"/>
          </p:cNvSpPr>
          <p:nvPr>
            <p:ph type="body" idx="21" hasCustomPrompt="1"/>
          </p:nvPr>
        </p:nvSpPr>
        <p:spPr>
          <a:xfrm>
            <a:off x="6263396" y="3451618"/>
            <a:ext cx="5277739" cy="496804"/>
          </a:xfrm>
        </p:spPr>
        <p:txBody>
          <a:bodyPr/>
          <a:lstStyle>
            <a:lvl1pPr>
              <a:buNone/>
              <a:defRPr sz="1867" b="1" i="0" spc="0">
                <a:solidFill>
                  <a:schemeClr val="accent1"/>
                </a:solidFill>
                <a:latin typeface="Open Sans Light"/>
                <a:ea typeface="Open Sans Light"/>
                <a:cs typeface="Open Sans Light"/>
              </a:defRPr>
            </a:lvl1pPr>
            <a:lvl2pPr marL="0" indent="0">
              <a:buNone/>
              <a:defRPr sz="2400"/>
            </a:lvl2pPr>
          </a:lstStyle>
          <a:p>
            <a:pPr lvl="0">
              <a:buNone/>
            </a:pPr>
            <a:r>
              <a:t>CLICK TO EDIT TEXT</a:t>
            </a:r>
          </a:p>
        </p:txBody>
      </p:sp>
      <p:sp>
        <p:nvSpPr>
          <p:cNvPr id="10" name="Text Placeholder 4">
            <a:extLst>
              <a:ext uri="{FF2B5EF4-FFF2-40B4-BE49-F238E27FC236}">
                <a16:creationId xmlns:a16="http://schemas.microsoft.com/office/drawing/2014/main" id="{DFEE20B9-CD1F-8C9B-BEA0-B9D319CCC211}"/>
              </a:ext>
            </a:extLst>
          </p:cNvPr>
          <p:cNvSpPr>
            <a:spLocks noGrp="1"/>
          </p:cNvSpPr>
          <p:nvPr>
            <p:ph type="body" idx="22" hasCustomPrompt="1"/>
          </p:nvPr>
        </p:nvSpPr>
        <p:spPr>
          <a:xfrm>
            <a:off x="6263396" y="1884075"/>
            <a:ext cx="5277739" cy="496804"/>
          </a:xfrm>
        </p:spPr>
        <p:txBody>
          <a:bodyPr/>
          <a:lstStyle>
            <a:lvl1pPr>
              <a:buNone/>
              <a:defRPr sz="1867" b="1" i="0" spc="0">
                <a:solidFill>
                  <a:schemeClr val="accent1"/>
                </a:solidFill>
                <a:latin typeface="Open Sans Light"/>
                <a:ea typeface="Open Sans Light"/>
                <a:cs typeface="Open Sans Light"/>
              </a:defRPr>
            </a:lvl1pPr>
            <a:lvl2pPr marL="0" indent="0">
              <a:buNone/>
              <a:defRPr sz="2400"/>
            </a:lvl2pPr>
          </a:lstStyle>
          <a:p>
            <a:pPr lvl="0">
              <a:buNone/>
            </a:pPr>
            <a:r>
              <a:t>CLICK TO EDIT TEXT</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ontent with phot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179EC0-41F0-4247-9C45-69A7F8DF62AE}"/>
              </a:ext>
            </a:extLst>
          </p:cNvPr>
          <p:cNvSpPr>
            <a:spLocks noGrp="1"/>
          </p:cNvSpPr>
          <p:nvPr>
            <p:ph type="title" hasCustomPrompt="1"/>
          </p:nvPr>
        </p:nvSpPr>
        <p:spPr/>
        <p:txBody>
          <a:bodyPr/>
          <a:lstStyle/>
          <a:p>
            <a:r>
              <a:t>CLICK TO EDIT TITLE STYLE</a:t>
            </a:r>
          </a:p>
        </p:txBody>
      </p:sp>
      <p:sp>
        <p:nvSpPr>
          <p:cNvPr id="6" name="Picture Placeholder 5">
            <a:extLst>
              <a:ext uri="{FF2B5EF4-FFF2-40B4-BE49-F238E27FC236}">
                <a16:creationId xmlns:a16="http://schemas.microsoft.com/office/drawing/2014/main" id="{F9E53213-570B-4A18-BD1C-150302F61DED}"/>
              </a:ext>
            </a:extLst>
          </p:cNvPr>
          <p:cNvSpPr>
            <a:spLocks noGrp="1"/>
          </p:cNvSpPr>
          <p:nvPr>
            <p:ph type="pic" idx="12"/>
          </p:nvPr>
        </p:nvSpPr>
        <p:spPr>
          <a:xfrm>
            <a:off x="6312126" y="1744133"/>
            <a:ext cx="5300133" cy="533480"/>
          </a:xfrm>
        </p:spPr>
        <p:txBody>
          <a:bodyPr/>
          <a:lstStyle/>
          <a:p>
            <a:r>
              <a:t>Click icon to add picture</a:t>
            </a:r>
          </a:p>
        </p:txBody>
      </p:sp>
      <p:sp>
        <p:nvSpPr>
          <p:cNvPr id="4" name="Content Placeholder 7">
            <a:extLst>
              <a:ext uri="{FF2B5EF4-FFF2-40B4-BE49-F238E27FC236}">
                <a16:creationId xmlns:a16="http://schemas.microsoft.com/office/drawing/2014/main" id="{406E4740-29FB-D70A-8FD0-D37379CFCD0D}"/>
              </a:ext>
            </a:extLst>
          </p:cNvPr>
          <p:cNvSpPr>
            <a:spLocks noGrp="1"/>
          </p:cNvSpPr>
          <p:nvPr>
            <p:ph idx="11" hasCustomPrompt="1"/>
          </p:nvPr>
        </p:nvSpPr>
        <p:spPr>
          <a:xfrm>
            <a:off x="609601" y="1744134"/>
            <a:ext cx="5270276" cy="2252796"/>
          </a:xfrm>
        </p:spPr>
        <p:txBody>
          <a:bodyPr/>
          <a:lstStyle>
            <a:lvl1pPr>
              <a:buNone/>
              <a:defRPr sz="1867" b="1"/>
            </a:lvl1pPr>
            <a:lvl2pPr>
              <a:buNone/>
              <a:defRPr sz="1867"/>
            </a:lvl2pPr>
            <a:lvl3pPr>
              <a:buNone/>
              <a:defRPr sz="1867"/>
            </a:lvl3pPr>
            <a:lvl4pPr>
              <a:buNone/>
              <a:defRPr sz="1867"/>
            </a:lvl4pPr>
            <a:lvl5pPr>
              <a:buNone/>
              <a:defRPr sz="1867"/>
            </a:lvl5pPr>
          </a:lstStyle>
          <a:p>
            <a:pPr lvl="0">
              <a:buNone/>
            </a:pPr>
            <a:r>
              <a:t>Click to edit text styles</a:t>
            </a:r>
          </a:p>
          <a:p>
            <a:pPr lvl="1">
              <a:buNone/>
            </a:pPr>
            <a:r>
              <a:t>Second level</a:t>
            </a:r>
          </a:p>
          <a:p>
            <a:pPr lvl="2">
              <a:buNone/>
            </a:pPr>
            <a:r>
              <a:t>Third level</a:t>
            </a:r>
          </a:p>
          <a:p>
            <a:pPr lvl="3">
              <a:buNone/>
            </a:pPr>
            <a:r>
              <a:t>Fourth level</a:t>
            </a:r>
          </a:p>
          <a:p>
            <a:pPr lvl="4">
              <a:buNone/>
            </a:pPr>
            <a:r>
              <a:t>Fifth level</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1_Title">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2327B15-003C-B57F-47CD-422B701435E3}"/>
              </a:ext>
            </a:extLst>
          </p:cNvPr>
          <p:cNvSpPr>
            <a:spLocks noGrp="1"/>
          </p:cNvSpPr>
          <p:nvPr>
            <p:ph type="title" hasCustomPrompt="1"/>
          </p:nvPr>
        </p:nvSpPr>
        <p:spPr/>
        <p:txBody>
          <a:bodyPr/>
          <a:lstStyle/>
          <a:p>
            <a:r>
              <a:t>CLICK TO EDIT TITLE STYLE</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Blank">
    <p:spTree>
      <p:nvGrpSpPr>
        <p:cNvPr id="1" name=""/>
        <p:cNvGrpSpPr/>
        <p:nvPr/>
      </p:nvGrpSpPr>
      <p:grpSpPr>
        <a:xfrm>
          <a:off x="0" y="0"/>
          <a:ext cx="0" cy="0"/>
          <a:chOff x="0" y="0"/>
          <a:chExt cx="0" cy="0"/>
        </a:xfrm>
      </p:grpSpPr>
      <p:sp>
        <p:nvSpPr>
          <p:cNvPr id="5" name="Text Placeholder 8">
            <a:extLst>
              <a:ext uri="{FF2B5EF4-FFF2-40B4-BE49-F238E27FC236}">
                <a16:creationId xmlns:a16="http://schemas.microsoft.com/office/drawing/2014/main" id="{CC5F2F5B-6F0D-D207-EBEE-C1FD4E77DD29}"/>
              </a:ext>
            </a:extLst>
          </p:cNvPr>
          <p:cNvSpPr>
            <a:spLocks noGrp="1"/>
          </p:cNvSpPr>
          <p:nvPr>
            <p:ph type="body" idx="13"/>
          </p:nvPr>
        </p:nvSpPr>
        <p:spPr>
          <a:xfrm>
            <a:off x="288974" y="5822909"/>
            <a:ext cx="1220513" cy="646331"/>
          </a:xfrm>
        </p:spPr>
        <p:txBody>
          <a:bodyPr wrap="square">
            <a:spAutoFit/>
          </a:bodyPr>
          <a:lstStyle>
            <a:lvl1pPr>
              <a:lnSpc>
                <a:spcPct val="100000"/>
              </a:lnSpc>
              <a:buNone/>
              <a:defRPr sz="1200"/>
            </a:lvl1pPr>
          </a:lstStyle>
          <a:p>
            <a:pPr lvl="0">
              <a:buNone/>
            </a:pPr>
            <a:r>
              <a:t>Click to edit Master text styles</a:t>
            </a:r>
          </a:p>
        </p:txBody>
      </p:sp>
      <p:sp>
        <p:nvSpPr>
          <p:cNvPr id="3" name="Picture Placeholder 2">
            <a:extLst>
              <a:ext uri="{FF2B5EF4-FFF2-40B4-BE49-F238E27FC236}">
                <a16:creationId xmlns:a16="http://schemas.microsoft.com/office/drawing/2014/main" id="{905B892A-4F81-3DE8-DAB9-C9ACD1E4B2D0}"/>
              </a:ext>
            </a:extLst>
          </p:cNvPr>
          <p:cNvSpPr>
            <a:spLocks noGrp="1"/>
          </p:cNvSpPr>
          <p:nvPr>
            <p:ph type="pic" idx="14"/>
          </p:nvPr>
        </p:nvSpPr>
        <p:spPr>
          <a:xfrm>
            <a:off x="2370667" y="0"/>
            <a:ext cx="9821333" cy="532262"/>
          </a:xfrm>
        </p:spPr>
        <p:txBody>
          <a:bodyPr/>
          <a:lstStyle/>
          <a:p>
            <a:r>
              <a:t>Click icon to add picture</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amp;A Purp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81EFCB-4C82-A339-B669-A9027A837A2D}"/>
              </a:ext>
            </a:extLst>
          </p:cNvPr>
          <p:cNvSpPr>
            <a:spLocks noGrp="1"/>
          </p:cNvSpPr>
          <p:nvPr>
            <p:ph type="title" hasCustomPrompt="1"/>
          </p:nvPr>
        </p:nvSpPr>
        <p:spPr/>
        <p:txBody>
          <a:bodyPr/>
          <a:lstStyle/>
          <a:p>
            <a:r>
              <a:t>CLICK TO EDIT TITLE STYLE</a:t>
            </a:r>
          </a:p>
        </p:txBody>
      </p:sp>
      <p:sp>
        <p:nvSpPr>
          <p:cNvPr id="12" name="Content Placeholder 7">
            <a:extLst>
              <a:ext uri="{FF2B5EF4-FFF2-40B4-BE49-F238E27FC236}">
                <a16:creationId xmlns:a16="http://schemas.microsoft.com/office/drawing/2014/main" id="{6EEF7E41-47AD-7303-E02A-CD4A30B4D13F}"/>
              </a:ext>
            </a:extLst>
          </p:cNvPr>
          <p:cNvSpPr>
            <a:spLocks noGrp="1"/>
          </p:cNvSpPr>
          <p:nvPr>
            <p:ph idx="11" hasCustomPrompt="1"/>
          </p:nvPr>
        </p:nvSpPr>
        <p:spPr>
          <a:xfrm>
            <a:off x="609601" y="1744134"/>
            <a:ext cx="5590903" cy="2252796"/>
          </a:xfrm>
        </p:spPr>
        <p:txBody>
          <a:bodyPr/>
          <a:lstStyle>
            <a:lvl1pPr>
              <a:buNone/>
              <a:defRPr sz="1867" b="1"/>
            </a:lvl1pPr>
            <a:lvl2pPr>
              <a:buNone/>
              <a:defRPr sz="1867"/>
            </a:lvl2pPr>
            <a:lvl3pPr>
              <a:buNone/>
              <a:defRPr sz="1867"/>
            </a:lvl3pPr>
            <a:lvl4pPr>
              <a:buNone/>
              <a:defRPr sz="1867"/>
            </a:lvl4pPr>
            <a:lvl5pPr>
              <a:buNone/>
              <a:defRPr sz="1867"/>
            </a:lvl5pPr>
          </a:lstStyle>
          <a:p>
            <a:pPr lvl="0">
              <a:buNone/>
            </a:pPr>
            <a:r>
              <a:t>Click to edit text styles</a:t>
            </a:r>
          </a:p>
          <a:p>
            <a:pPr lvl="1">
              <a:buNone/>
            </a:pPr>
            <a:r>
              <a:t>Second level</a:t>
            </a:r>
          </a:p>
          <a:p>
            <a:pPr lvl="2">
              <a:buNone/>
            </a:pPr>
            <a:r>
              <a:t>Third level</a:t>
            </a:r>
          </a:p>
          <a:p>
            <a:pPr lvl="3">
              <a:buNone/>
            </a:pPr>
            <a:r>
              <a:t>Fourth level</a:t>
            </a:r>
          </a:p>
          <a:p>
            <a:pPr lvl="4">
              <a:buNone/>
            </a:pPr>
            <a:r>
              <a:t>Fifth level</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1_Q&amp;A Purp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81EFCB-4C82-A339-B669-A9027A837A2D}"/>
              </a:ext>
            </a:extLst>
          </p:cNvPr>
          <p:cNvSpPr>
            <a:spLocks noGrp="1"/>
          </p:cNvSpPr>
          <p:nvPr>
            <p:ph type="title" hasCustomPrompt="1"/>
          </p:nvPr>
        </p:nvSpPr>
        <p:spPr/>
        <p:txBody>
          <a:bodyPr/>
          <a:lstStyle/>
          <a:p>
            <a:r>
              <a:t>CLICK TO EDIT TITLE STYLE</a:t>
            </a:r>
          </a:p>
        </p:txBody>
      </p:sp>
      <p:sp>
        <p:nvSpPr>
          <p:cNvPr id="12" name="Content Placeholder 7">
            <a:extLst>
              <a:ext uri="{FF2B5EF4-FFF2-40B4-BE49-F238E27FC236}">
                <a16:creationId xmlns:a16="http://schemas.microsoft.com/office/drawing/2014/main" id="{6EEF7E41-47AD-7303-E02A-CD4A30B4D13F}"/>
              </a:ext>
            </a:extLst>
          </p:cNvPr>
          <p:cNvSpPr>
            <a:spLocks noGrp="1"/>
          </p:cNvSpPr>
          <p:nvPr>
            <p:ph idx="11" hasCustomPrompt="1"/>
          </p:nvPr>
        </p:nvSpPr>
        <p:spPr>
          <a:xfrm>
            <a:off x="609601" y="1744134"/>
            <a:ext cx="5167087" cy="2252796"/>
          </a:xfrm>
        </p:spPr>
        <p:txBody>
          <a:bodyPr/>
          <a:lstStyle>
            <a:lvl1pPr>
              <a:buNone/>
              <a:defRPr sz="1867" b="1"/>
            </a:lvl1pPr>
            <a:lvl2pPr>
              <a:buNone/>
              <a:defRPr sz="1867"/>
            </a:lvl2pPr>
            <a:lvl3pPr>
              <a:buNone/>
              <a:defRPr sz="1867"/>
            </a:lvl3pPr>
            <a:lvl4pPr>
              <a:buNone/>
              <a:defRPr sz="1867"/>
            </a:lvl4pPr>
            <a:lvl5pPr>
              <a:buNone/>
              <a:defRPr sz="1867"/>
            </a:lvl5pPr>
          </a:lstStyle>
          <a:p>
            <a:pPr lvl="0">
              <a:buNone/>
            </a:pPr>
            <a:r>
              <a:t>Click to edit text styles</a:t>
            </a:r>
          </a:p>
          <a:p>
            <a:pPr lvl="1">
              <a:buNone/>
            </a:pPr>
            <a:r>
              <a:t>Second level</a:t>
            </a:r>
          </a:p>
          <a:p>
            <a:pPr lvl="2">
              <a:buNone/>
            </a:pPr>
            <a:r>
              <a:t>Third level</a:t>
            </a:r>
          </a:p>
          <a:p>
            <a:pPr lvl="3">
              <a:buNone/>
            </a:pPr>
            <a:r>
              <a:t>Fourth level</a:t>
            </a:r>
          </a:p>
          <a:p>
            <a:pPr lvl="4">
              <a:buNone/>
            </a:pPr>
            <a:r>
              <a:t>Fifth level</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Q&amp;A Gold">
    <p:bg>
      <p:bgPr>
        <a:solidFill>
          <a:schemeClr val="bg1"/>
        </a:solidFill>
        <a:effectLst/>
      </p:bgPr>
    </p:bg>
    <p:spTree>
      <p:nvGrpSpPr>
        <p:cNvPr id="1" name=""/>
        <p:cNvGrpSpPr/>
        <p:nvPr/>
      </p:nvGrpSpPr>
      <p:grpSpPr>
        <a:xfrm>
          <a:off x="0" y="0"/>
          <a:ext cx="0" cy="0"/>
          <a:chOff x="0" y="0"/>
          <a:chExt cx="0" cy="0"/>
        </a:xfrm>
      </p:grpSpPr>
      <p:sp>
        <p:nvSpPr>
          <p:cNvPr id="3" name="Content Placeholder 12">
            <a:extLst>
              <a:ext uri="{FF2B5EF4-FFF2-40B4-BE49-F238E27FC236}">
                <a16:creationId xmlns:a16="http://schemas.microsoft.com/office/drawing/2014/main" id="{2A43680B-0C4E-035C-8289-47EE40A3E9E9}"/>
              </a:ext>
            </a:extLst>
          </p:cNvPr>
          <p:cNvSpPr>
            <a:spLocks noGrp="1"/>
          </p:cNvSpPr>
          <p:nvPr>
            <p:ph idx="11" hasCustomPrompt="1"/>
          </p:nvPr>
        </p:nvSpPr>
        <p:spPr>
          <a:xfrm>
            <a:off x="586595" y="1966666"/>
            <a:ext cx="9414933" cy="1990288"/>
          </a:xfrm>
        </p:spPr>
        <p:txBody>
          <a:bodyPr/>
          <a:lstStyle>
            <a:lvl1pPr marL="0" marR="0" indent="0" algn="l" defTabSz="609585">
              <a:lnSpc>
                <a:spcPct val="100000"/>
              </a:lnSpc>
              <a:spcBef>
                <a:spcPts val="0"/>
              </a:spcBef>
              <a:spcAft>
                <a:spcPts val="133"/>
              </a:spcAft>
              <a:buClrTx/>
              <a:buSzTx/>
              <a:buFont typeface="Arial"/>
              <a:buNone/>
              <a:defRPr sz="2400">
                <a:solidFill>
                  <a:schemeClr val="tx1"/>
                </a:solidFill>
              </a:defRPr>
            </a:lvl1pPr>
          </a:lstStyle>
          <a:p>
            <a:pPr marL="380990" marR="0" lvl="0" indent="-380990" algn="l" defTabSz="609585">
              <a:lnSpc>
                <a:spcPct val="100000"/>
              </a:lnSpc>
              <a:spcBef>
                <a:spcPts val="0"/>
              </a:spcBef>
              <a:spcAft>
                <a:spcPts val="133"/>
              </a:spcAft>
              <a:buClrTx/>
              <a:buSzTx/>
              <a:buFont typeface="Arial"/>
              <a:buChar char="•"/>
            </a:pPr>
            <a:r>
              <a:t>Optional list of considerations</a:t>
            </a:r>
          </a:p>
          <a:p>
            <a:pPr lvl="0">
              <a:buNone/>
            </a:pPr>
            <a:endParaRPr/>
          </a:p>
          <a:p>
            <a:pPr marL="380990" marR="0" lvl="0" indent="-380990" algn="l" defTabSz="609585">
              <a:lnSpc>
                <a:spcPct val="100000"/>
              </a:lnSpc>
              <a:spcBef>
                <a:spcPts val="0"/>
              </a:spcBef>
              <a:spcAft>
                <a:spcPts val="133"/>
              </a:spcAft>
              <a:buClrTx/>
              <a:buSzTx/>
              <a:buFont typeface="Arial"/>
              <a:buChar char="•"/>
            </a:pPr>
            <a:r>
              <a:t>Optional list of considerations</a:t>
            </a:r>
          </a:p>
          <a:p>
            <a:pPr marL="380990" marR="0" lvl="0" indent="-380990" algn="l" defTabSz="609585">
              <a:lnSpc>
                <a:spcPct val="100000"/>
              </a:lnSpc>
              <a:spcBef>
                <a:spcPts val="0"/>
              </a:spcBef>
              <a:spcAft>
                <a:spcPts val="133"/>
              </a:spcAft>
              <a:buClrTx/>
              <a:buSzTx/>
              <a:buFont typeface="Arial"/>
              <a:buChar char="•"/>
            </a:pPr>
            <a:endParaRPr/>
          </a:p>
          <a:p>
            <a:pPr marL="380990" marR="0" lvl="0" indent="-380990" algn="l" defTabSz="609585">
              <a:lnSpc>
                <a:spcPct val="100000"/>
              </a:lnSpc>
              <a:spcBef>
                <a:spcPts val="0"/>
              </a:spcBef>
              <a:spcAft>
                <a:spcPts val="133"/>
              </a:spcAft>
              <a:buClrTx/>
              <a:buSzTx/>
              <a:buFont typeface="Arial"/>
              <a:buChar char="•"/>
            </a:pPr>
            <a:r>
              <a:t>Optional list of considerations</a:t>
            </a:r>
          </a:p>
        </p:txBody>
      </p:sp>
      <p:sp>
        <p:nvSpPr>
          <p:cNvPr id="4" name="Title 3">
            <a:extLst>
              <a:ext uri="{FF2B5EF4-FFF2-40B4-BE49-F238E27FC236}">
                <a16:creationId xmlns:a16="http://schemas.microsoft.com/office/drawing/2014/main" id="{EF6B5C0D-562C-B668-B0FD-B003E2FB7251}"/>
              </a:ext>
            </a:extLst>
          </p:cNvPr>
          <p:cNvSpPr>
            <a:spLocks noGrp="1"/>
          </p:cNvSpPr>
          <p:nvPr>
            <p:ph type="title" hasCustomPrompt="1"/>
          </p:nvPr>
        </p:nvSpPr>
        <p:spPr/>
        <p:txBody>
          <a:bodyPr/>
          <a:lstStyle/>
          <a:p>
            <a:r>
              <a:t>CLICK TO EDIT TITLE STYLE</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Thank You_purple">
    <p:bg>
      <p:bgPr>
        <a:solidFill>
          <a:srgbClr val="32006E"/>
        </a:solidFill>
        <a:effectLst/>
      </p:bgPr>
    </p:bg>
    <p:spTree>
      <p:nvGrpSpPr>
        <p:cNvPr id="1" name=""/>
        <p:cNvGrpSpPr/>
        <p:nvPr/>
      </p:nvGrpSpPr>
      <p:grpSpPr>
        <a:xfrm>
          <a:off x="0" y="0"/>
          <a:ext cx="0" cy="0"/>
          <a:chOff x="0" y="0"/>
          <a:chExt cx="0" cy="0"/>
        </a:xfrm>
      </p:grpSpPr>
      <p:pic>
        <p:nvPicPr>
          <p:cNvPr id="2" name="Picture 2">
            <a:extLst>
              <a:ext uri="{FF2B5EF4-FFF2-40B4-BE49-F238E27FC236}">
                <a16:creationId xmlns:a16="http://schemas.microsoft.com/office/drawing/2014/main" id="{3732CF5F-4501-47F7-883F-870CA21FD490}"/>
              </a:ext>
            </a:extLst>
          </p:cNvPr>
          <p:cNvPicPr>
            <a:picLocks noChangeAspect="1"/>
          </p:cNvPicPr>
          <p:nvPr/>
        </p:nvPicPr>
        <p:blipFill>
          <a:blip r:embed="rId2"/>
          <a:srcRect/>
          <a:stretch/>
        </p:blipFill>
        <p:spPr>
          <a:xfrm>
            <a:off x="9881671" y="5542750"/>
            <a:ext cx="1753208" cy="864916"/>
          </a:xfrm>
          <a:prstGeom prst="rect">
            <a:avLst/>
          </a:prstGeom>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1_Thank You_tan">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99E26A2-B21C-4E5E-8795-88FD1632DF89}"/>
              </a:ext>
            </a:extLst>
          </p:cNvPr>
          <p:cNvPicPr>
            <a:picLocks noChangeAspect="1"/>
          </p:cNvPicPr>
          <p:nvPr/>
        </p:nvPicPr>
        <p:blipFill>
          <a:blip r:embed="rId2"/>
          <a:srcRect/>
          <a:stretch/>
        </p:blipFill>
        <p:spPr>
          <a:xfrm>
            <a:off x="9881671" y="5542750"/>
            <a:ext cx="1753208" cy="864916"/>
          </a:xfrm>
          <a:prstGeom prst="rect">
            <a:avLst/>
          </a:prstGeom>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F5BA17-DAF9-681D-B819-7BDD9530A317}"/>
              </a:ext>
            </a:extLst>
          </p:cNvPr>
          <p:cNvSpPr>
            <a:spLocks noGrp="1"/>
          </p:cNvSpPr>
          <p:nvPr>
            <p:ph type="title"/>
          </p:nvPr>
        </p:nvSpPr>
        <p:spPr/>
        <p:txBody>
          <a:bodyPr/>
          <a:lstStyle/>
          <a:p>
            <a:r>
              <a:t>Click to edit Master title style</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itle Placeholder 2">
            <a:extLst>
              <a:ext uri="{FF2B5EF4-FFF2-40B4-BE49-F238E27FC236}">
                <a16:creationId xmlns:a16="http://schemas.microsoft.com/office/drawing/2014/main" id="{44413B94-6844-4A70-89C7-90215F30769B}"/>
              </a:ext>
            </a:extLst>
          </p:cNvPr>
          <p:cNvSpPr>
            <a:spLocks noGrp="1"/>
          </p:cNvSpPr>
          <p:nvPr>
            <p:ph type="title"/>
          </p:nvPr>
        </p:nvSpPr>
        <p:spPr>
          <a:xfrm>
            <a:off x="625927" y="641802"/>
            <a:ext cx="10894141" cy="584775"/>
          </a:xfrm>
          <a:prstGeom prst="rect">
            <a:avLst/>
          </a:prstGeom>
        </p:spPr>
        <p:txBody>
          <a:bodyPr vert="horz" wrap="square" lIns="91440" tIns="45720" rIns="91440" bIns="45720" anchor="t">
            <a:spAutoFit/>
          </a:bodyPr>
          <a:lstStyle/>
          <a:p>
            <a:r>
              <a:t>CLICK TO EDIT HEADER STYLE</a:t>
            </a:r>
          </a:p>
        </p:txBody>
      </p:sp>
      <p:sp>
        <p:nvSpPr>
          <p:cNvPr id="6" name="Text Placeholder 5">
            <a:extLst>
              <a:ext uri="{FF2B5EF4-FFF2-40B4-BE49-F238E27FC236}">
                <a16:creationId xmlns:a16="http://schemas.microsoft.com/office/drawing/2014/main" id="{F8849ED6-60C4-4512-8605-1E9E2FBFD100}"/>
              </a:ext>
            </a:extLst>
          </p:cNvPr>
          <p:cNvSpPr>
            <a:spLocks noGrp="1"/>
          </p:cNvSpPr>
          <p:nvPr>
            <p:ph type="body" idx="1"/>
          </p:nvPr>
        </p:nvSpPr>
        <p:spPr>
          <a:xfrm>
            <a:off x="625927" y="1529769"/>
            <a:ext cx="10894141" cy="2375522"/>
          </a:xfrm>
          <a:prstGeom prst="rect">
            <a:avLst/>
          </a:prstGeom>
        </p:spPr>
        <p:txBody>
          <a:bodyPr vert="horz" wrap="square" lIns="137160" tIns="45720" rIns="91440" bIns="45720">
            <a:spAutoFit/>
          </a:bodyPr>
          <a:lstStyle/>
          <a:p>
            <a:pPr lvl="0">
              <a:buNone/>
            </a:pPr>
            <a:r>
              <a:t>Click to edit text styles</a:t>
            </a:r>
          </a:p>
          <a:p>
            <a:pPr lvl="1">
              <a:buNone/>
            </a:pPr>
            <a:r>
              <a:t>Second level</a:t>
            </a:r>
          </a:p>
          <a:p>
            <a:pPr lvl="2">
              <a:buNone/>
            </a:pPr>
            <a:r>
              <a:t>Third level</a:t>
            </a:r>
          </a:p>
          <a:p>
            <a:pPr lvl="3">
              <a:buNone/>
            </a:pPr>
            <a:r>
              <a:t>Fourth level</a:t>
            </a:r>
          </a:p>
          <a:p>
            <a:pPr lvl="4">
              <a:buNone/>
            </a:pPr>
            <a:r>
              <a:t>Fifth level</a:t>
            </a:r>
          </a:p>
        </p:txBody>
      </p:sp>
      <p:sp>
        <p:nvSpPr>
          <p:cNvPr id="24" name="TextBox 23">
            <a:extLst>
              <a:ext uri="{FF2B5EF4-FFF2-40B4-BE49-F238E27FC236}">
                <a16:creationId xmlns:a16="http://schemas.microsoft.com/office/drawing/2014/main" id="{67DCE893-6A75-F770-3EBA-345A9472F0A7}"/>
              </a:ext>
            </a:extLst>
          </p:cNvPr>
          <p:cNvSpPr>
            <a:spLocks noGrp="1"/>
          </p:cNvSpPr>
          <p:nvPr/>
        </p:nvSpPr>
        <p:spPr>
          <a:xfrm>
            <a:off x="381193" y="6409578"/>
            <a:ext cx="4274987" cy="235898"/>
          </a:xfrm>
          <a:prstGeom prst="rect">
            <a:avLst/>
          </a:prstGeom>
          <a:noFill/>
        </p:spPr>
        <p:txBody>
          <a:bodyPr wrap="square">
            <a:spAutoFit/>
          </a:bodyPr>
          <a:lstStyle/>
          <a:p>
            <a:r>
              <a:rPr sz="933" b="0" i="0" spc="27">
                <a:solidFill>
                  <a:schemeClr val="tx1">
                    <a:lumMod val="65000"/>
                    <a:lumOff val="35000"/>
                  </a:schemeClr>
                </a:solidFill>
                <a:latin typeface="Open Sans Light"/>
                <a:ea typeface="Open Sans Light"/>
                <a:cs typeface="Open Sans Light"/>
              </a:rPr>
              <a:t> FOSTER SCHOOL OF BUSINESS, UNIVERSITY OF WASHINGTON</a:t>
            </a:r>
            <a:endParaRPr sz="2133" b="0" spc="27" baseline="0">
              <a:solidFill>
                <a:schemeClr val="tx1">
                  <a:lumMod val="65000"/>
                  <a:lumOff val="35000"/>
                </a:schemeClr>
              </a:solidFill>
              <a:latin typeface="Open Sans Light"/>
              <a:ea typeface="Open Sans Light"/>
              <a:cs typeface="Open Sans Light"/>
            </a:endParaRPr>
          </a:p>
        </p:txBody>
      </p:sp>
      <p:sp>
        <p:nvSpPr>
          <p:cNvPr id="27" name="TextBox 26">
            <a:extLst>
              <a:ext uri="{FF2B5EF4-FFF2-40B4-BE49-F238E27FC236}">
                <a16:creationId xmlns:a16="http://schemas.microsoft.com/office/drawing/2014/main" id="{1EB5DED1-6392-63AA-0761-1325CD3A98B5}"/>
              </a:ext>
            </a:extLst>
          </p:cNvPr>
          <p:cNvSpPr>
            <a:spLocks noGrp="1"/>
          </p:cNvSpPr>
          <p:nvPr/>
        </p:nvSpPr>
        <p:spPr>
          <a:xfrm>
            <a:off x="8243235" y="6409577"/>
            <a:ext cx="3427347" cy="235898"/>
          </a:xfrm>
          <a:prstGeom prst="rect">
            <a:avLst/>
          </a:prstGeom>
          <a:noFill/>
        </p:spPr>
        <p:txBody>
          <a:bodyPr wrap="square">
            <a:spAutoFit/>
          </a:bodyPr>
          <a:lstStyle/>
          <a:p>
            <a:pPr algn="r">
              <a:buNone/>
            </a:pPr>
            <a:r>
              <a:rPr sz="933" b="0" i="0">
                <a:solidFill>
                  <a:schemeClr val="tx1">
                    <a:lumMod val="65000"/>
                    <a:lumOff val="35000"/>
                  </a:schemeClr>
                </a:solidFill>
                <a:latin typeface="Open Sans Light"/>
                <a:ea typeface="Open Sans Light"/>
                <a:cs typeface="Open Sans Light"/>
              </a:rPr>
              <a:t>foster.uw.edu</a:t>
            </a:r>
            <a:endParaRPr sz="2133" b="0" i="0">
              <a:solidFill>
                <a:schemeClr val="tx1">
                  <a:lumMod val="65000"/>
                  <a:lumOff val="35000"/>
                </a:schemeClr>
              </a:solidFill>
              <a:latin typeface="Open Sans Light"/>
              <a:ea typeface="Open Sans Light"/>
              <a:cs typeface="Open Sans Light"/>
            </a:endParaRPr>
          </a:p>
        </p:txBody>
      </p:sp>
      <p:sp>
        <p:nvSpPr>
          <p:cNvPr id="29" name="Straight Connector 28">
            <a:extLst>
              <a:ext uri="{FF2B5EF4-FFF2-40B4-BE49-F238E27FC236}">
                <a16:creationId xmlns:a16="http://schemas.microsoft.com/office/drawing/2014/main" id="{B19E5F83-CC4C-4422-956B-0374695BFA28}"/>
              </a:ext>
            </a:extLst>
          </p:cNvPr>
          <p:cNvSpPr>
            <a:spLocks noGrp="1"/>
          </p:cNvSpPr>
          <p:nvPr/>
        </p:nvSpPr>
        <p:spPr>
          <a:xfrm>
            <a:off x="522515" y="6316617"/>
            <a:ext cx="11043559" cy="0"/>
          </a:xfrm>
          <a:prstGeom prst="line">
            <a:avLst/>
          </a:prstGeom>
          <a:ln>
            <a:solidFill>
              <a:srgbClr val="C09F29">
                <a:alpha val="34419"/>
              </a:srgbClr>
            </a:solidFill>
          </a:ln>
        </p:spPr>
        <p:style>
          <a:lnRef idx="1">
            <a:schemeClr val="accent6"/>
          </a:lnRef>
          <a:fillRef idx="0">
            <a:schemeClr val="accent6"/>
          </a:fillRef>
          <a:effectRef idx="0">
            <a:schemeClr val="accent6"/>
          </a:effectRef>
          <a:fontRef idx="minor">
            <a:schemeClr val="tx1"/>
          </a:fontRef>
        </p:style>
        <p:txBody>
          <a:bodyPr/>
          <a:lstStyle/>
          <a:p>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Lst>
  <p:txStyles>
    <p:titleStyle>
      <a:lvl1pPr algn="l" defTabSz="609585">
        <a:spcBef>
          <a:spcPct val="0"/>
        </a:spcBef>
        <a:spcAft>
          <a:spcPct val="0"/>
        </a:spcAft>
        <a:buNone/>
        <a:defRPr sz="3200" b="1" i="0" kern="1200">
          <a:solidFill>
            <a:srgbClr val="32006E"/>
          </a:solidFill>
          <a:latin typeface="Encode Sans Normal ExtraBold"/>
          <a:ea typeface="Encode Sans Normal ExtraBold"/>
          <a:cs typeface="Encode Sans Normal ExtraBold"/>
        </a:defRPr>
      </a:lvl1pPr>
      <a:lvl2pPr algn="ctr" defTabSz="609585">
        <a:spcBef>
          <a:spcPct val="0"/>
        </a:spcBef>
        <a:spcAft>
          <a:spcPct val="0"/>
        </a:spcAft>
        <a:buNone/>
        <a:defRPr sz="5867">
          <a:solidFill>
            <a:schemeClr val="tx1"/>
          </a:solidFill>
          <a:latin typeface="Calibri"/>
          <a:ea typeface="Calibri"/>
          <a:cs typeface="Calibri"/>
        </a:defRPr>
      </a:lvl2pPr>
      <a:lvl3pPr algn="ctr" defTabSz="609585">
        <a:spcBef>
          <a:spcPct val="0"/>
        </a:spcBef>
        <a:spcAft>
          <a:spcPct val="0"/>
        </a:spcAft>
        <a:buNone/>
        <a:defRPr sz="5867">
          <a:solidFill>
            <a:schemeClr val="tx1"/>
          </a:solidFill>
          <a:latin typeface="Calibri"/>
          <a:ea typeface="Calibri"/>
          <a:cs typeface="Calibri"/>
        </a:defRPr>
      </a:lvl3pPr>
      <a:lvl4pPr algn="ctr" defTabSz="609585">
        <a:spcBef>
          <a:spcPct val="0"/>
        </a:spcBef>
        <a:spcAft>
          <a:spcPct val="0"/>
        </a:spcAft>
        <a:buNone/>
        <a:defRPr sz="5867">
          <a:solidFill>
            <a:schemeClr val="tx1"/>
          </a:solidFill>
          <a:latin typeface="Calibri"/>
          <a:ea typeface="Calibri"/>
          <a:cs typeface="Calibri"/>
        </a:defRPr>
      </a:lvl4pPr>
      <a:lvl5pPr algn="ctr" defTabSz="609585">
        <a:spcBef>
          <a:spcPct val="0"/>
        </a:spcBef>
        <a:spcAft>
          <a:spcPct val="0"/>
        </a:spcAft>
        <a:buNone/>
        <a:defRPr sz="5867">
          <a:solidFill>
            <a:schemeClr val="tx1"/>
          </a:solidFill>
          <a:latin typeface="Calibri"/>
          <a:ea typeface="Calibri"/>
          <a:cs typeface="Calibri"/>
        </a:defRPr>
      </a:lvl5pPr>
      <a:lvl6pPr marL="609585" algn="ctr" defTabSz="609585">
        <a:spcBef>
          <a:spcPct val="0"/>
        </a:spcBef>
        <a:spcAft>
          <a:spcPct val="0"/>
        </a:spcAft>
        <a:buNone/>
        <a:defRPr sz="5867">
          <a:solidFill>
            <a:schemeClr val="tx1"/>
          </a:solidFill>
          <a:latin typeface="Calibri"/>
          <a:ea typeface="Calibri"/>
          <a:cs typeface="Calibri"/>
        </a:defRPr>
      </a:lvl6pPr>
      <a:lvl7pPr marL="1219170" algn="ctr" defTabSz="609585">
        <a:spcBef>
          <a:spcPct val="0"/>
        </a:spcBef>
        <a:spcAft>
          <a:spcPct val="0"/>
        </a:spcAft>
        <a:buNone/>
        <a:defRPr sz="5867">
          <a:solidFill>
            <a:schemeClr val="tx1"/>
          </a:solidFill>
          <a:latin typeface="Calibri"/>
          <a:ea typeface="Calibri"/>
          <a:cs typeface="Calibri"/>
        </a:defRPr>
      </a:lvl7pPr>
      <a:lvl8pPr marL="1828754" algn="ctr" defTabSz="609585">
        <a:spcBef>
          <a:spcPct val="0"/>
        </a:spcBef>
        <a:spcAft>
          <a:spcPct val="0"/>
        </a:spcAft>
        <a:buNone/>
        <a:defRPr sz="5867">
          <a:solidFill>
            <a:schemeClr val="tx1"/>
          </a:solidFill>
          <a:latin typeface="Calibri"/>
          <a:ea typeface="Calibri"/>
          <a:cs typeface="Calibri"/>
        </a:defRPr>
      </a:lvl8pPr>
      <a:lvl9pPr marL="2438339" algn="ctr" defTabSz="609585">
        <a:spcBef>
          <a:spcPct val="0"/>
        </a:spcBef>
        <a:spcAft>
          <a:spcPct val="0"/>
        </a:spcAft>
        <a:buNone/>
        <a:defRPr sz="5867">
          <a:solidFill>
            <a:schemeClr val="tx1"/>
          </a:solidFill>
          <a:latin typeface="Calibri"/>
          <a:ea typeface="Calibri"/>
          <a:cs typeface="Calibri"/>
        </a:defRPr>
      </a:lvl9pPr>
    </p:titleStyle>
    <p:bodyStyle>
      <a:lvl1pPr marL="0" indent="0" algn="l" defTabSz="609585">
        <a:lnSpc>
          <a:spcPct val="150000"/>
        </a:lnSpc>
        <a:spcBef>
          <a:spcPts val="0"/>
        </a:spcBef>
        <a:spcAft>
          <a:spcPts val="133"/>
        </a:spcAft>
        <a:buFont typeface="Arial"/>
        <a:buNone/>
        <a:defRPr sz="2133" kern="1200">
          <a:solidFill>
            <a:schemeClr val="tx1"/>
          </a:solidFill>
          <a:latin typeface="Open Sans Light"/>
          <a:ea typeface="Open Sans Light"/>
          <a:cs typeface="Open Sans Light"/>
        </a:defRPr>
      </a:lvl1pPr>
      <a:lvl2pPr marL="687900" indent="-232828" algn="l" defTabSz="609585">
        <a:lnSpc>
          <a:spcPct val="150000"/>
        </a:lnSpc>
        <a:spcBef>
          <a:spcPts val="0"/>
        </a:spcBef>
        <a:spcAft>
          <a:spcPts val="133"/>
        </a:spcAft>
        <a:buFont typeface="Arial"/>
        <a:buChar char="•"/>
        <a:defRPr sz="2133" kern="1200">
          <a:solidFill>
            <a:schemeClr val="tx1"/>
          </a:solidFill>
          <a:latin typeface="Open Sans Light"/>
          <a:ea typeface="Open Sans Light"/>
          <a:cs typeface="Open Sans Light"/>
        </a:defRPr>
      </a:lvl2pPr>
      <a:lvl3pPr marL="914377" indent="-226478" algn="l" defTabSz="609585">
        <a:lnSpc>
          <a:spcPct val="150000"/>
        </a:lnSpc>
        <a:spcBef>
          <a:spcPts val="0"/>
        </a:spcBef>
        <a:spcAft>
          <a:spcPts val="133"/>
        </a:spcAft>
        <a:buFont typeface="Arial"/>
        <a:buChar char="•"/>
        <a:defRPr sz="1867" kern="1200">
          <a:solidFill>
            <a:schemeClr val="tx1"/>
          </a:solidFill>
          <a:latin typeface="Open Sans Light"/>
          <a:ea typeface="Open Sans Light"/>
          <a:cs typeface="Open Sans Light"/>
        </a:defRPr>
      </a:lvl3pPr>
      <a:lvl4pPr marL="1140855" indent="-226478" algn="l" defTabSz="609585">
        <a:lnSpc>
          <a:spcPct val="150000"/>
        </a:lnSpc>
        <a:spcBef>
          <a:spcPts val="0"/>
        </a:spcBef>
        <a:spcAft>
          <a:spcPts val="133"/>
        </a:spcAft>
        <a:buFont typeface="Arial"/>
        <a:buChar char="•"/>
        <a:defRPr sz="1867" kern="1200">
          <a:solidFill>
            <a:schemeClr val="tx1"/>
          </a:solidFill>
          <a:latin typeface="Open Sans Light"/>
          <a:ea typeface="Open Sans Light"/>
          <a:cs typeface="Open Sans Light"/>
        </a:defRPr>
      </a:lvl4pPr>
      <a:lvl5pPr marL="1375799" indent="-234945" algn="l" defTabSz="609585">
        <a:lnSpc>
          <a:spcPct val="150000"/>
        </a:lnSpc>
        <a:spcBef>
          <a:spcPts val="0"/>
        </a:spcBef>
        <a:spcAft>
          <a:spcPts val="133"/>
        </a:spcAft>
        <a:buFont typeface="Arial"/>
        <a:buChar char="•"/>
        <a:defRPr sz="1867" kern="1200">
          <a:solidFill>
            <a:schemeClr val="tx1"/>
          </a:solidFill>
          <a:latin typeface="Open Sans Light"/>
          <a:ea typeface="Open Sans Light"/>
          <a:cs typeface="Open Sans Light"/>
        </a:defRPr>
      </a:lvl5pPr>
      <a:lvl6pPr marL="3352716" indent="-304792" algn="l" defTabSz="609585">
        <a:spcBef>
          <a:spcPct val="20000"/>
        </a:spcBef>
        <a:buFont typeface="Arial"/>
        <a:buChar char="•"/>
        <a:defRPr sz="2667" kern="1200">
          <a:solidFill>
            <a:schemeClr val="tx1"/>
          </a:solidFill>
          <a:latin typeface="+mn-lt"/>
          <a:ea typeface="+mn-lt"/>
          <a:cs typeface="+mn-lt"/>
        </a:defRPr>
      </a:lvl6pPr>
      <a:lvl7pPr marL="3962301" indent="-304792" algn="l" defTabSz="609585">
        <a:spcBef>
          <a:spcPct val="20000"/>
        </a:spcBef>
        <a:buFont typeface="Arial"/>
        <a:buChar char="•"/>
        <a:defRPr sz="2667" kern="1200">
          <a:solidFill>
            <a:schemeClr val="tx1"/>
          </a:solidFill>
          <a:latin typeface="+mn-lt"/>
          <a:ea typeface="+mn-lt"/>
          <a:cs typeface="+mn-lt"/>
        </a:defRPr>
      </a:lvl7pPr>
      <a:lvl8pPr marL="4571886" indent="-304792" algn="l" defTabSz="609585">
        <a:spcBef>
          <a:spcPct val="20000"/>
        </a:spcBef>
        <a:buFont typeface="Arial"/>
        <a:buChar char="•"/>
        <a:defRPr sz="2667" kern="1200">
          <a:solidFill>
            <a:schemeClr val="tx1"/>
          </a:solidFill>
          <a:latin typeface="+mn-lt"/>
          <a:ea typeface="+mn-lt"/>
          <a:cs typeface="+mn-lt"/>
        </a:defRPr>
      </a:lvl8pPr>
      <a:lvl9pPr marL="5181470" indent="-304792" algn="l" defTabSz="609585">
        <a:spcBef>
          <a:spcPct val="20000"/>
        </a:spcBef>
        <a:buFont typeface="Arial"/>
        <a:buChar char="•"/>
        <a:defRPr sz="2667" kern="1200">
          <a:solidFill>
            <a:schemeClr val="tx1"/>
          </a:solidFill>
          <a:latin typeface="+mn-lt"/>
          <a:ea typeface="+mn-lt"/>
          <a:cs typeface="+mn-lt"/>
        </a:defRPr>
      </a:lvl9pPr>
    </p:bodyStyle>
    <p:otherStyle>
      <a:lvl1pPr marL="0" algn="l" defTabSz="609585">
        <a:buNone/>
        <a:defRPr sz="2400" kern="1200">
          <a:solidFill>
            <a:schemeClr val="tx1"/>
          </a:solidFill>
          <a:latin typeface="+mn-lt"/>
          <a:ea typeface="+mn-lt"/>
          <a:cs typeface="+mn-lt"/>
        </a:defRPr>
      </a:lvl1pPr>
      <a:lvl2pPr marL="609585" algn="l" defTabSz="609585">
        <a:buNone/>
        <a:defRPr sz="2400" kern="1200">
          <a:solidFill>
            <a:schemeClr val="tx1"/>
          </a:solidFill>
          <a:latin typeface="+mn-lt"/>
          <a:ea typeface="+mn-lt"/>
          <a:cs typeface="+mn-lt"/>
        </a:defRPr>
      </a:lvl2pPr>
      <a:lvl3pPr marL="1219170" algn="l" defTabSz="609585">
        <a:buNone/>
        <a:defRPr sz="2400" kern="1200">
          <a:solidFill>
            <a:schemeClr val="tx1"/>
          </a:solidFill>
          <a:latin typeface="+mn-lt"/>
          <a:ea typeface="+mn-lt"/>
          <a:cs typeface="+mn-lt"/>
        </a:defRPr>
      </a:lvl3pPr>
      <a:lvl4pPr marL="1828754" algn="l" defTabSz="609585">
        <a:buNone/>
        <a:defRPr sz="2400" kern="1200">
          <a:solidFill>
            <a:schemeClr val="tx1"/>
          </a:solidFill>
          <a:latin typeface="+mn-lt"/>
          <a:ea typeface="+mn-lt"/>
          <a:cs typeface="+mn-lt"/>
        </a:defRPr>
      </a:lvl4pPr>
      <a:lvl5pPr marL="2438339" algn="l" defTabSz="609585">
        <a:buNone/>
        <a:defRPr sz="2400" kern="1200">
          <a:solidFill>
            <a:schemeClr val="tx1"/>
          </a:solidFill>
          <a:latin typeface="+mn-lt"/>
          <a:ea typeface="+mn-lt"/>
          <a:cs typeface="+mn-lt"/>
        </a:defRPr>
      </a:lvl5pPr>
      <a:lvl6pPr marL="3047924" algn="l" defTabSz="609585">
        <a:buNone/>
        <a:defRPr sz="2400" kern="1200">
          <a:solidFill>
            <a:schemeClr val="tx1"/>
          </a:solidFill>
          <a:latin typeface="+mn-lt"/>
          <a:ea typeface="+mn-lt"/>
          <a:cs typeface="+mn-lt"/>
        </a:defRPr>
      </a:lvl6pPr>
      <a:lvl7pPr marL="3657509" algn="l" defTabSz="609585">
        <a:buNone/>
        <a:defRPr sz="2400" kern="1200">
          <a:solidFill>
            <a:schemeClr val="tx1"/>
          </a:solidFill>
          <a:latin typeface="+mn-lt"/>
          <a:ea typeface="+mn-lt"/>
          <a:cs typeface="+mn-lt"/>
        </a:defRPr>
      </a:lvl7pPr>
      <a:lvl8pPr marL="4267093" algn="l" defTabSz="609585">
        <a:buNone/>
        <a:defRPr sz="2400" kern="1200">
          <a:solidFill>
            <a:schemeClr val="tx1"/>
          </a:solidFill>
          <a:latin typeface="+mn-lt"/>
          <a:ea typeface="+mn-lt"/>
          <a:cs typeface="+mn-lt"/>
        </a:defRPr>
      </a:lvl8pPr>
      <a:lvl9pPr marL="4876678" algn="l" defTabSz="609585">
        <a:buNone/>
        <a:defRPr sz="2400" kern="1200">
          <a:solidFill>
            <a:schemeClr val="tx1"/>
          </a:solidFill>
          <a:latin typeface="+mn-lt"/>
          <a:ea typeface="+mn-lt"/>
          <a:cs typeface="+mn-lt"/>
        </a:defRPr>
      </a:lvl9pPr>
    </p:otherStyle>
  </p:txStyles>
  <p:extLst>
    <p:ext uri="{27BBF7A9-308A-43DC-89C8-2F10F3537804}">
      <p15:sldGuideLst xmlns:p15="http://schemas.microsoft.com/office/powerpoint/2012/main">
        <p15:guide id="1" orient="horz" pos="2160">
          <p15:clr>
            <a:srgbClr val="F26B43"/>
          </p15:clr>
        </p15:guide>
        <p15:guide id="2" pos="2880">
          <p15:clr>
            <a:srgbClr val="F26B43"/>
          </p15:clr>
        </p15:guide>
        <p15:guide id="3" pos="288">
          <p15:clr>
            <a:srgbClr val="F26B43"/>
          </p15:clr>
        </p15:guide>
        <p15:guide id="4" orient="horz" pos="279">
          <p15:clr>
            <a:srgbClr val="F26B43"/>
          </p15:clr>
        </p15:guide>
        <p15:guide id="5" orient="horz" pos="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hyperlink" Target="https://www.sec.gov/edgar/browse/?CIK=0001639438" TargetMode="Externa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2171E04-8C84-4649-B7E3-F266075EC7BB}"/>
              </a:ext>
            </a:extLst>
          </p:cNvPr>
          <p:cNvSpPr>
            <a:spLocks noGrp="1"/>
          </p:cNvSpPr>
          <p:nvPr/>
        </p:nvSpPr>
        <p:spPr>
          <a:xfrm>
            <a:off x="609600" y="1676400"/>
            <a:ext cx="10572750" cy="800100"/>
          </a:xfrm>
          <a:prstGeom prst="rect">
            <a:avLst/>
          </a:prstGeom>
          <a:noFill/>
          <a:ln w="0">
            <a:noFill/>
          </a:ln>
        </p:spPr>
        <p:txBody>
          <a:bodyPr>
            <a:noAutofit/>
          </a:bodyPr>
          <a:lstStyle/>
          <a:p>
            <a:pPr>
              <a:buNone/>
              <a:defRPr sz="3600" b="1">
                <a:solidFill>
                  <a:srgbClr val="FFFFFF"/>
                </a:solidFill>
                <a:latin typeface="Segoe UI"/>
                <a:ea typeface="Segoe UI"/>
                <a:cs typeface="Segoe UI"/>
              </a:defRPr>
            </a:pPr>
            <a:r>
              <a:rPr sz="4000" b="1">
                <a:solidFill>
                  <a:srgbClr val="FFFFFF"/>
                </a:solidFill>
                <a:latin typeface="Segoe UI"/>
                <a:ea typeface="Segoe UI"/>
                <a:cs typeface="Segoe UI"/>
              </a:rPr>
              <a:t>The ETL Process: Text Analytics</a:t>
            </a:r>
          </a:p>
        </p:txBody>
      </p:sp>
      <p:sp>
        <p:nvSpPr>
          <p:cNvPr id="2" name="Rectangle 1">
            <a:extLst>
              <a:ext uri="{FF2B5EF4-FFF2-40B4-BE49-F238E27FC236}">
                <a16:creationId xmlns:a16="http://schemas.microsoft.com/office/drawing/2014/main" id="{40B64F9C-E20B-4CE2-B941-28E4B429B518}"/>
              </a:ext>
            </a:extLst>
          </p:cNvPr>
          <p:cNvSpPr>
            <a:spLocks noGrp="1"/>
          </p:cNvSpPr>
          <p:nvPr/>
        </p:nvSpPr>
        <p:spPr>
          <a:xfrm>
            <a:off x="609600" y="3679307"/>
            <a:ext cx="10668000" cy="619125"/>
          </a:xfrm>
          <a:prstGeom prst="rect">
            <a:avLst/>
          </a:prstGeom>
          <a:noFill/>
          <a:ln w="0">
            <a:noFill/>
          </a:ln>
        </p:spPr>
        <p:txBody>
          <a:bodyPr>
            <a:noAutofit/>
          </a:bodyPr>
          <a:lstStyle/>
          <a:p>
            <a:pPr>
              <a:buNone/>
              <a:defRPr sz="2400" b="1">
                <a:solidFill>
                  <a:srgbClr val="FFFFFF"/>
                </a:solidFill>
                <a:latin typeface="Segoe UI"/>
                <a:ea typeface="Segoe UI"/>
                <a:cs typeface="Segoe UI"/>
              </a:defRPr>
            </a:pPr>
            <a:r>
              <a:rPr sz="2400" b="1" dirty="0">
                <a:solidFill>
                  <a:srgbClr val="FFFFFF"/>
                </a:solidFill>
                <a:latin typeface="Segoe UI"/>
                <a:ea typeface="Segoe UI"/>
                <a:cs typeface="Segoe UI"/>
              </a:rPr>
              <a:t>ACCTG 522</a:t>
            </a:r>
          </a:p>
          <a:p>
            <a:pPr>
              <a:buNone/>
              <a:defRPr sz="2400" b="1">
                <a:solidFill>
                  <a:srgbClr val="FFFFFF"/>
                </a:solidFill>
                <a:latin typeface="Segoe UI"/>
                <a:ea typeface="Segoe UI"/>
                <a:cs typeface="Segoe UI"/>
              </a:defRPr>
            </a:pPr>
            <a:r>
              <a:rPr sz="2400" b="1" dirty="0">
                <a:solidFill>
                  <a:srgbClr val="FFFFFF"/>
                </a:solidFill>
                <a:latin typeface="Segoe UI"/>
                <a:ea typeface="Segoe UI"/>
                <a:cs typeface="Segoe UI"/>
              </a:rPr>
              <a:t>Data Analytics for Professional Accountants</a:t>
            </a:r>
            <a:r>
              <a:rPr lang="en-US" sz="2400" b="1" dirty="0">
                <a:solidFill>
                  <a:srgbClr val="FFFFFF"/>
                </a:solidFill>
                <a:latin typeface="Segoe UI"/>
                <a:ea typeface="Segoe UI"/>
                <a:cs typeface="Segoe UI"/>
              </a:rPr>
              <a:t> (sit in Assessment teams)</a:t>
            </a:r>
            <a:endParaRPr sz="2400" b="1" dirty="0">
              <a:solidFill>
                <a:srgbClr val="FFFFFF"/>
              </a:solidFill>
              <a:latin typeface="Segoe UI"/>
              <a:ea typeface="Segoe UI"/>
              <a:cs typeface="Segoe UI"/>
            </a:endParaRPr>
          </a:p>
        </p:txBody>
      </p:sp>
      <p:sp>
        <p:nvSpPr>
          <p:cNvPr id="3" name="Rectangle 2">
            <a:extLst>
              <a:ext uri="{FF2B5EF4-FFF2-40B4-BE49-F238E27FC236}">
                <a16:creationId xmlns:a16="http://schemas.microsoft.com/office/drawing/2014/main" id="{25E99166-AAF5-498F-B46D-82D42CECC71B}"/>
              </a:ext>
            </a:extLst>
          </p:cNvPr>
          <p:cNvSpPr>
            <a:spLocks noGrp="1"/>
          </p:cNvSpPr>
          <p:nvPr/>
        </p:nvSpPr>
        <p:spPr>
          <a:xfrm>
            <a:off x="609600" y="4757183"/>
            <a:ext cx="10001250" cy="571500"/>
          </a:xfrm>
          <a:prstGeom prst="rect">
            <a:avLst/>
          </a:prstGeom>
          <a:noFill/>
          <a:ln w="0">
            <a:noFill/>
          </a:ln>
        </p:spPr>
        <p:txBody>
          <a:bodyPr>
            <a:noAutofit/>
          </a:bodyPr>
          <a:lstStyle/>
          <a:p>
            <a:pPr>
              <a:buNone/>
              <a:defRPr sz="2400" b="1">
                <a:solidFill>
                  <a:srgbClr val="B7A579"/>
                </a:solidFill>
                <a:latin typeface="Segoe UI"/>
                <a:ea typeface="Segoe UI"/>
                <a:cs typeface="Segoe UI"/>
              </a:defRPr>
            </a:pPr>
            <a:r>
              <a:rPr sz="2400" b="1">
                <a:solidFill>
                  <a:srgbClr val="B7A579"/>
                </a:solidFill>
                <a:latin typeface="Segoe UI"/>
                <a:ea typeface="Segoe UI"/>
                <a:cs typeface="Segoe UI"/>
              </a:rPr>
              <a:t>MPAcc Class of 2027</a:t>
            </a:r>
          </a:p>
          <a:p>
            <a:pPr>
              <a:buNone/>
              <a:defRPr sz="2400" b="1">
                <a:solidFill>
                  <a:srgbClr val="B7A579"/>
                </a:solidFill>
                <a:latin typeface="Segoe UI"/>
                <a:ea typeface="Segoe UI"/>
                <a:cs typeface="Segoe UI"/>
              </a:defRPr>
            </a:pPr>
            <a:r>
              <a:rPr sz="2400" b="1">
                <a:solidFill>
                  <a:srgbClr val="B7A579"/>
                </a:solidFill>
                <a:latin typeface="Segoe UI"/>
                <a:ea typeface="Segoe UI"/>
                <a:cs typeface="Segoe UI"/>
              </a:rPr>
              <a:t>Class 08 | Autumn | 2026</a:t>
            </a:r>
          </a:p>
        </p:txBody>
      </p:sp>
    </p:spTree>
    <p:extLst>
      <p:ext uri="{BB962C8B-B14F-4D97-AF65-F5344CB8AC3E}">
        <p14:creationId xmlns:p14="http://schemas.microsoft.com/office/powerpoint/2010/main" val="42948854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EEB980-1C88-D625-52F9-B7080F98CBA9}"/>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1921F21-B9A5-1A23-A6D2-9323B1368644}"/>
              </a:ext>
            </a:extLst>
          </p:cNvPr>
          <p:cNvSpPr>
            <a:spLocks noGrp="1"/>
          </p:cNvSpPr>
          <p:nvPr>
            <p:ph idx="11"/>
          </p:nvPr>
        </p:nvSpPr>
        <p:spPr>
          <a:xfrm>
            <a:off x="609600" y="1744134"/>
            <a:ext cx="7315200" cy="2252796"/>
          </a:xfrm>
        </p:spPr>
        <p:txBody>
          <a:bodyPr/>
          <a:lstStyle/>
          <a:p>
            <a:pPr marL="457200" indent="-457200">
              <a:buAutoNum type="arabicPeriod"/>
            </a:pPr>
            <a:r>
              <a:rPr b="1" dirty="0">
                <a:solidFill>
                  <a:schemeClr val="tx2"/>
                </a:solidFill>
              </a:rPr>
              <a:t>Review </a:t>
            </a:r>
          </a:p>
          <a:p>
            <a:pPr marL="457200" indent="-457200">
              <a:buAutoNum type="arabicPeriod"/>
            </a:pPr>
            <a:r>
              <a:rPr lang="en-US" dirty="0"/>
              <a:t>Overview and Discussion</a:t>
            </a:r>
          </a:p>
          <a:p>
            <a:pPr marL="457200" indent="-457200">
              <a:buAutoNum type="arabicPeriod"/>
            </a:pPr>
            <a:r>
              <a:rPr lang="en-US" dirty="0"/>
              <a:t>CAVA Case Example</a:t>
            </a:r>
          </a:p>
          <a:p>
            <a:pPr marL="457200" indent="-457200">
              <a:buAutoNum type="arabicPeriod"/>
            </a:pPr>
            <a:r>
              <a:rPr lang="en-US" dirty="0"/>
              <a:t>Final Project Scoping Task</a:t>
            </a:r>
            <a:endParaRPr dirty="0"/>
          </a:p>
          <a:p>
            <a:pPr marL="457200" indent="-457200">
              <a:buAutoNum type="arabicPeriod"/>
            </a:pPr>
            <a:r>
              <a:rPr dirty="0"/>
              <a:t>Conclusion &amp; Look Ahead</a:t>
            </a:r>
          </a:p>
        </p:txBody>
      </p:sp>
      <p:sp>
        <p:nvSpPr>
          <p:cNvPr id="3" name="Title 2">
            <a:extLst>
              <a:ext uri="{FF2B5EF4-FFF2-40B4-BE49-F238E27FC236}">
                <a16:creationId xmlns:a16="http://schemas.microsoft.com/office/drawing/2014/main" id="{05FE73C5-1852-08E4-4AD6-DB0C86CF2980}"/>
              </a:ext>
            </a:extLst>
          </p:cNvPr>
          <p:cNvSpPr>
            <a:spLocks noGrp="1"/>
          </p:cNvSpPr>
          <p:nvPr>
            <p:ph type="title"/>
          </p:nvPr>
        </p:nvSpPr>
        <p:spPr/>
        <p:txBody>
          <a:bodyPr/>
          <a:lstStyle/>
          <a:p>
            <a:r>
              <a:t>Agenda</a:t>
            </a:r>
          </a:p>
        </p:txBody>
      </p:sp>
    </p:spTree>
    <p:extLst>
      <p:ext uri="{BB962C8B-B14F-4D97-AF65-F5344CB8AC3E}">
        <p14:creationId xmlns:p14="http://schemas.microsoft.com/office/powerpoint/2010/main" val="11448468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C3253D36-5F65-4A54-AD84-AB96B8E6A83F}"/>
              </a:ext>
            </a:extLst>
          </p:cNvPr>
          <p:cNvPicPr>
            <a:picLocks noGrp="1" noChangeAspect="1"/>
          </p:cNvPicPr>
          <p:nvPr>
            <p:ph idx="11"/>
          </p:nvPr>
        </p:nvPicPr>
        <p:blipFill>
          <a:blip r:embed="rId3"/>
          <a:srcRect l="803" r="2512" b="1"/>
          <a:stretch>
            <a:fillRect/>
          </a:stretch>
        </p:blipFill>
        <p:spPr>
          <a:xfrm>
            <a:off x="241300" y="61175"/>
            <a:ext cx="11950700" cy="6180137"/>
          </a:xfrm>
          <a:prstGeom prst="rect">
            <a:avLst/>
          </a:prstGeom>
        </p:spPr>
      </p:pic>
    </p:spTree>
    <p:extLst>
      <p:ext uri="{BB962C8B-B14F-4D97-AF65-F5344CB8AC3E}">
        <p14:creationId xmlns:p14="http://schemas.microsoft.com/office/powerpoint/2010/main" val="17683035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C05B9E8-B654-4F63-84E4-AFB6FEC2DFE8}"/>
              </a:ext>
            </a:extLst>
          </p:cNvPr>
          <p:cNvSpPr>
            <a:spLocks noGrp="1"/>
          </p:cNvSpPr>
          <p:nvPr>
            <p:ph idx="11"/>
          </p:nvPr>
        </p:nvSpPr>
        <p:spPr>
          <a:xfrm>
            <a:off x="609599" y="1744134"/>
            <a:ext cx="10426995" cy="3398751"/>
          </a:xfrm>
          <a:noFill/>
        </p:spPr>
        <p:txBody>
          <a:bodyPr/>
          <a:lstStyle/>
          <a:p>
            <a:pPr marL="342900" indent="-342900">
              <a:buFont typeface="Arial"/>
              <a:buChar char="•"/>
            </a:pPr>
            <a:r>
              <a:rPr sz="1400" dirty="0"/>
              <a:t>Message-ID: &lt;25828831.1075855376669.JavaMail.evans@thyme&gt; Date: Mon, 26 Nov 2001 07:25:16 -0800 (PST) From: k..allen@enron.com To: jsmith@austintx.com Subject: </a:t>
            </a:r>
            <a:r>
              <a:rPr sz="1400" dirty="0">
                <a:highlight>
                  <a:srgbClr val="FFFF00"/>
                </a:highlight>
              </a:rPr>
              <a:t>RE: Additional properties in San Antonio Jeff, Can you resend the info on the three properties you mailed and the one you faxed on Tuesday. I was out of the office last week. Phillip</a:t>
            </a:r>
            <a:r>
              <a:rPr sz="1400" dirty="0"/>
              <a:t> -----Original Message----- From: "JEFF SMITH" &lt;jsmith@austintx.com&gt;@ENRON Sent: Tuesday, November 20, 2001 3:43 PM To: Allen, Phillip K. Subject: Additional properties in San Antonio Phillip, I am waiting to get info. on two more properties in San Antonio. The broker will be faxing info. on Monday. One is 74 units for $1,900,000, and the other is 24 units for $550,000. Also, I have mailed you info. on three other properties in addition to the 100 unit property that I faxed this AM. Let me know if you have any questions. Jeff Smith The Smith Company 9400 Circle Drive Austin, TX 78736 512-394-0908 office 512-394-0913 fax 512-751-9728 mobile jsmith@austintx.com</a:t>
            </a:r>
            <a:endParaRPr sz="2400" dirty="0"/>
          </a:p>
          <a:p>
            <a:pPr marL="342900" indent="-342900">
              <a:buFont typeface="Arial"/>
              <a:buChar char="•"/>
            </a:pPr>
            <a:endParaRPr dirty="0"/>
          </a:p>
        </p:txBody>
      </p:sp>
      <p:sp>
        <p:nvSpPr>
          <p:cNvPr id="3" name="Title 2">
            <a:extLst>
              <a:ext uri="{FF2B5EF4-FFF2-40B4-BE49-F238E27FC236}">
                <a16:creationId xmlns:a16="http://schemas.microsoft.com/office/drawing/2014/main" id="{30C8FBC4-49C2-4133-A26C-F362ABED0B81}"/>
              </a:ext>
            </a:extLst>
          </p:cNvPr>
          <p:cNvSpPr>
            <a:spLocks noGrp="1"/>
          </p:cNvSpPr>
          <p:nvPr>
            <p:ph type="title"/>
          </p:nvPr>
        </p:nvSpPr>
        <p:spPr/>
        <p:txBody>
          <a:bodyPr/>
          <a:lstStyle/>
          <a:p>
            <a:r>
              <a:rPr lang="en-US" dirty="0"/>
              <a:t>Review</a:t>
            </a:r>
            <a:endParaRPr dirty="0"/>
          </a:p>
        </p:txBody>
      </p:sp>
      <p:sp>
        <p:nvSpPr>
          <p:cNvPr id="4" name="Rectangle 3">
            <a:extLst>
              <a:ext uri="{FF2B5EF4-FFF2-40B4-BE49-F238E27FC236}">
                <a16:creationId xmlns:a16="http://schemas.microsoft.com/office/drawing/2014/main" id="{D3674960-4841-38C2-DFBC-208590593F13}"/>
              </a:ext>
            </a:extLst>
          </p:cNvPr>
          <p:cNvSpPr/>
          <p:nvPr/>
        </p:nvSpPr>
        <p:spPr>
          <a:xfrm>
            <a:off x="1063557" y="1835285"/>
            <a:ext cx="5278877" cy="24643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799941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343B51B-0A83-EDC8-5496-64D3A58ABEEB}"/>
              </a:ext>
            </a:extLst>
          </p:cNvPr>
          <p:cNvSpPr>
            <a:spLocks noGrp="1"/>
          </p:cNvSpPr>
          <p:nvPr>
            <p:ph idx="11"/>
          </p:nvPr>
        </p:nvSpPr>
        <p:spPr>
          <a:xfrm>
            <a:off x="609599" y="1744134"/>
            <a:ext cx="9712569" cy="4991495"/>
          </a:xfrm>
        </p:spPr>
        <p:txBody>
          <a:bodyPr/>
          <a:lstStyle/>
          <a:p>
            <a:pPr>
              <a:spcAft>
                <a:spcPts val="700"/>
              </a:spcAft>
              <a:buNone/>
              <a:defRPr sz="2000"/>
            </a:pPr>
            <a:r>
              <a:rPr lang="en-US" dirty="0"/>
              <a:t>K</a:t>
            </a:r>
            <a:r>
              <a:rPr dirty="0"/>
              <a:t>ey takeaway: </a:t>
            </a:r>
            <a:r>
              <a:rPr b="1" dirty="0"/>
              <a:t>Transforming unstructured email data into structured analytical evidence requires effective data preparation, pattern recognition, and careful interpretation of results.</a:t>
            </a:r>
          </a:p>
          <a:p>
            <a:pPr marL="342900" indent="-342900">
              <a:spcAft>
                <a:spcPts val="700"/>
              </a:spcAft>
              <a:buFont typeface="Arial"/>
              <a:buChar char="•"/>
              <a:defRPr sz="2000"/>
            </a:pPr>
            <a:endParaRPr dirty="0"/>
          </a:p>
          <a:p>
            <a:pPr marL="342900" indent="-342900">
              <a:spcAft>
                <a:spcPts val="700"/>
              </a:spcAft>
              <a:buFont typeface="Arial"/>
              <a:buChar char="•"/>
              <a:defRPr sz="2000"/>
            </a:pPr>
            <a:r>
              <a:rPr dirty="0"/>
              <a:t>Email data contains valuable information, but its unstructured nature makes systematic analysis challenging. Regular expressions (Regex) provide a flexible and powerful way to identify, extract, and transform patterns within text.</a:t>
            </a:r>
          </a:p>
          <a:p>
            <a:pPr marL="342900" indent="-342900">
              <a:spcAft>
                <a:spcPts val="700"/>
              </a:spcAft>
              <a:buFont typeface="Arial"/>
              <a:buChar char="•"/>
              <a:defRPr sz="2000"/>
            </a:pPr>
            <a:r>
              <a:rPr dirty="0"/>
              <a:t>Analyzing the Enron emails illustrates how we can convert large volumes of communications into structured data to investigate potential risks.</a:t>
            </a:r>
          </a:p>
          <a:p>
            <a:endParaRPr dirty="0"/>
          </a:p>
        </p:txBody>
      </p:sp>
      <p:sp>
        <p:nvSpPr>
          <p:cNvPr id="3" name="Title 2">
            <a:extLst>
              <a:ext uri="{FF2B5EF4-FFF2-40B4-BE49-F238E27FC236}">
                <a16:creationId xmlns:a16="http://schemas.microsoft.com/office/drawing/2014/main" id="{8DD6B6A5-AB1F-874C-8C41-DE2C18593307}"/>
              </a:ext>
            </a:extLst>
          </p:cNvPr>
          <p:cNvSpPr>
            <a:spLocks noGrp="1"/>
          </p:cNvSpPr>
          <p:nvPr>
            <p:ph type="title"/>
          </p:nvPr>
        </p:nvSpPr>
        <p:spPr/>
        <p:txBody>
          <a:bodyPr/>
          <a:lstStyle/>
          <a:p>
            <a:r>
              <a:rPr lang="en-US" dirty="0"/>
              <a:t>Review</a:t>
            </a:r>
            <a:endParaRPr dirty="0"/>
          </a:p>
        </p:txBody>
      </p:sp>
    </p:spTree>
    <p:extLst>
      <p:ext uri="{BB962C8B-B14F-4D97-AF65-F5344CB8AC3E}">
        <p14:creationId xmlns:p14="http://schemas.microsoft.com/office/powerpoint/2010/main" val="7868580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150431-9036-D934-CD20-5DED2FDFE42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C4113D8-3FBC-A7C0-33EC-270B33C31C81}"/>
              </a:ext>
            </a:extLst>
          </p:cNvPr>
          <p:cNvSpPr>
            <a:spLocks noGrp="1"/>
          </p:cNvSpPr>
          <p:nvPr>
            <p:ph idx="11"/>
          </p:nvPr>
        </p:nvSpPr>
        <p:spPr>
          <a:xfrm>
            <a:off x="609600" y="1744134"/>
            <a:ext cx="7315200" cy="2252796"/>
          </a:xfrm>
        </p:spPr>
        <p:txBody>
          <a:bodyPr/>
          <a:lstStyle/>
          <a:p>
            <a:pPr marL="457200" indent="-457200">
              <a:buAutoNum type="arabicPeriod"/>
            </a:pPr>
            <a:r>
              <a:rPr dirty="0">
                <a:solidFill>
                  <a:schemeClr val="bg1">
                    <a:lumMod val="65000"/>
                  </a:schemeClr>
                </a:solidFill>
              </a:rPr>
              <a:t>Review </a:t>
            </a:r>
          </a:p>
          <a:p>
            <a:pPr marL="457200" indent="-457200">
              <a:buAutoNum type="arabicPeriod"/>
            </a:pPr>
            <a:r>
              <a:rPr lang="en-US" b="1" dirty="0">
                <a:solidFill>
                  <a:schemeClr val="tx2"/>
                </a:solidFill>
              </a:rPr>
              <a:t>Overview and Discussion</a:t>
            </a:r>
          </a:p>
          <a:p>
            <a:pPr marL="457200" indent="-457200">
              <a:buAutoNum type="arabicPeriod"/>
            </a:pPr>
            <a:r>
              <a:rPr lang="en-US" dirty="0"/>
              <a:t>CAVA Case Example</a:t>
            </a:r>
          </a:p>
          <a:p>
            <a:pPr marL="457200" indent="-457200">
              <a:buAutoNum type="arabicPeriod"/>
            </a:pPr>
            <a:r>
              <a:rPr lang="en-US" dirty="0"/>
              <a:t>Final Project Scoping Task</a:t>
            </a:r>
            <a:endParaRPr dirty="0"/>
          </a:p>
          <a:p>
            <a:pPr marL="457200" indent="-457200">
              <a:buAutoNum type="arabicPeriod"/>
            </a:pPr>
            <a:r>
              <a:rPr dirty="0"/>
              <a:t>Conclusion &amp; Look Ahead</a:t>
            </a:r>
          </a:p>
        </p:txBody>
      </p:sp>
      <p:sp>
        <p:nvSpPr>
          <p:cNvPr id="3" name="Title 2">
            <a:extLst>
              <a:ext uri="{FF2B5EF4-FFF2-40B4-BE49-F238E27FC236}">
                <a16:creationId xmlns:a16="http://schemas.microsoft.com/office/drawing/2014/main" id="{F6E87193-FA1E-CC74-09AF-3DA5B6601260}"/>
              </a:ext>
            </a:extLst>
          </p:cNvPr>
          <p:cNvSpPr>
            <a:spLocks noGrp="1"/>
          </p:cNvSpPr>
          <p:nvPr>
            <p:ph type="title"/>
          </p:nvPr>
        </p:nvSpPr>
        <p:spPr/>
        <p:txBody>
          <a:bodyPr/>
          <a:lstStyle/>
          <a:p>
            <a:r>
              <a:t>Agenda</a:t>
            </a:r>
          </a:p>
        </p:txBody>
      </p:sp>
    </p:spTree>
    <p:extLst>
      <p:ext uri="{BB962C8B-B14F-4D97-AF65-F5344CB8AC3E}">
        <p14:creationId xmlns:p14="http://schemas.microsoft.com/office/powerpoint/2010/main" val="5871288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AFE3DA-6F8C-A38B-F1FA-F73A35E8FA2D}"/>
            </a:ext>
          </a:extLst>
        </p:cNvPr>
        <p:cNvGrpSpPr/>
        <p:nvPr/>
      </p:nvGrpSpPr>
      <p:grpSpPr>
        <a:xfrm>
          <a:off x="0" y="0"/>
          <a:ext cx="0" cy="0"/>
          <a:chOff x="0" y="0"/>
          <a:chExt cx="0" cy="0"/>
        </a:xfrm>
      </p:grpSpPr>
      <p:sp>
        <p:nvSpPr>
          <p:cNvPr id="2" name="title">
            <a:extLst>
              <a:ext uri="{FF2B5EF4-FFF2-40B4-BE49-F238E27FC236}">
                <a16:creationId xmlns:a16="http://schemas.microsoft.com/office/drawing/2014/main" id="{DA12BF6B-1734-BF4D-11AF-8F3B4FDCDC5C}"/>
              </a:ext>
            </a:extLst>
          </p:cNvPr>
          <p:cNvSpPr>
            <a:spLocks noGrp="1"/>
          </p:cNvSpPr>
          <p:nvPr/>
        </p:nvSpPr>
        <p:spPr>
          <a:xfrm>
            <a:off x="625927" y="641802"/>
            <a:ext cx="10894141" cy="950000"/>
          </a:xfrm>
          <a:prstGeom prst="rect">
            <a:avLst/>
          </a:prstGeom>
          <a:noFill/>
          <a:ln w="0">
            <a:noFill/>
            <a:prstDash val="solid"/>
          </a:ln>
        </p:spPr>
        <p:txBody>
          <a:bodyPr wrap="square" lIns="0" tIns="0" rIns="0" bIns="0" anchor="t">
            <a:noAutofit/>
          </a:bodyPr>
          <a:lstStyle>
            <a:defPPr>
              <a:defRPr sz="3200" b="1">
                <a:solidFill>
                  <a:srgbClr val="32006E"/>
                </a:solidFill>
                <a:latin typeface="Encode Sans Normal ExtraBold"/>
                <a:ea typeface="Encode Sans Normal ExtraBold"/>
                <a:cs typeface="Encode Sans Normal ExtraBold"/>
              </a:defRPr>
            </a:defPPr>
            <a:lvl1pPr>
              <a:buNone/>
              <a:defRPr sz="3200" b="1">
                <a:solidFill>
                  <a:srgbClr val="32006E"/>
                </a:solidFill>
                <a:latin typeface="Encode Sans Normal ExtraBold"/>
                <a:ea typeface="Encode Sans Normal ExtraBold"/>
                <a:cs typeface="Encode Sans Normal ExtraBold"/>
              </a:defRPr>
            </a:lvl1pPr>
            <a:lvl2pPr>
              <a:buNone/>
              <a:defRPr sz="3200" b="1">
                <a:solidFill>
                  <a:srgbClr val="32006E"/>
                </a:solidFill>
                <a:latin typeface="Encode Sans Normal ExtraBold"/>
                <a:ea typeface="Encode Sans Normal ExtraBold"/>
                <a:cs typeface="Encode Sans Normal ExtraBold"/>
              </a:defRPr>
            </a:lvl2pPr>
            <a:lvl3pPr>
              <a:buNone/>
              <a:defRPr sz="3200" b="1">
                <a:solidFill>
                  <a:srgbClr val="32006E"/>
                </a:solidFill>
                <a:latin typeface="Encode Sans Normal ExtraBold"/>
                <a:ea typeface="Encode Sans Normal ExtraBold"/>
                <a:cs typeface="Encode Sans Normal ExtraBold"/>
              </a:defRPr>
            </a:lvl3pPr>
            <a:lvl4pPr>
              <a:buNone/>
              <a:defRPr sz="3200" b="1">
                <a:solidFill>
                  <a:srgbClr val="32006E"/>
                </a:solidFill>
                <a:latin typeface="Encode Sans Normal ExtraBold"/>
                <a:ea typeface="Encode Sans Normal ExtraBold"/>
                <a:cs typeface="Encode Sans Normal ExtraBold"/>
              </a:defRPr>
            </a:lvl4pPr>
            <a:lvl5pPr>
              <a:buNone/>
              <a:defRPr sz="3200" b="1">
                <a:solidFill>
                  <a:srgbClr val="32006E"/>
                </a:solidFill>
                <a:latin typeface="Encode Sans Normal ExtraBold"/>
                <a:ea typeface="Encode Sans Normal ExtraBold"/>
                <a:cs typeface="Encode Sans Normal ExtraBold"/>
              </a:defRPr>
            </a:lvl5pPr>
            <a:lvl6pPr>
              <a:buNone/>
              <a:defRPr sz="3200" b="1">
                <a:solidFill>
                  <a:srgbClr val="32006E"/>
                </a:solidFill>
                <a:latin typeface="Encode Sans Normal ExtraBold"/>
                <a:ea typeface="Encode Sans Normal ExtraBold"/>
                <a:cs typeface="Encode Sans Normal ExtraBold"/>
              </a:defRPr>
            </a:lvl6pPr>
            <a:lvl7pPr>
              <a:buNone/>
              <a:defRPr sz="3200" b="1">
                <a:solidFill>
                  <a:srgbClr val="32006E"/>
                </a:solidFill>
                <a:latin typeface="Encode Sans Normal ExtraBold"/>
                <a:ea typeface="Encode Sans Normal ExtraBold"/>
                <a:cs typeface="Encode Sans Normal ExtraBold"/>
              </a:defRPr>
            </a:lvl7pPr>
            <a:lvl8pPr>
              <a:buNone/>
              <a:defRPr sz="3200" b="1">
                <a:solidFill>
                  <a:srgbClr val="32006E"/>
                </a:solidFill>
                <a:latin typeface="Encode Sans Normal ExtraBold"/>
                <a:ea typeface="Encode Sans Normal ExtraBold"/>
                <a:cs typeface="Encode Sans Normal ExtraBold"/>
              </a:defRPr>
            </a:lvl8pPr>
            <a:lvl9pPr>
              <a:buNone/>
              <a:defRPr sz="3200" b="1">
                <a:solidFill>
                  <a:srgbClr val="32006E"/>
                </a:solidFill>
                <a:latin typeface="Encode Sans Normal ExtraBold"/>
                <a:ea typeface="Encode Sans Normal ExtraBold"/>
                <a:cs typeface="Encode Sans Normal ExtraBold"/>
              </a:defRPr>
            </a:lvl9pPr>
          </a:lstStyle>
          <a:p>
            <a:pPr>
              <a:buNone/>
              <a:defRPr sz="3200" b="1">
                <a:solidFill>
                  <a:srgbClr val="32006E"/>
                </a:solidFill>
                <a:latin typeface="Encode Sans Normal ExtraBold"/>
                <a:ea typeface="Encode Sans Normal ExtraBold"/>
                <a:cs typeface="Encode Sans Normal ExtraBold"/>
              </a:defRPr>
            </a:pPr>
            <a:r>
              <a:rPr sz="3200" b="1">
                <a:solidFill>
                  <a:srgbClr val="32006E"/>
                </a:solidFill>
                <a:latin typeface="Encode Sans Normal ExtraBold"/>
                <a:ea typeface="Encode Sans Normal ExtraBold"/>
                <a:cs typeface="Encode Sans Normal ExtraBold"/>
              </a:rPr>
              <a:t>The Enron workflow connects to textual analytics</a:t>
            </a:r>
          </a:p>
        </p:txBody>
      </p:sp>
      <p:sp>
        <p:nvSpPr>
          <p:cNvPr id="3" name="point-0">
            <a:extLst>
              <a:ext uri="{FF2B5EF4-FFF2-40B4-BE49-F238E27FC236}">
                <a16:creationId xmlns:a16="http://schemas.microsoft.com/office/drawing/2014/main" id="{777D3638-0A36-35D1-F180-CEEF6195AFF9}"/>
              </a:ext>
            </a:extLst>
          </p:cNvPr>
          <p:cNvSpPr>
            <a:spLocks noGrp="1"/>
          </p:cNvSpPr>
          <p:nvPr/>
        </p:nvSpPr>
        <p:spPr>
          <a:xfrm>
            <a:off x="609600" y="1744134"/>
            <a:ext cx="10972800" cy="800000"/>
          </a:xfrm>
          <a:prstGeom prst="rect">
            <a:avLst/>
          </a:prstGeom>
          <a:noFill/>
          <a:ln w="0">
            <a:noFill/>
            <a:prstDash val="solid"/>
          </a:ln>
        </p:spPr>
        <p:txBody>
          <a:bodyPr wrap="square" lIns="0" tIns="0" rIns="0" bIns="0" anchor="t">
            <a:noAutofit/>
          </a:bodyPr>
          <a:lstStyle>
            <a:defPPr>
              <a:defRPr sz="2000" b="0">
                <a:solidFill>
                  <a:srgbClr val="212529"/>
                </a:solidFill>
                <a:latin typeface="Open Sans Light"/>
                <a:ea typeface="Open Sans Light"/>
                <a:cs typeface="Open Sans Light"/>
              </a:defRPr>
            </a:defPPr>
            <a:lvl1pPr>
              <a:buNone/>
              <a:defRPr sz="2000" b="0">
                <a:solidFill>
                  <a:srgbClr val="212529"/>
                </a:solidFill>
                <a:latin typeface="Open Sans Light"/>
                <a:ea typeface="Open Sans Light"/>
                <a:cs typeface="Open Sans Light"/>
              </a:defRPr>
            </a:lvl1pPr>
            <a:lvl2pPr>
              <a:buNone/>
              <a:defRPr sz="2000" b="0">
                <a:solidFill>
                  <a:srgbClr val="212529"/>
                </a:solidFill>
                <a:latin typeface="Open Sans Light"/>
                <a:ea typeface="Open Sans Light"/>
                <a:cs typeface="Open Sans Light"/>
              </a:defRPr>
            </a:lvl2pPr>
            <a:lvl3pPr>
              <a:buNone/>
              <a:defRPr sz="2000" b="0">
                <a:solidFill>
                  <a:srgbClr val="212529"/>
                </a:solidFill>
                <a:latin typeface="Open Sans Light"/>
                <a:ea typeface="Open Sans Light"/>
                <a:cs typeface="Open Sans Light"/>
              </a:defRPr>
            </a:lvl3pPr>
            <a:lvl4pPr>
              <a:buNone/>
              <a:defRPr sz="2000" b="0">
                <a:solidFill>
                  <a:srgbClr val="212529"/>
                </a:solidFill>
                <a:latin typeface="Open Sans Light"/>
                <a:ea typeface="Open Sans Light"/>
                <a:cs typeface="Open Sans Light"/>
              </a:defRPr>
            </a:lvl4pPr>
            <a:lvl5pPr>
              <a:buNone/>
              <a:defRPr sz="2000" b="0">
                <a:solidFill>
                  <a:srgbClr val="212529"/>
                </a:solidFill>
                <a:latin typeface="Open Sans Light"/>
                <a:ea typeface="Open Sans Light"/>
                <a:cs typeface="Open Sans Light"/>
              </a:defRPr>
            </a:lvl5pPr>
            <a:lvl6pPr>
              <a:buNone/>
              <a:defRPr sz="2000" b="0">
                <a:solidFill>
                  <a:srgbClr val="212529"/>
                </a:solidFill>
                <a:latin typeface="Open Sans Light"/>
                <a:ea typeface="Open Sans Light"/>
                <a:cs typeface="Open Sans Light"/>
              </a:defRPr>
            </a:lvl6pPr>
            <a:lvl7pPr>
              <a:buNone/>
              <a:defRPr sz="2000" b="0">
                <a:solidFill>
                  <a:srgbClr val="212529"/>
                </a:solidFill>
                <a:latin typeface="Open Sans Light"/>
                <a:ea typeface="Open Sans Light"/>
                <a:cs typeface="Open Sans Light"/>
              </a:defRPr>
            </a:lvl7pPr>
            <a:lvl8pPr>
              <a:buNone/>
              <a:defRPr sz="2000" b="0">
                <a:solidFill>
                  <a:srgbClr val="212529"/>
                </a:solidFill>
                <a:latin typeface="Open Sans Light"/>
                <a:ea typeface="Open Sans Light"/>
                <a:cs typeface="Open Sans Light"/>
              </a:defRPr>
            </a:lvl8pPr>
            <a:lvl9pPr>
              <a:buNone/>
              <a:defRPr sz="2000" b="0">
                <a:solidFill>
                  <a:srgbClr val="212529"/>
                </a:solidFill>
                <a:latin typeface="Open Sans Light"/>
                <a:ea typeface="Open Sans Light"/>
                <a:cs typeface="Open Sans Light"/>
              </a:defRPr>
            </a:lvl9pPr>
          </a:lstStyle>
          <a:p>
            <a:pPr>
              <a:buNone/>
              <a:defRPr sz="2000" b="0">
                <a:solidFill>
                  <a:srgbClr val="212529"/>
                </a:solidFill>
                <a:latin typeface="Open Sans Light"/>
                <a:ea typeface="Open Sans Light"/>
                <a:cs typeface="Open Sans Light"/>
              </a:defRPr>
            </a:pPr>
            <a:r>
              <a:rPr sz="2000" b="0">
                <a:solidFill>
                  <a:srgbClr val="212529"/>
                </a:solidFill>
                <a:latin typeface="Open Sans Light"/>
                <a:ea typeface="Open Sans Light"/>
                <a:cs typeface="Open Sans Light"/>
              </a:rPr>
              <a:t>In the Enron case, Python and regex helped us prepare email text and find specified keywords or patterns.</a:t>
            </a:r>
          </a:p>
        </p:txBody>
      </p:sp>
      <p:sp>
        <p:nvSpPr>
          <p:cNvPr id="4" name="point-1">
            <a:extLst>
              <a:ext uri="{FF2B5EF4-FFF2-40B4-BE49-F238E27FC236}">
                <a16:creationId xmlns:a16="http://schemas.microsoft.com/office/drawing/2014/main" id="{DFF027AD-B013-1F14-CFE7-E66FCDE18E8D}"/>
              </a:ext>
            </a:extLst>
          </p:cNvPr>
          <p:cNvSpPr>
            <a:spLocks noGrp="1"/>
          </p:cNvSpPr>
          <p:nvPr/>
        </p:nvSpPr>
        <p:spPr>
          <a:xfrm>
            <a:off x="609600" y="2644134"/>
            <a:ext cx="10972800" cy="800000"/>
          </a:xfrm>
          <a:prstGeom prst="rect">
            <a:avLst/>
          </a:prstGeom>
          <a:noFill/>
          <a:ln w="0">
            <a:noFill/>
            <a:prstDash val="solid"/>
          </a:ln>
        </p:spPr>
        <p:txBody>
          <a:bodyPr wrap="square" lIns="0" tIns="0" rIns="0" bIns="0" anchor="t">
            <a:noAutofit/>
          </a:bodyPr>
          <a:lstStyle>
            <a:defPPr>
              <a:defRPr sz="2000" b="0">
                <a:solidFill>
                  <a:srgbClr val="212529"/>
                </a:solidFill>
                <a:latin typeface="Open Sans Light"/>
                <a:ea typeface="Open Sans Light"/>
                <a:cs typeface="Open Sans Light"/>
              </a:defRPr>
            </a:defPPr>
            <a:lvl1pPr>
              <a:buNone/>
              <a:defRPr sz="2000" b="0">
                <a:solidFill>
                  <a:srgbClr val="212529"/>
                </a:solidFill>
                <a:latin typeface="Open Sans Light"/>
                <a:ea typeface="Open Sans Light"/>
                <a:cs typeface="Open Sans Light"/>
              </a:defRPr>
            </a:lvl1pPr>
            <a:lvl2pPr>
              <a:buNone/>
              <a:defRPr sz="2000" b="0">
                <a:solidFill>
                  <a:srgbClr val="212529"/>
                </a:solidFill>
                <a:latin typeface="Open Sans Light"/>
                <a:ea typeface="Open Sans Light"/>
                <a:cs typeface="Open Sans Light"/>
              </a:defRPr>
            </a:lvl2pPr>
            <a:lvl3pPr>
              <a:buNone/>
              <a:defRPr sz="2000" b="0">
                <a:solidFill>
                  <a:srgbClr val="212529"/>
                </a:solidFill>
                <a:latin typeface="Open Sans Light"/>
                <a:ea typeface="Open Sans Light"/>
                <a:cs typeface="Open Sans Light"/>
              </a:defRPr>
            </a:lvl3pPr>
            <a:lvl4pPr>
              <a:buNone/>
              <a:defRPr sz="2000" b="0">
                <a:solidFill>
                  <a:srgbClr val="212529"/>
                </a:solidFill>
                <a:latin typeface="Open Sans Light"/>
                <a:ea typeface="Open Sans Light"/>
                <a:cs typeface="Open Sans Light"/>
              </a:defRPr>
            </a:lvl4pPr>
            <a:lvl5pPr>
              <a:buNone/>
              <a:defRPr sz="2000" b="0">
                <a:solidFill>
                  <a:srgbClr val="212529"/>
                </a:solidFill>
                <a:latin typeface="Open Sans Light"/>
                <a:ea typeface="Open Sans Light"/>
                <a:cs typeface="Open Sans Light"/>
              </a:defRPr>
            </a:lvl5pPr>
            <a:lvl6pPr>
              <a:buNone/>
              <a:defRPr sz="2000" b="0">
                <a:solidFill>
                  <a:srgbClr val="212529"/>
                </a:solidFill>
                <a:latin typeface="Open Sans Light"/>
                <a:ea typeface="Open Sans Light"/>
                <a:cs typeface="Open Sans Light"/>
              </a:defRPr>
            </a:lvl6pPr>
            <a:lvl7pPr>
              <a:buNone/>
              <a:defRPr sz="2000" b="0">
                <a:solidFill>
                  <a:srgbClr val="212529"/>
                </a:solidFill>
                <a:latin typeface="Open Sans Light"/>
                <a:ea typeface="Open Sans Light"/>
                <a:cs typeface="Open Sans Light"/>
              </a:defRPr>
            </a:lvl7pPr>
            <a:lvl8pPr>
              <a:buNone/>
              <a:defRPr sz="2000" b="0">
                <a:solidFill>
                  <a:srgbClr val="212529"/>
                </a:solidFill>
                <a:latin typeface="Open Sans Light"/>
                <a:ea typeface="Open Sans Light"/>
                <a:cs typeface="Open Sans Light"/>
              </a:defRPr>
            </a:lvl8pPr>
            <a:lvl9pPr>
              <a:buNone/>
              <a:defRPr sz="2000" b="0">
                <a:solidFill>
                  <a:srgbClr val="212529"/>
                </a:solidFill>
                <a:latin typeface="Open Sans Light"/>
                <a:ea typeface="Open Sans Light"/>
                <a:cs typeface="Open Sans Light"/>
              </a:defRPr>
            </a:lvl9pPr>
          </a:lstStyle>
          <a:p>
            <a:pPr>
              <a:buNone/>
              <a:defRPr sz="2000" b="0">
                <a:solidFill>
                  <a:srgbClr val="212529"/>
                </a:solidFill>
                <a:latin typeface="Open Sans Light"/>
                <a:ea typeface="Open Sans Light"/>
                <a:cs typeface="Open Sans Light"/>
              </a:defRPr>
            </a:pPr>
            <a:r>
              <a:rPr sz="2000" b="0">
                <a:solidFill>
                  <a:srgbClr val="212529"/>
                </a:solidFill>
                <a:latin typeface="Open Sans Light"/>
                <a:ea typeface="Open Sans Light"/>
                <a:cs typeface="Open Sans Light"/>
              </a:rPr>
              <a:t>The same workflow applies to filings: load the source, prepare the text, apply a method, and inspect the output.</a:t>
            </a:r>
          </a:p>
        </p:txBody>
      </p:sp>
      <p:sp>
        <p:nvSpPr>
          <p:cNvPr id="5" name="point-2">
            <a:extLst>
              <a:ext uri="{FF2B5EF4-FFF2-40B4-BE49-F238E27FC236}">
                <a16:creationId xmlns:a16="http://schemas.microsoft.com/office/drawing/2014/main" id="{87752F7E-622D-578C-58F0-7D72D53B9171}"/>
              </a:ext>
            </a:extLst>
          </p:cNvPr>
          <p:cNvSpPr>
            <a:spLocks noGrp="1"/>
          </p:cNvSpPr>
          <p:nvPr/>
        </p:nvSpPr>
        <p:spPr>
          <a:xfrm>
            <a:off x="609600" y="3544134"/>
            <a:ext cx="10972800" cy="800000"/>
          </a:xfrm>
          <a:prstGeom prst="rect">
            <a:avLst/>
          </a:prstGeom>
          <a:noFill/>
          <a:ln w="0">
            <a:noFill/>
            <a:prstDash val="solid"/>
          </a:ln>
        </p:spPr>
        <p:txBody>
          <a:bodyPr wrap="square" lIns="0" tIns="0" rIns="0" bIns="0" anchor="t">
            <a:noAutofit/>
          </a:bodyPr>
          <a:lstStyle>
            <a:defPPr>
              <a:defRPr sz="2000" b="0">
                <a:solidFill>
                  <a:srgbClr val="212529"/>
                </a:solidFill>
                <a:latin typeface="Open Sans Light"/>
                <a:ea typeface="Open Sans Light"/>
                <a:cs typeface="Open Sans Light"/>
              </a:defRPr>
            </a:defPPr>
            <a:lvl1pPr>
              <a:buNone/>
              <a:defRPr sz="2000" b="0">
                <a:solidFill>
                  <a:srgbClr val="212529"/>
                </a:solidFill>
                <a:latin typeface="Open Sans Light"/>
                <a:ea typeface="Open Sans Light"/>
                <a:cs typeface="Open Sans Light"/>
              </a:defRPr>
            </a:lvl1pPr>
            <a:lvl2pPr>
              <a:buNone/>
              <a:defRPr sz="2000" b="0">
                <a:solidFill>
                  <a:srgbClr val="212529"/>
                </a:solidFill>
                <a:latin typeface="Open Sans Light"/>
                <a:ea typeface="Open Sans Light"/>
                <a:cs typeface="Open Sans Light"/>
              </a:defRPr>
            </a:lvl2pPr>
            <a:lvl3pPr>
              <a:buNone/>
              <a:defRPr sz="2000" b="0">
                <a:solidFill>
                  <a:srgbClr val="212529"/>
                </a:solidFill>
                <a:latin typeface="Open Sans Light"/>
                <a:ea typeface="Open Sans Light"/>
                <a:cs typeface="Open Sans Light"/>
              </a:defRPr>
            </a:lvl3pPr>
            <a:lvl4pPr>
              <a:buNone/>
              <a:defRPr sz="2000" b="0">
                <a:solidFill>
                  <a:srgbClr val="212529"/>
                </a:solidFill>
                <a:latin typeface="Open Sans Light"/>
                <a:ea typeface="Open Sans Light"/>
                <a:cs typeface="Open Sans Light"/>
              </a:defRPr>
            </a:lvl4pPr>
            <a:lvl5pPr>
              <a:buNone/>
              <a:defRPr sz="2000" b="0">
                <a:solidFill>
                  <a:srgbClr val="212529"/>
                </a:solidFill>
                <a:latin typeface="Open Sans Light"/>
                <a:ea typeface="Open Sans Light"/>
                <a:cs typeface="Open Sans Light"/>
              </a:defRPr>
            </a:lvl5pPr>
            <a:lvl6pPr>
              <a:buNone/>
              <a:defRPr sz="2000" b="0">
                <a:solidFill>
                  <a:srgbClr val="212529"/>
                </a:solidFill>
                <a:latin typeface="Open Sans Light"/>
                <a:ea typeface="Open Sans Light"/>
                <a:cs typeface="Open Sans Light"/>
              </a:defRPr>
            </a:lvl6pPr>
            <a:lvl7pPr>
              <a:buNone/>
              <a:defRPr sz="2000" b="0">
                <a:solidFill>
                  <a:srgbClr val="212529"/>
                </a:solidFill>
                <a:latin typeface="Open Sans Light"/>
                <a:ea typeface="Open Sans Light"/>
                <a:cs typeface="Open Sans Light"/>
              </a:defRPr>
            </a:lvl7pPr>
            <a:lvl8pPr>
              <a:buNone/>
              <a:defRPr sz="2000" b="0">
                <a:solidFill>
                  <a:srgbClr val="212529"/>
                </a:solidFill>
                <a:latin typeface="Open Sans Light"/>
                <a:ea typeface="Open Sans Light"/>
                <a:cs typeface="Open Sans Light"/>
              </a:defRPr>
            </a:lvl8pPr>
            <a:lvl9pPr>
              <a:buNone/>
              <a:defRPr sz="2000" b="0">
                <a:solidFill>
                  <a:srgbClr val="212529"/>
                </a:solidFill>
                <a:latin typeface="Open Sans Light"/>
                <a:ea typeface="Open Sans Light"/>
                <a:cs typeface="Open Sans Light"/>
              </a:defRPr>
            </a:lvl9pPr>
          </a:lstStyle>
          <a:p>
            <a:pPr>
              <a:buNone/>
              <a:defRPr sz="2000" b="0">
                <a:solidFill>
                  <a:srgbClr val="212529"/>
                </a:solidFill>
                <a:latin typeface="Open Sans Light"/>
                <a:ea typeface="Open Sans Light"/>
                <a:cs typeface="Open Sans Light"/>
              </a:defRPr>
            </a:pPr>
            <a:r>
              <a:rPr sz="2000" b="0" dirty="0">
                <a:solidFill>
                  <a:srgbClr val="212529"/>
                </a:solidFill>
                <a:latin typeface="Open Sans Light"/>
                <a:ea typeface="Open Sans Light"/>
                <a:cs typeface="Open Sans Light"/>
              </a:rPr>
              <a:t>Readability measures writing complexity. Dictionary sentiment and </a:t>
            </a:r>
            <a:r>
              <a:rPr sz="2000" b="0" dirty="0" err="1">
                <a:solidFill>
                  <a:srgbClr val="212529"/>
                </a:solidFill>
                <a:latin typeface="Open Sans Light"/>
                <a:ea typeface="Open Sans Light"/>
                <a:cs typeface="Open Sans Light"/>
              </a:rPr>
              <a:t>FinBERT</a:t>
            </a:r>
            <a:r>
              <a:rPr sz="2000" b="0" dirty="0">
                <a:solidFill>
                  <a:srgbClr val="212529"/>
                </a:solidFill>
                <a:latin typeface="Open Sans Light"/>
                <a:ea typeface="Open Sans Light"/>
                <a:cs typeface="Open Sans Light"/>
              </a:rPr>
              <a:t> estimate tone. Semantic search retrieves related meaning.</a:t>
            </a:r>
          </a:p>
        </p:txBody>
      </p:sp>
      <p:sp>
        <p:nvSpPr>
          <p:cNvPr id="6" name="point-3">
            <a:extLst>
              <a:ext uri="{FF2B5EF4-FFF2-40B4-BE49-F238E27FC236}">
                <a16:creationId xmlns:a16="http://schemas.microsoft.com/office/drawing/2014/main" id="{75B05CF5-E463-C645-C74D-487C287F5550}"/>
              </a:ext>
            </a:extLst>
          </p:cNvPr>
          <p:cNvSpPr>
            <a:spLocks noGrp="1"/>
          </p:cNvSpPr>
          <p:nvPr/>
        </p:nvSpPr>
        <p:spPr>
          <a:xfrm>
            <a:off x="609600" y="4444134"/>
            <a:ext cx="10972800" cy="800000"/>
          </a:xfrm>
          <a:prstGeom prst="rect">
            <a:avLst/>
          </a:prstGeom>
          <a:noFill/>
          <a:ln w="0">
            <a:noFill/>
            <a:prstDash val="solid"/>
          </a:ln>
        </p:spPr>
        <p:txBody>
          <a:bodyPr wrap="square" lIns="0" tIns="0" rIns="0" bIns="0" anchor="t">
            <a:noAutofit/>
          </a:bodyPr>
          <a:lstStyle>
            <a:defPPr>
              <a:defRPr sz="2000" b="0">
                <a:solidFill>
                  <a:srgbClr val="212529"/>
                </a:solidFill>
                <a:latin typeface="Open Sans Light"/>
                <a:ea typeface="Open Sans Light"/>
                <a:cs typeface="Open Sans Light"/>
              </a:defRPr>
            </a:defPPr>
            <a:lvl1pPr>
              <a:buNone/>
              <a:defRPr sz="2000" b="0">
                <a:solidFill>
                  <a:srgbClr val="212529"/>
                </a:solidFill>
                <a:latin typeface="Open Sans Light"/>
                <a:ea typeface="Open Sans Light"/>
                <a:cs typeface="Open Sans Light"/>
              </a:defRPr>
            </a:lvl1pPr>
            <a:lvl2pPr>
              <a:buNone/>
              <a:defRPr sz="2000" b="0">
                <a:solidFill>
                  <a:srgbClr val="212529"/>
                </a:solidFill>
                <a:latin typeface="Open Sans Light"/>
                <a:ea typeface="Open Sans Light"/>
                <a:cs typeface="Open Sans Light"/>
              </a:defRPr>
            </a:lvl2pPr>
            <a:lvl3pPr>
              <a:buNone/>
              <a:defRPr sz="2000" b="0">
                <a:solidFill>
                  <a:srgbClr val="212529"/>
                </a:solidFill>
                <a:latin typeface="Open Sans Light"/>
                <a:ea typeface="Open Sans Light"/>
                <a:cs typeface="Open Sans Light"/>
              </a:defRPr>
            </a:lvl3pPr>
            <a:lvl4pPr>
              <a:buNone/>
              <a:defRPr sz="2000" b="0">
                <a:solidFill>
                  <a:srgbClr val="212529"/>
                </a:solidFill>
                <a:latin typeface="Open Sans Light"/>
                <a:ea typeface="Open Sans Light"/>
                <a:cs typeface="Open Sans Light"/>
              </a:defRPr>
            </a:lvl4pPr>
            <a:lvl5pPr>
              <a:buNone/>
              <a:defRPr sz="2000" b="0">
                <a:solidFill>
                  <a:srgbClr val="212529"/>
                </a:solidFill>
                <a:latin typeface="Open Sans Light"/>
                <a:ea typeface="Open Sans Light"/>
                <a:cs typeface="Open Sans Light"/>
              </a:defRPr>
            </a:lvl5pPr>
            <a:lvl6pPr>
              <a:buNone/>
              <a:defRPr sz="2000" b="0">
                <a:solidFill>
                  <a:srgbClr val="212529"/>
                </a:solidFill>
                <a:latin typeface="Open Sans Light"/>
                <a:ea typeface="Open Sans Light"/>
                <a:cs typeface="Open Sans Light"/>
              </a:defRPr>
            </a:lvl6pPr>
            <a:lvl7pPr>
              <a:buNone/>
              <a:defRPr sz="2000" b="0">
                <a:solidFill>
                  <a:srgbClr val="212529"/>
                </a:solidFill>
                <a:latin typeface="Open Sans Light"/>
                <a:ea typeface="Open Sans Light"/>
                <a:cs typeface="Open Sans Light"/>
              </a:defRPr>
            </a:lvl7pPr>
            <a:lvl8pPr>
              <a:buNone/>
              <a:defRPr sz="2000" b="0">
                <a:solidFill>
                  <a:srgbClr val="212529"/>
                </a:solidFill>
                <a:latin typeface="Open Sans Light"/>
                <a:ea typeface="Open Sans Light"/>
                <a:cs typeface="Open Sans Light"/>
              </a:defRPr>
            </a:lvl8pPr>
            <a:lvl9pPr>
              <a:buNone/>
              <a:defRPr sz="2000" b="0">
                <a:solidFill>
                  <a:srgbClr val="212529"/>
                </a:solidFill>
                <a:latin typeface="Open Sans Light"/>
                <a:ea typeface="Open Sans Light"/>
                <a:cs typeface="Open Sans Light"/>
              </a:defRPr>
            </a:lvl9pPr>
          </a:lstStyle>
          <a:p>
            <a:pPr>
              <a:buNone/>
              <a:defRPr sz="2000" b="0">
                <a:solidFill>
                  <a:srgbClr val="212529"/>
                </a:solidFill>
                <a:latin typeface="Open Sans Light"/>
                <a:ea typeface="Open Sans Light"/>
                <a:cs typeface="Open Sans Light"/>
              </a:defRPr>
            </a:pPr>
            <a:r>
              <a:rPr sz="2000" b="0">
                <a:solidFill>
                  <a:srgbClr val="212529"/>
                </a:solidFill>
                <a:latin typeface="Open Sans Light"/>
                <a:ea typeface="Open Sans Light"/>
                <a:cs typeface="Open Sans Light"/>
              </a:rPr>
              <a:t>The analytical question remains: What does the output support, and what context or evidence is missing?</a:t>
            </a:r>
          </a:p>
        </p:txBody>
      </p:sp>
    </p:spTree>
    <p:extLst>
      <p:ext uri="{BB962C8B-B14F-4D97-AF65-F5344CB8AC3E}">
        <p14:creationId xmlns:p14="http://schemas.microsoft.com/office/powerpoint/2010/main" val="15945683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801AB2-2C6C-D4CC-5251-0E00020DB9DF}"/>
            </a:ext>
          </a:extLst>
        </p:cNvPr>
        <p:cNvGrpSpPr/>
        <p:nvPr/>
      </p:nvGrpSpPr>
      <p:grpSpPr>
        <a:xfrm>
          <a:off x="0" y="0"/>
          <a:ext cx="0" cy="0"/>
          <a:chOff x="0" y="0"/>
          <a:chExt cx="0" cy="0"/>
        </a:xfrm>
      </p:grpSpPr>
      <p:sp>
        <p:nvSpPr>
          <p:cNvPr id="2" name="title">
            <a:extLst>
              <a:ext uri="{FF2B5EF4-FFF2-40B4-BE49-F238E27FC236}">
                <a16:creationId xmlns:a16="http://schemas.microsoft.com/office/drawing/2014/main" id="{6B31D88B-FB67-46B6-5934-5DDBEB78870F}"/>
              </a:ext>
            </a:extLst>
          </p:cNvPr>
          <p:cNvSpPr>
            <a:spLocks noGrp="1"/>
          </p:cNvSpPr>
          <p:nvPr/>
        </p:nvSpPr>
        <p:spPr>
          <a:xfrm>
            <a:off x="625927" y="641802"/>
            <a:ext cx="10894141" cy="950000"/>
          </a:xfrm>
          <a:prstGeom prst="rect">
            <a:avLst/>
          </a:prstGeom>
          <a:noFill/>
          <a:ln w="0">
            <a:noFill/>
            <a:prstDash val="solid"/>
          </a:ln>
        </p:spPr>
        <p:txBody>
          <a:bodyPr wrap="square" lIns="0" tIns="0" rIns="0" bIns="0" anchor="t">
            <a:noAutofit/>
          </a:bodyPr>
          <a:lstStyle>
            <a:defPPr>
              <a:defRPr sz="3200" b="1">
                <a:solidFill>
                  <a:srgbClr val="32006E"/>
                </a:solidFill>
                <a:latin typeface="Encode Sans Normal ExtraBold"/>
                <a:ea typeface="Encode Sans Normal ExtraBold"/>
                <a:cs typeface="Encode Sans Normal ExtraBold"/>
              </a:defRPr>
            </a:defPPr>
            <a:lvl1pPr>
              <a:buNone/>
              <a:defRPr sz="3200" b="1">
                <a:solidFill>
                  <a:srgbClr val="32006E"/>
                </a:solidFill>
                <a:latin typeface="Encode Sans Normal ExtraBold"/>
                <a:ea typeface="Encode Sans Normal ExtraBold"/>
                <a:cs typeface="Encode Sans Normal ExtraBold"/>
              </a:defRPr>
            </a:lvl1pPr>
            <a:lvl2pPr>
              <a:buNone/>
              <a:defRPr sz="3200" b="1">
                <a:solidFill>
                  <a:srgbClr val="32006E"/>
                </a:solidFill>
                <a:latin typeface="Encode Sans Normal ExtraBold"/>
                <a:ea typeface="Encode Sans Normal ExtraBold"/>
                <a:cs typeface="Encode Sans Normal ExtraBold"/>
              </a:defRPr>
            </a:lvl2pPr>
            <a:lvl3pPr>
              <a:buNone/>
              <a:defRPr sz="3200" b="1">
                <a:solidFill>
                  <a:srgbClr val="32006E"/>
                </a:solidFill>
                <a:latin typeface="Encode Sans Normal ExtraBold"/>
                <a:ea typeface="Encode Sans Normal ExtraBold"/>
                <a:cs typeface="Encode Sans Normal ExtraBold"/>
              </a:defRPr>
            </a:lvl3pPr>
            <a:lvl4pPr>
              <a:buNone/>
              <a:defRPr sz="3200" b="1">
                <a:solidFill>
                  <a:srgbClr val="32006E"/>
                </a:solidFill>
                <a:latin typeface="Encode Sans Normal ExtraBold"/>
                <a:ea typeface="Encode Sans Normal ExtraBold"/>
                <a:cs typeface="Encode Sans Normal ExtraBold"/>
              </a:defRPr>
            </a:lvl4pPr>
            <a:lvl5pPr>
              <a:buNone/>
              <a:defRPr sz="3200" b="1">
                <a:solidFill>
                  <a:srgbClr val="32006E"/>
                </a:solidFill>
                <a:latin typeface="Encode Sans Normal ExtraBold"/>
                <a:ea typeface="Encode Sans Normal ExtraBold"/>
                <a:cs typeface="Encode Sans Normal ExtraBold"/>
              </a:defRPr>
            </a:lvl5pPr>
            <a:lvl6pPr>
              <a:buNone/>
              <a:defRPr sz="3200" b="1">
                <a:solidFill>
                  <a:srgbClr val="32006E"/>
                </a:solidFill>
                <a:latin typeface="Encode Sans Normal ExtraBold"/>
                <a:ea typeface="Encode Sans Normal ExtraBold"/>
                <a:cs typeface="Encode Sans Normal ExtraBold"/>
              </a:defRPr>
            </a:lvl6pPr>
            <a:lvl7pPr>
              <a:buNone/>
              <a:defRPr sz="3200" b="1">
                <a:solidFill>
                  <a:srgbClr val="32006E"/>
                </a:solidFill>
                <a:latin typeface="Encode Sans Normal ExtraBold"/>
                <a:ea typeface="Encode Sans Normal ExtraBold"/>
                <a:cs typeface="Encode Sans Normal ExtraBold"/>
              </a:defRPr>
            </a:lvl7pPr>
            <a:lvl8pPr>
              <a:buNone/>
              <a:defRPr sz="3200" b="1">
                <a:solidFill>
                  <a:srgbClr val="32006E"/>
                </a:solidFill>
                <a:latin typeface="Encode Sans Normal ExtraBold"/>
                <a:ea typeface="Encode Sans Normal ExtraBold"/>
                <a:cs typeface="Encode Sans Normal ExtraBold"/>
              </a:defRPr>
            </a:lvl8pPr>
            <a:lvl9pPr>
              <a:buNone/>
              <a:defRPr sz="3200" b="1">
                <a:solidFill>
                  <a:srgbClr val="32006E"/>
                </a:solidFill>
                <a:latin typeface="Encode Sans Normal ExtraBold"/>
                <a:ea typeface="Encode Sans Normal ExtraBold"/>
                <a:cs typeface="Encode Sans Normal ExtraBold"/>
              </a:defRPr>
            </a:lvl9pPr>
          </a:lstStyle>
          <a:p>
            <a:pPr>
              <a:buNone/>
              <a:defRPr sz="3200" b="1">
                <a:solidFill>
                  <a:srgbClr val="32006E"/>
                </a:solidFill>
                <a:latin typeface="Encode Sans Normal ExtraBold"/>
                <a:ea typeface="Encode Sans Normal ExtraBold"/>
                <a:cs typeface="Encode Sans Normal ExtraBold"/>
              </a:defRPr>
            </a:pPr>
            <a:r>
              <a:rPr sz="3200" b="1">
                <a:solidFill>
                  <a:srgbClr val="32006E"/>
                </a:solidFill>
                <a:latin typeface="Encode Sans Normal ExtraBold"/>
                <a:ea typeface="Encode Sans Normal ExtraBold"/>
                <a:cs typeface="Encode Sans Normal ExtraBold"/>
              </a:rPr>
              <a:t>Financial narrative adds context to the numbers</a:t>
            </a:r>
          </a:p>
        </p:txBody>
      </p:sp>
      <p:sp>
        <p:nvSpPr>
          <p:cNvPr id="3" name="point-0">
            <a:extLst>
              <a:ext uri="{FF2B5EF4-FFF2-40B4-BE49-F238E27FC236}">
                <a16:creationId xmlns:a16="http://schemas.microsoft.com/office/drawing/2014/main" id="{55803FB7-BB17-1981-9469-A1D58DE9E3DC}"/>
              </a:ext>
            </a:extLst>
          </p:cNvPr>
          <p:cNvSpPr>
            <a:spLocks noGrp="1"/>
          </p:cNvSpPr>
          <p:nvPr/>
        </p:nvSpPr>
        <p:spPr>
          <a:xfrm>
            <a:off x="609600" y="1744134"/>
            <a:ext cx="10972800" cy="800000"/>
          </a:xfrm>
          <a:prstGeom prst="rect">
            <a:avLst/>
          </a:prstGeom>
          <a:noFill/>
          <a:ln w="0">
            <a:noFill/>
            <a:prstDash val="solid"/>
          </a:ln>
        </p:spPr>
        <p:txBody>
          <a:bodyPr wrap="square" lIns="0" tIns="0" rIns="0" bIns="0" anchor="t">
            <a:noAutofit/>
          </a:bodyPr>
          <a:lstStyle>
            <a:defPPr>
              <a:defRPr sz="2000" b="0">
                <a:solidFill>
                  <a:srgbClr val="212529"/>
                </a:solidFill>
                <a:latin typeface="Open Sans Light"/>
                <a:ea typeface="Open Sans Light"/>
                <a:cs typeface="Open Sans Light"/>
              </a:defRPr>
            </a:defPPr>
            <a:lvl1pPr>
              <a:buNone/>
              <a:defRPr sz="2000" b="0">
                <a:solidFill>
                  <a:srgbClr val="212529"/>
                </a:solidFill>
                <a:latin typeface="Open Sans Light"/>
                <a:ea typeface="Open Sans Light"/>
                <a:cs typeface="Open Sans Light"/>
              </a:defRPr>
            </a:lvl1pPr>
            <a:lvl2pPr>
              <a:buNone/>
              <a:defRPr sz="2000" b="0">
                <a:solidFill>
                  <a:srgbClr val="212529"/>
                </a:solidFill>
                <a:latin typeface="Open Sans Light"/>
                <a:ea typeface="Open Sans Light"/>
                <a:cs typeface="Open Sans Light"/>
              </a:defRPr>
            </a:lvl2pPr>
            <a:lvl3pPr>
              <a:buNone/>
              <a:defRPr sz="2000" b="0">
                <a:solidFill>
                  <a:srgbClr val="212529"/>
                </a:solidFill>
                <a:latin typeface="Open Sans Light"/>
                <a:ea typeface="Open Sans Light"/>
                <a:cs typeface="Open Sans Light"/>
              </a:defRPr>
            </a:lvl3pPr>
            <a:lvl4pPr>
              <a:buNone/>
              <a:defRPr sz="2000" b="0">
                <a:solidFill>
                  <a:srgbClr val="212529"/>
                </a:solidFill>
                <a:latin typeface="Open Sans Light"/>
                <a:ea typeface="Open Sans Light"/>
                <a:cs typeface="Open Sans Light"/>
              </a:defRPr>
            </a:lvl4pPr>
            <a:lvl5pPr>
              <a:buNone/>
              <a:defRPr sz="2000" b="0">
                <a:solidFill>
                  <a:srgbClr val="212529"/>
                </a:solidFill>
                <a:latin typeface="Open Sans Light"/>
                <a:ea typeface="Open Sans Light"/>
                <a:cs typeface="Open Sans Light"/>
              </a:defRPr>
            </a:lvl5pPr>
            <a:lvl6pPr>
              <a:buNone/>
              <a:defRPr sz="2000" b="0">
                <a:solidFill>
                  <a:srgbClr val="212529"/>
                </a:solidFill>
                <a:latin typeface="Open Sans Light"/>
                <a:ea typeface="Open Sans Light"/>
                <a:cs typeface="Open Sans Light"/>
              </a:defRPr>
            </a:lvl6pPr>
            <a:lvl7pPr>
              <a:buNone/>
              <a:defRPr sz="2000" b="0">
                <a:solidFill>
                  <a:srgbClr val="212529"/>
                </a:solidFill>
                <a:latin typeface="Open Sans Light"/>
                <a:ea typeface="Open Sans Light"/>
                <a:cs typeface="Open Sans Light"/>
              </a:defRPr>
            </a:lvl7pPr>
            <a:lvl8pPr>
              <a:buNone/>
              <a:defRPr sz="2000" b="0">
                <a:solidFill>
                  <a:srgbClr val="212529"/>
                </a:solidFill>
                <a:latin typeface="Open Sans Light"/>
                <a:ea typeface="Open Sans Light"/>
                <a:cs typeface="Open Sans Light"/>
              </a:defRPr>
            </a:lvl8pPr>
            <a:lvl9pPr>
              <a:buNone/>
              <a:defRPr sz="2000" b="0">
                <a:solidFill>
                  <a:srgbClr val="212529"/>
                </a:solidFill>
                <a:latin typeface="Open Sans Light"/>
                <a:ea typeface="Open Sans Light"/>
                <a:cs typeface="Open Sans Light"/>
              </a:defRPr>
            </a:lvl9pPr>
          </a:lstStyle>
          <a:p>
            <a:pPr>
              <a:buNone/>
              <a:defRPr sz="2000" b="0">
                <a:solidFill>
                  <a:srgbClr val="212529"/>
                </a:solidFill>
                <a:latin typeface="Open Sans Light"/>
                <a:ea typeface="Open Sans Light"/>
                <a:cs typeface="Open Sans Light"/>
              </a:defRPr>
            </a:pPr>
            <a:r>
              <a:rPr sz="2000" b="0" dirty="0">
                <a:solidFill>
                  <a:srgbClr val="212529"/>
                </a:solidFill>
                <a:latin typeface="Open Sans Light"/>
                <a:ea typeface="Open Sans Light"/>
                <a:cs typeface="Open Sans Light"/>
              </a:rPr>
              <a:t>Financial statements report outcomes. Narrative describes management’s explanations and expectations</a:t>
            </a:r>
            <a:r>
              <a:rPr lang="en-US" sz="2000" b="0" dirty="0">
                <a:solidFill>
                  <a:srgbClr val="212529"/>
                </a:solidFill>
                <a:latin typeface="Open Sans Light"/>
                <a:ea typeface="Open Sans Light"/>
                <a:cs typeface="Open Sans Light"/>
              </a:rPr>
              <a:t> (typically in the MD&amp;A but also in conference calls)</a:t>
            </a:r>
            <a:r>
              <a:rPr sz="2000" b="0" dirty="0">
                <a:solidFill>
                  <a:srgbClr val="212529"/>
                </a:solidFill>
                <a:latin typeface="Open Sans Light"/>
                <a:ea typeface="Open Sans Light"/>
                <a:cs typeface="Open Sans Light"/>
              </a:rPr>
              <a:t>.</a:t>
            </a:r>
          </a:p>
        </p:txBody>
      </p:sp>
      <p:sp>
        <p:nvSpPr>
          <p:cNvPr id="4" name="point-1">
            <a:extLst>
              <a:ext uri="{FF2B5EF4-FFF2-40B4-BE49-F238E27FC236}">
                <a16:creationId xmlns:a16="http://schemas.microsoft.com/office/drawing/2014/main" id="{089B3573-FF0E-CD2B-1AAC-E37EBC7DD213}"/>
              </a:ext>
            </a:extLst>
          </p:cNvPr>
          <p:cNvSpPr>
            <a:spLocks noGrp="1"/>
          </p:cNvSpPr>
          <p:nvPr/>
        </p:nvSpPr>
        <p:spPr>
          <a:xfrm>
            <a:off x="609600" y="2644134"/>
            <a:ext cx="10972800" cy="800000"/>
          </a:xfrm>
          <a:prstGeom prst="rect">
            <a:avLst/>
          </a:prstGeom>
          <a:noFill/>
          <a:ln w="0">
            <a:noFill/>
            <a:prstDash val="solid"/>
          </a:ln>
        </p:spPr>
        <p:txBody>
          <a:bodyPr wrap="square" lIns="0" tIns="0" rIns="0" bIns="0" anchor="t">
            <a:noAutofit/>
          </a:bodyPr>
          <a:lstStyle>
            <a:defPPr>
              <a:defRPr sz="2000" b="0">
                <a:solidFill>
                  <a:srgbClr val="212529"/>
                </a:solidFill>
                <a:latin typeface="Open Sans Light"/>
                <a:ea typeface="Open Sans Light"/>
                <a:cs typeface="Open Sans Light"/>
              </a:defRPr>
            </a:defPPr>
            <a:lvl1pPr>
              <a:buNone/>
              <a:defRPr sz="2000" b="0">
                <a:solidFill>
                  <a:srgbClr val="212529"/>
                </a:solidFill>
                <a:latin typeface="Open Sans Light"/>
                <a:ea typeface="Open Sans Light"/>
                <a:cs typeface="Open Sans Light"/>
              </a:defRPr>
            </a:lvl1pPr>
            <a:lvl2pPr>
              <a:buNone/>
              <a:defRPr sz="2000" b="0">
                <a:solidFill>
                  <a:srgbClr val="212529"/>
                </a:solidFill>
                <a:latin typeface="Open Sans Light"/>
                <a:ea typeface="Open Sans Light"/>
                <a:cs typeface="Open Sans Light"/>
              </a:defRPr>
            </a:lvl2pPr>
            <a:lvl3pPr>
              <a:buNone/>
              <a:defRPr sz="2000" b="0">
                <a:solidFill>
                  <a:srgbClr val="212529"/>
                </a:solidFill>
                <a:latin typeface="Open Sans Light"/>
                <a:ea typeface="Open Sans Light"/>
                <a:cs typeface="Open Sans Light"/>
              </a:defRPr>
            </a:lvl3pPr>
            <a:lvl4pPr>
              <a:buNone/>
              <a:defRPr sz="2000" b="0">
                <a:solidFill>
                  <a:srgbClr val="212529"/>
                </a:solidFill>
                <a:latin typeface="Open Sans Light"/>
                <a:ea typeface="Open Sans Light"/>
                <a:cs typeface="Open Sans Light"/>
              </a:defRPr>
            </a:lvl4pPr>
            <a:lvl5pPr>
              <a:buNone/>
              <a:defRPr sz="2000" b="0">
                <a:solidFill>
                  <a:srgbClr val="212529"/>
                </a:solidFill>
                <a:latin typeface="Open Sans Light"/>
                <a:ea typeface="Open Sans Light"/>
                <a:cs typeface="Open Sans Light"/>
              </a:defRPr>
            </a:lvl5pPr>
            <a:lvl6pPr>
              <a:buNone/>
              <a:defRPr sz="2000" b="0">
                <a:solidFill>
                  <a:srgbClr val="212529"/>
                </a:solidFill>
                <a:latin typeface="Open Sans Light"/>
                <a:ea typeface="Open Sans Light"/>
                <a:cs typeface="Open Sans Light"/>
              </a:defRPr>
            </a:lvl6pPr>
            <a:lvl7pPr>
              <a:buNone/>
              <a:defRPr sz="2000" b="0">
                <a:solidFill>
                  <a:srgbClr val="212529"/>
                </a:solidFill>
                <a:latin typeface="Open Sans Light"/>
                <a:ea typeface="Open Sans Light"/>
                <a:cs typeface="Open Sans Light"/>
              </a:defRPr>
            </a:lvl7pPr>
            <a:lvl8pPr>
              <a:buNone/>
              <a:defRPr sz="2000" b="0">
                <a:solidFill>
                  <a:srgbClr val="212529"/>
                </a:solidFill>
                <a:latin typeface="Open Sans Light"/>
                <a:ea typeface="Open Sans Light"/>
                <a:cs typeface="Open Sans Light"/>
              </a:defRPr>
            </a:lvl8pPr>
            <a:lvl9pPr>
              <a:buNone/>
              <a:defRPr sz="2000" b="0">
                <a:solidFill>
                  <a:srgbClr val="212529"/>
                </a:solidFill>
                <a:latin typeface="Open Sans Light"/>
                <a:ea typeface="Open Sans Light"/>
                <a:cs typeface="Open Sans Light"/>
              </a:defRPr>
            </a:lvl9pPr>
          </a:lstStyle>
          <a:p>
            <a:pPr>
              <a:buNone/>
              <a:defRPr sz="2000" b="0">
                <a:solidFill>
                  <a:srgbClr val="212529"/>
                </a:solidFill>
                <a:latin typeface="Open Sans Light"/>
                <a:ea typeface="Open Sans Light"/>
                <a:cs typeface="Open Sans Light"/>
              </a:defRPr>
            </a:pPr>
            <a:r>
              <a:rPr sz="2000" b="0">
                <a:solidFill>
                  <a:srgbClr val="212529"/>
                </a:solidFill>
                <a:latin typeface="Open Sans Light"/>
                <a:ea typeface="Open Sans Light"/>
                <a:cs typeface="Open Sans Light"/>
              </a:rPr>
              <a:t>Textual analytics helps analysts examine many passages consistently.</a:t>
            </a:r>
          </a:p>
        </p:txBody>
      </p:sp>
      <p:sp>
        <p:nvSpPr>
          <p:cNvPr id="5" name="point-2">
            <a:extLst>
              <a:ext uri="{FF2B5EF4-FFF2-40B4-BE49-F238E27FC236}">
                <a16:creationId xmlns:a16="http://schemas.microsoft.com/office/drawing/2014/main" id="{0CB478BA-EBF3-3D64-FDFA-7930EC2954DD}"/>
              </a:ext>
            </a:extLst>
          </p:cNvPr>
          <p:cNvSpPr>
            <a:spLocks noGrp="1"/>
          </p:cNvSpPr>
          <p:nvPr/>
        </p:nvSpPr>
        <p:spPr>
          <a:xfrm>
            <a:off x="609600" y="3544134"/>
            <a:ext cx="10972800" cy="800000"/>
          </a:xfrm>
          <a:prstGeom prst="rect">
            <a:avLst/>
          </a:prstGeom>
          <a:noFill/>
          <a:ln w="0">
            <a:noFill/>
            <a:prstDash val="solid"/>
          </a:ln>
        </p:spPr>
        <p:txBody>
          <a:bodyPr wrap="square" lIns="0" tIns="0" rIns="0" bIns="0" anchor="t">
            <a:noAutofit/>
          </a:bodyPr>
          <a:lstStyle>
            <a:defPPr>
              <a:defRPr sz="2000" b="0">
                <a:solidFill>
                  <a:srgbClr val="212529"/>
                </a:solidFill>
                <a:latin typeface="Open Sans Light"/>
                <a:ea typeface="Open Sans Light"/>
                <a:cs typeface="Open Sans Light"/>
              </a:defRPr>
            </a:defPPr>
            <a:lvl1pPr>
              <a:buNone/>
              <a:defRPr sz="2000" b="0">
                <a:solidFill>
                  <a:srgbClr val="212529"/>
                </a:solidFill>
                <a:latin typeface="Open Sans Light"/>
                <a:ea typeface="Open Sans Light"/>
                <a:cs typeface="Open Sans Light"/>
              </a:defRPr>
            </a:lvl1pPr>
            <a:lvl2pPr>
              <a:buNone/>
              <a:defRPr sz="2000" b="0">
                <a:solidFill>
                  <a:srgbClr val="212529"/>
                </a:solidFill>
                <a:latin typeface="Open Sans Light"/>
                <a:ea typeface="Open Sans Light"/>
                <a:cs typeface="Open Sans Light"/>
              </a:defRPr>
            </a:lvl2pPr>
            <a:lvl3pPr>
              <a:buNone/>
              <a:defRPr sz="2000" b="0">
                <a:solidFill>
                  <a:srgbClr val="212529"/>
                </a:solidFill>
                <a:latin typeface="Open Sans Light"/>
                <a:ea typeface="Open Sans Light"/>
                <a:cs typeface="Open Sans Light"/>
              </a:defRPr>
            </a:lvl3pPr>
            <a:lvl4pPr>
              <a:buNone/>
              <a:defRPr sz="2000" b="0">
                <a:solidFill>
                  <a:srgbClr val="212529"/>
                </a:solidFill>
                <a:latin typeface="Open Sans Light"/>
                <a:ea typeface="Open Sans Light"/>
                <a:cs typeface="Open Sans Light"/>
              </a:defRPr>
            </a:lvl4pPr>
            <a:lvl5pPr>
              <a:buNone/>
              <a:defRPr sz="2000" b="0">
                <a:solidFill>
                  <a:srgbClr val="212529"/>
                </a:solidFill>
                <a:latin typeface="Open Sans Light"/>
                <a:ea typeface="Open Sans Light"/>
                <a:cs typeface="Open Sans Light"/>
              </a:defRPr>
            </a:lvl5pPr>
            <a:lvl6pPr>
              <a:buNone/>
              <a:defRPr sz="2000" b="0">
                <a:solidFill>
                  <a:srgbClr val="212529"/>
                </a:solidFill>
                <a:latin typeface="Open Sans Light"/>
                <a:ea typeface="Open Sans Light"/>
                <a:cs typeface="Open Sans Light"/>
              </a:defRPr>
            </a:lvl6pPr>
            <a:lvl7pPr>
              <a:buNone/>
              <a:defRPr sz="2000" b="0">
                <a:solidFill>
                  <a:srgbClr val="212529"/>
                </a:solidFill>
                <a:latin typeface="Open Sans Light"/>
                <a:ea typeface="Open Sans Light"/>
                <a:cs typeface="Open Sans Light"/>
              </a:defRPr>
            </a:lvl7pPr>
            <a:lvl8pPr>
              <a:buNone/>
              <a:defRPr sz="2000" b="0">
                <a:solidFill>
                  <a:srgbClr val="212529"/>
                </a:solidFill>
                <a:latin typeface="Open Sans Light"/>
                <a:ea typeface="Open Sans Light"/>
                <a:cs typeface="Open Sans Light"/>
              </a:defRPr>
            </a:lvl8pPr>
            <a:lvl9pPr>
              <a:buNone/>
              <a:defRPr sz="2000" b="0">
                <a:solidFill>
                  <a:srgbClr val="212529"/>
                </a:solidFill>
                <a:latin typeface="Open Sans Light"/>
                <a:ea typeface="Open Sans Light"/>
                <a:cs typeface="Open Sans Light"/>
              </a:defRPr>
            </a:lvl9pPr>
          </a:lstStyle>
          <a:p>
            <a:pPr>
              <a:buNone/>
              <a:defRPr sz="2000" b="0">
                <a:solidFill>
                  <a:srgbClr val="212529"/>
                </a:solidFill>
                <a:latin typeface="Open Sans Light"/>
                <a:ea typeface="Open Sans Light"/>
                <a:cs typeface="Open Sans Light"/>
              </a:defRPr>
            </a:pPr>
            <a:r>
              <a:rPr sz="2000" b="0">
                <a:solidFill>
                  <a:srgbClr val="212529"/>
                </a:solidFill>
                <a:latin typeface="Open Sans Light"/>
                <a:ea typeface="Open Sans Light"/>
                <a:cs typeface="Open Sans Light"/>
              </a:rPr>
              <a:t>The analytical task is to connect a measure to a business question and supporting evidence.</a:t>
            </a:r>
          </a:p>
        </p:txBody>
      </p:sp>
      <p:sp>
        <p:nvSpPr>
          <p:cNvPr id="6" name="point-3">
            <a:extLst>
              <a:ext uri="{FF2B5EF4-FFF2-40B4-BE49-F238E27FC236}">
                <a16:creationId xmlns:a16="http://schemas.microsoft.com/office/drawing/2014/main" id="{D96778DC-03ED-1F9E-BBB9-B4D537C64EA8}"/>
              </a:ext>
            </a:extLst>
          </p:cNvPr>
          <p:cNvSpPr>
            <a:spLocks noGrp="1"/>
          </p:cNvSpPr>
          <p:nvPr/>
        </p:nvSpPr>
        <p:spPr>
          <a:xfrm>
            <a:off x="609600" y="4444134"/>
            <a:ext cx="10972800" cy="800000"/>
          </a:xfrm>
          <a:prstGeom prst="rect">
            <a:avLst/>
          </a:prstGeom>
          <a:noFill/>
          <a:ln w="0">
            <a:noFill/>
            <a:prstDash val="solid"/>
          </a:ln>
        </p:spPr>
        <p:txBody>
          <a:bodyPr wrap="square" lIns="0" tIns="0" rIns="0" bIns="0" anchor="t">
            <a:noAutofit/>
          </a:bodyPr>
          <a:lstStyle>
            <a:defPPr>
              <a:defRPr sz="2000" b="0">
                <a:solidFill>
                  <a:srgbClr val="212529"/>
                </a:solidFill>
                <a:latin typeface="Open Sans Light"/>
                <a:ea typeface="Open Sans Light"/>
                <a:cs typeface="Open Sans Light"/>
              </a:defRPr>
            </a:defPPr>
            <a:lvl1pPr>
              <a:buNone/>
              <a:defRPr sz="2000" b="0">
                <a:solidFill>
                  <a:srgbClr val="212529"/>
                </a:solidFill>
                <a:latin typeface="Open Sans Light"/>
                <a:ea typeface="Open Sans Light"/>
                <a:cs typeface="Open Sans Light"/>
              </a:defRPr>
            </a:lvl1pPr>
            <a:lvl2pPr>
              <a:buNone/>
              <a:defRPr sz="2000" b="0">
                <a:solidFill>
                  <a:srgbClr val="212529"/>
                </a:solidFill>
                <a:latin typeface="Open Sans Light"/>
                <a:ea typeface="Open Sans Light"/>
                <a:cs typeface="Open Sans Light"/>
              </a:defRPr>
            </a:lvl2pPr>
            <a:lvl3pPr>
              <a:buNone/>
              <a:defRPr sz="2000" b="0">
                <a:solidFill>
                  <a:srgbClr val="212529"/>
                </a:solidFill>
                <a:latin typeface="Open Sans Light"/>
                <a:ea typeface="Open Sans Light"/>
                <a:cs typeface="Open Sans Light"/>
              </a:defRPr>
            </a:lvl3pPr>
            <a:lvl4pPr>
              <a:buNone/>
              <a:defRPr sz="2000" b="0">
                <a:solidFill>
                  <a:srgbClr val="212529"/>
                </a:solidFill>
                <a:latin typeface="Open Sans Light"/>
                <a:ea typeface="Open Sans Light"/>
                <a:cs typeface="Open Sans Light"/>
              </a:defRPr>
            </a:lvl4pPr>
            <a:lvl5pPr>
              <a:buNone/>
              <a:defRPr sz="2000" b="0">
                <a:solidFill>
                  <a:srgbClr val="212529"/>
                </a:solidFill>
                <a:latin typeface="Open Sans Light"/>
                <a:ea typeface="Open Sans Light"/>
                <a:cs typeface="Open Sans Light"/>
              </a:defRPr>
            </a:lvl5pPr>
            <a:lvl6pPr>
              <a:buNone/>
              <a:defRPr sz="2000" b="0">
                <a:solidFill>
                  <a:srgbClr val="212529"/>
                </a:solidFill>
                <a:latin typeface="Open Sans Light"/>
                <a:ea typeface="Open Sans Light"/>
                <a:cs typeface="Open Sans Light"/>
              </a:defRPr>
            </a:lvl6pPr>
            <a:lvl7pPr>
              <a:buNone/>
              <a:defRPr sz="2000" b="0">
                <a:solidFill>
                  <a:srgbClr val="212529"/>
                </a:solidFill>
                <a:latin typeface="Open Sans Light"/>
                <a:ea typeface="Open Sans Light"/>
                <a:cs typeface="Open Sans Light"/>
              </a:defRPr>
            </a:lvl7pPr>
            <a:lvl8pPr>
              <a:buNone/>
              <a:defRPr sz="2000" b="0">
                <a:solidFill>
                  <a:srgbClr val="212529"/>
                </a:solidFill>
                <a:latin typeface="Open Sans Light"/>
                <a:ea typeface="Open Sans Light"/>
                <a:cs typeface="Open Sans Light"/>
              </a:defRPr>
            </a:lvl8pPr>
            <a:lvl9pPr>
              <a:buNone/>
              <a:defRPr sz="2000" b="0">
                <a:solidFill>
                  <a:srgbClr val="212529"/>
                </a:solidFill>
                <a:latin typeface="Open Sans Light"/>
                <a:ea typeface="Open Sans Light"/>
                <a:cs typeface="Open Sans Light"/>
              </a:defRPr>
            </a:lvl9pPr>
          </a:lstStyle>
          <a:p>
            <a:pPr>
              <a:buNone/>
              <a:defRPr sz="2000" b="0">
                <a:solidFill>
                  <a:srgbClr val="212529"/>
                </a:solidFill>
                <a:latin typeface="Open Sans Light"/>
                <a:ea typeface="Open Sans Light"/>
                <a:cs typeface="Open Sans Light"/>
              </a:defRPr>
            </a:pPr>
            <a:r>
              <a:rPr sz="2000" b="0">
                <a:solidFill>
                  <a:srgbClr val="212529"/>
                </a:solidFill>
                <a:latin typeface="Open Sans Light"/>
                <a:ea typeface="Open Sans Light"/>
                <a:cs typeface="Open Sans Light"/>
              </a:rPr>
              <a:t>Management’s stated explanation still requires corroboration.</a:t>
            </a:r>
          </a:p>
        </p:txBody>
      </p:sp>
    </p:spTree>
    <p:extLst>
      <p:ext uri="{BB962C8B-B14F-4D97-AF65-F5344CB8AC3E}">
        <p14:creationId xmlns:p14="http://schemas.microsoft.com/office/powerpoint/2010/main" val="11398737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047C75-AD2A-CC7F-FB86-DB9B4E0F6730}"/>
            </a:ext>
          </a:extLst>
        </p:cNvPr>
        <p:cNvGrpSpPr/>
        <p:nvPr/>
      </p:nvGrpSpPr>
      <p:grpSpPr>
        <a:xfrm>
          <a:off x="0" y="0"/>
          <a:ext cx="0" cy="0"/>
          <a:chOff x="0" y="0"/>
          <a:chExt cx="0" cy="0"/>
        </a:xfrm>
      </p:grpSpPr>
      <p:sp>
        <p:nvSpPr>
          <p:cNvPr id="2" name="title">
            <a:extLst>
              <a:ext uri="{FF2B5EF4-FFF2-40B4-BE49-F238E27FC236}">
                <a16:creationId xmlns:a16="http://schemas.microsoft.com/office/drawing/2014/main" id="{158483A6-DF47-2D4B-6768-8D414DED3EDA}"/>
              </a:ext>
            </a:extLst>
          </p:cNvPr>
          <p:cNvSpPr>
            <a:spLocks noGrp="1"/>
          </p:cNvSpPr>
          <p:nvPr/>
        </p:nvSpPr>
        <p:spPr>
          <a:xfrm>
            <a:off x="625927" y="641802"/>
            <a:ext cx="10894141" cy="950000"/>
          </a:xfrm>
          <a:prstGeom prst="rect">
            <a:avLst/>
          </a:prstGeom>
          <a:noFill/>
          <a:ln w="0">
            <a:noFill/>
            <a:prstDash val="solid"/>
          </a:ln>
        </p:spPr>
        <p:txBody>
          <a:bodyPr wrap="square" lIns="0" tIns="0" rIns="0" bIns="0" anchor="t">
            <a:noAutofit/>
          </a:bodyPr>
          <a:lstStyle>
            <a:defPPr>
              <a:defRPr sz="3200" b="1">
                <a:solidFill>
                  <a:srgbClr val="32006E"/>
                </a:solidFill>
                <a:latin typeface="Encode Sans Normal ExtraBold"/>
                <a:ea typeface="Encode Sans Normal ExtraBold"/>
                <a:cs typeface="Encode Sans Normal ExtraBold"/>
              </a:defRPr>
            </a:defPPr>
            <a:lvl1pPr>
              <a:buNone/>
              <a:defRPr sz="3200" b="1">
                <a:solidFill>
                  <a:srgbClr val="32006E"/>
                </a:solidFill>
                <a:latin typeface="Encode Sans Normal ExtraBold"/>
                <a:ea typeface="Encode Sans Normal ExtraBold"/>
                <a:cs typeface="Encode Sans Normal ExtraBold"/>
              </a:defRPr>
            </a:lvl1pPr>
            <a:lvl2pPr>
              <a:buNone/>
              <a:defRPr sz="3200" b="1">
                <a:solidFill>
                  <a:srgbClr val="32006E"/>
                </a:solidFill>
                <a:latin typeface="Encode Sans Normal ExtraBold"/>
                <a:ea typeface="Encode Sans Normal ExtraBold"/>
                <a:cs typeface="Encode Sans Normal ExtraBold"/>
              </a:defRPr>
            </a:lvl2pPr>
            <a:lvl3pPr>
              <a:buNone/>
              <a:defRPr sz="3200" b="1">
                <a:solidFill>
                  <a:srgbClr val="32006E"/>
                </a:solidFill>
                <a:latin typeface="Encode Sans Normal ExtraBold"/>
                <a:ea typeface="Encode Sans Normal ExtraBold"/>
                <a:cs typeface="Encode Sans Normal ExtraBold"/>
              </a:defRPr>
            </a:lvl3pPr>
            <a:lvl4pPr>
              <a:buNone/>
              <a:defRPr sz="3200" b="1">
                <a:solidFill>
                  <a:srgbClr val="32006E"/>
                </a:solidFill>
                <a:latin typeface="Encode Sans Normal ExtraBold"/>
                <a:ea typeface="Encode Sans Normal ExtraBold"/>
                <a:cs typeface="Encode Sans Normal ExtraBold"/>
              </a:defRPr>
            </a:lvl4pPr>
            <a:lvl5pPr>
              <a:buNone/>
              <a:defRPr sz="3200" b="1">
                <a:solidFill>
                  <a:srgbClr val="32006E"/>
                </a:solidFill>
                <a:latin typeface="Encode Sans Normal ExtraBold"/>
                <a:ea typeface="Encode Sans Normal ExtraBold"/>
                <a:cs typeface="Encode Sans Normal ExtraBold"/>
              </a:defRPr>
            </a:lvl5pPr>
            <a:lvl6pPr>
              <a:buNone/>
              <a:defRPr sz="3200" b="1">
                <a:solidFill>
                  <a:srgbClr val="32006E"/>
                </a:solidFill>
                <a:latin typeface="Encode Sans Normal ExtraBold"/>
                <a:ea typeface="Encode Sans Normal ExtraBold"/>
                <a:cs typeface="Encode Sans Normal ExtraBold"/>
              </a:defRPr>
            </a:lvl6pPr>
            <a:lvl7pPr>
              <a:buNone/>
              <a:defRPr sz="3200" b="1">
                <a:solidFill>
                  <a:srgbClr val="32006E"/>
                </a:solidFill>
                <a:latin typeface="Encode Sans Normal ExtraBold"/>
                <a:ea typeface="Encode Sans Normal ExtraBold"/>
                <a:cs typeface="Encode Sans Normal ExtraBold"/>
              </a:defRPr>
            </a:lvl7pPr>
            <a:lvl8pPr>
              <a:buNone/>
              <a:defRPr sz="3200" b="1">
                <a:solidFill>
                  <a:srgbClr val="32006E"/>
                </a:solidFill>
                <a:latin typeface="Encode Sans Normal ExtraBold"/>
                <a:ea typeface="Encode Sans Normal ExtraBold"/>
                <a:cs typeface="Encode Sans Normal ExtraBold"/>
              </a:defRPr>
            </a:lvl8pPr>
            <a:lvl9pPr>
              <a:buNone/>
              <a:defRPr sz="3200" b="1">
                <a:solidFill>
                  <a:srgbClr val="32006E"/>
                </a:solidFill>
                <a:latin typeface="Encode Sans Normal ExtraBold"/>
                <a:ea typeface="Encode Sans Normal ExtraBold"/>
                <a:cs typeface="Encode Sans Normal ExtraBold"/>
              </a:defRPr>
            </a:lvl9pPr>
          </a:lstStyle>
          <a:p>
            <a:pPr>
              <a:buNone/>
              <a:defRPr sz="3200" b="1">
                <a:solidFill>
                  <a:srgbClr val="32006E"/>
                </a:solidFill>
                <a:latin typeface="Encode Sans Normal ExtraBold"/>
                <a:ea typeface="Encode Sans Normal ExtraBold"/>
                <a:cs typeface="Encode Sans Normal ExtraBold"/>
              </a:defRPr>
            </a:pPr>
            <a:r>
              <a:rPr lang="en-US" sz="3200" b="1" dirty="0">
                <a:solidFill>
                  <a:srgbClr val="32006E"/>
                </a:solidFill>
                <a:latin typeface="Encode Sans Normal ExtraBold"/>
                <a:ea typeface="Encode Sans Normal ExtraBold"/>
                <a:cs typeface="Encode Sans Normal ExtraBold"/>
              </a:rPr>
              <a:t>Tools for </a:t>
            </a:r>
            <a:r>
              <a:rPr sz="3200" b="1" dirty="0">
                <a:solidFill>
                  <a:srgbClr val="32006E"/>
                </a:solidFill>
                <a:latin typeface="Encode Sans Normal ExtraBold"/>
                <a:ea typeface="Encode Sans Normal ExtraBold"/>
                <a:cs typeface="Encode Sans Normal ExtraBold"/>
              </a:rPr>
              <a:t>textual analytics</a:t>
            </a:r>
          </a:p>
        </p:txBody>
      </p:sp>
      <p:sp>
        <p:nvSpPr>
          <p:cNvPr id="5" name="point-2">
            <a:extLst>
              <a:ext uri="{FF2B5EF4-FFF2-40B4-BE49-F238E27FC236}">
                <a16:creationId xmlns:a16="http://schemas.microsoft.com/office/drawing/2014/main" id="{0FBEEAD4-6558-D5CF-BFF5-1E99728EB35E}"/>
              </a:ext>
            </a:extLst>
          </p:cNvPr>
          <p:cNvSpPr>
            <a:spLocks noGrp="1"/>
          </p:cNvSpPr>
          <p:nvPr/>
        </p:nvSpPr>
        <p:spPr>
          <a:xfrm>
            <a:off x="625927" y="2091470"/>
            <a:ext cx="10972800" cy="1883900"/>
          </a:xfrm>
          <a:prstGeom prst="rect">
            <a:avLst/>
          </a:prstGeom>
          <a:noFill/>
          <a:ln w="0">
            <a:noFill/>
            <a:prstDash val="solid"/>
          </a:ln>
        </p:spPr>
        <p:txBody>
          <a:bodyPr wrap="square" lIns="0" tIns="0" rIns="0" bIns="0" anchor="t">
            <a:noAutofit/>
          </a:bodyPr>
          <a:lstStyle>
            <a:defPPr>
              <a:defRPr sz="2000" b="0">
                <a:solidFill>
                  <a:srgbClr val="212529"/>
                </a:solidFill>
                <a:latin typeface="Open Sans Light"/>
                <a:ea typeface="Open Sans Light"/>
                <a:cs typeface="Open Sans Light"/>
              </a:defRPr>
            </a:defPPr>
            <a:lvl1pPr>
              <a:buNone/>
              <a:defRPr sz="2000" b="0">
                <a:solidFill>
                  <a:srgbClr val="212529"/>
                </a:solidFill>
                <a:latin typeface="Open Sans Light"/>
                <a:ea typeface="Open Sans Light"/>
                <a:cs typeface="Open Sans Light"/>
              </a:defRPr>
            </a:lvl1pPr>
            <a:lvl2pPr>
              <a:buNone/>
              <a:defRPr sz="2000" b="0">
                <a:solidFill>
                  <a:srgbClr val="212529"/>
                </a:solidFill>
                <a:latin typeface="Open Sans Light"/>
                <a:ea typeface="Open Sans Light"/>
                <a:cs typeface="Open Sans Light"/>
              </a:defRPr>
            </a:lvl2pPr>
            <a:lvl3pPr>
              <a:buNone/>
              <a:defRPr sz="2000" b="0">
                <a:solidFill>
                  <a:srgbClr val="212529"/>
                </a:solidFill>
                <a:latin typeface="Open Sans Light"/>
                <a:ea typeface="Open Sans Light"/>
                <a:cs typeface="Open Sans Light"/>
              </a:defRPr>
            </a:lvl3pPr>
            <a:lvl4pPr>
              <a:buNone/>
              <a:defRPr sz="2000" b="0">
                <a:solidFill>
                  <a:srgbClr val="212529"/>
                </a:solidFill>
                <a:latin typeface="Open Sans Light"/>
                <a:ea typeface="Open Sans Light"/>
                <a:cs typeface="Open Sans Light"/>
              </a:defRPr>
            </a:lvl4pPr>
            <a:lvl5pPr>
              <a:buNone/>
              <a:defRPr sz="2000" b="0">
                <a:solidFill>
                  <a:srgbClr val="212529"/>
                </a:solidFill>
                <a:latin typeface="Open Sans Light"/>
                <a:ea typeface="Open Sans Light"/>
                <a:cs typeface="Open Sans Light"/>
              </a:defRPr>
            </a:lvl5pPr>
            <a:lvl6pPr>
              <a:buNone/>
              <a:defRPr sz="2000" b="0">
                <a:solidFill>
                  <a:srgbClr val="212529"/>
                </a:solidFill>
                <a:latin typeface="Open Sans Light"/>
                <a:ea typeface="Open Sans Light"/>
                <a:cs typeface="Open Sans Light"/>
              </a:defRPr>
            </a:lvl6pPr>
            <a:lvl7pPr>
              <a:buNone/>
              <a:defRPr sz="2000" b="0">
                <a:solidFill>
                  <a:srgbClr val="212529"/>
                </a:solidFill>
                <a:latin typeface="Open Sans Light"/>
                <a:ea typeface="Open Sans Light"/>
                <a:cs typeface="Open Sans Light"/>
              </a:defRPr>
            </a:lvl7pPr>
            <a:lvl8pPr>
              <a:buNone/>
              <a:defRPr sz="2000" b="0">
                <a:solidFill>
                  <a:srgbClr val="212529"/>
                </a:solidFill>
                <a:latin typeface="Open Sans Light"/>
                <a:ea typeface="Open Sans Light"/>
                <a:cs typeface="Open Sans Light"/>
              </a:defRPr>
            </a:lvl8pPr>
            <a:lvl9pPr>
              <a:buNone/>
              <a:defRPr sz="2000" b="0">
                <a:solidFill>
                  <a:srgbClr val="212529"/>
                </a:solidFill>
                <a:latin typeface="Open Sans Light"/>
                <a:ea typeface="Open Sans Light"/>
                <a:cs typeface="Open Sans Light"/>
              </a:defRPr>
            </a:lvl9pPr>
          </a:lstStyle>
          <a:p>
            <a:pPr>
              <a:buNone/>
              <a:defRPr sz="2000" b="0">
                <a:solidFill>
                  <a:srgbClr val="212529"/>
                </a:solidFill>
                <a:latin typeface="Open Sans Light"/>
                <a:ea typeface="Open Sans Light"/>
                <a:cs typeface="Open Sans Light"/>
              </a:defRPr>
            </a:pPr>
            <a:r>
              <a:rPr sz="2000" b="0" dirty="0">
                <a:solidFill>
                  <a:srgbClr val="212529"/>
                </a:solidFill>
                <a:latin typeface="Open Sans Light"/>
                <a:ea typeface="Open Sans Light"/>
                <a:cs typeface="Open Sans Light"/>
              </a:rPr>
              <a:t>Readability measures writing complexity. </a:t>
            </a:r>
            <a:endParaRPr lang="en-US" sz="2000" b="0" dirty="0">
              <a:solidFill>
                <a:srgbClr val="212529"/>
              </a:solidFill>
              <a:latin typeface="Open Sans Light"/>
              <a:ea typeface="Open Sans Light"/>
              <a:cs typeface="Open Sans Light"/>
            </a:endParaRPr>
          </a:p>
          <a:p>
            <a:pPr>
              <a:buNone/>
              <a:defRPr sz="2000" b="0">
                <a:solidFill>
                  <a:srgbClr val="212529"/>
                </a:solidFill>
                <a:latin typeface="Open Sans Light"/>
                <a:ea typeface="Open Sans Light"/>
                <a:cs typeface="Open Sans Light"/>
              </a:defRPr>
            </a:pPr>
            <a:endParaRPr lang="en-US" sz="2000" b="0" dirty="0">
              <a:solidFill>
                <a:srgbClr val="212529"/>
              </a:solidFill>
              <a:latin typeface="Open Sans Light"/>
              <a:ea typeface="Open Sans Light"/>
              <a:cs typeface="Open Sans Light"/>
            </a:endParaRPr>
          </a:p>
          <a:p>
            <a:pPr>
              <a:buNone/>
              <a:defRPr sz="2000" b="0">
                <a:solidFill>
                  <a:srgbClr val="212529"/>
                </a:solidFill>
                <a:latin typeface="Open Sans Light"/>
                <a:ea typeface="Open Sans Light"/>
                <a:cs typeface="Open Sans Light"/>
              </a:defRPr>
            </a:pPr>
            <a:r>
              <a:rPr sz="2000" b="0" dirty="0">
                <a:solidFill>
                  <a:srgbClr val="212529"/>
                </a:solidFill>
                <a:latin typeface="Open Sans Light"/>
                <a:ea typeface="Open Sans Light"/>
                <a:cs typeface="Open Sans Light"/>
              </a:rPr>
              <a:t>Dictionary sentiment and </a:t>
            </a:r>
            <a:r>
              <a:rPr sz="2000" b="0" dirty="0" err="1">
                <a:solidFill>
                  <a:srgbClr val="212529"/>
                </a:solidFill>
                <a:latin typeface="Open Sans Light"/>
                <a:ea typeface="Open Sans Light"/>
                <a:cs typeface="Open Sans Light"/>
              </a:rPr>
              <a:t>FinBERT</a:t>
            </a:r>
            <a:r>
              <a:rPr sz="2000" b="0" dirty="0">
                <a:solidFill>
                  <a:srgbClr val="212529"/>
                </a:solidFill>
                <a:latin typeface="Open Sans Light"/>
                <a:ea typeface="Open Sans Light"/>
                <a:cs typeface="Open Sans Light"/>
              </a:rPr>
              <a:t> estimate tone.</a:t>
            </a:r>
            <a:endParaRPr lang="en-US" sz="2000" b="0" dirty="0">
              <a:solidFill>
                <a:srgbClr val="212529"/>
              </a:solidFill>
              <a:latin typeface="Open Sans Light"/>
              <a:ea typeface="Open Sans Light"/>
              <a:cs typeface="Open Sans Light"/>
            </a:endParaRPr>
          </a:p>
          <a:p>
            <a:pPr>
              <a:buNone/>
              <a:defRPr sz="2000" b="0">
                <a:solidFill>
                  <a:srgbClr val="212529"/>
                </a:solidFill>
                <a:latin typeface="Open Sans Light"/>
                <a:ea typeface="Open Sans Light"/>
                <a:cs typeface="Open Sans Light"/>
              </a:defRPr>
            </a:pPr>
            <a:r>
              <a:rPr sz="2000" b="0" dirty="0">
                <a:solidFill>
                  <a:srgbClr val="212529"/>
                </a:solidFill>
                <a:latin typeface="Open Sans Light"/>
                <a:ea typeface="Open Sans Light"/>
                <a:cs typeface="Open Sans Light"/>
              </a:rPr>
              <a:t> </a:t>
            </a:r>
            <a:endParaRPr lang="en-US" sz="2000" b="0" dirty="0">
              <a:solidFill>
                <a:srgbClr val="212529"/>
              </a:solidFill>
              <a:latin typeface="Open Sans Light"/>
              <a:ea typeface="Open Sans Light"/>
              <a:cs typeface="Open Sans Light"/>
            </a:endParaRPr>
          </a:p>
          <a:p>
            <a:pPr>
              <a:buNone/>
              <a:defRPr sz="2000" b="0">
                <a:solidFill>
                  <a:srgbClr val="212529"/>
                </a:solidFill>
                <a:latin typeface="Open Sans Light"/>
                <a:ea typeface="Open Sans Light"/>
                <a:cs typeface="Open Sans Light"/>
              </a:defRPr>
            </a:pPr>
            <a:r>
              <a:rPr sz="2000" b="0" dirty="0">
                <a:solidFill>
                  <a:srgbClr val="212529"/>
                </a:solidFill>
                <a:latin typeface="Open Sans Light"/>
                <a:ea typeface="Open Sans Light"/>
                <a:cs typeface="Open Sans Light"/>
              </a:rPr>
              <a:t>Semantic search retrieves related meaning.</a:t>
            </a:r>
          </a:p>
        </p:txBody>
      </p:sp>
      <p:sp>
        <p:nvSpPr>
          <p:cNvPr id="6" name="point-3">
            <a:extLst>
              <a:ext uri="{FF2B5EF4-FFF2-40B4-BE49-F238E27FC236}">
                <a16:creationId xmlns:a16="http://schemas.microsoft.com/office/drawing/2014/main" id="{5C6A4F7F-BF95-0654-D3BE-86AA9F430F36}"/>
              </a:ext>
            </a:extLst>
          </p:cNvPr>
          <p:cNvSpPr>
            <a:spLocks noGrp="1"/>
          </p:cNvSpPr>
          <p:nvPr/>
        </p:nvSpPr>
        <p:spPr>
          <a:xfrm>
            <a:off x="609600" y="4444134"/>
            <a:ext cx="10972800" cy="800000"/>
          </a:xfrm>
          <a:prstGeom prst="rect">
            <a:avLst/>
          </a:prstGeom>
          <a:noFill/>
          <a:ln w="0">
            <a:noFill/>
            <a:prstDash val="solid"/>
          </a:ln>
        </p:spPr>
        <p:txBody>
          <a:bodyPr wrap="square" lIns="0" tIns="0" rIns="0" bIns="0" anchor="t">
            <a:noAutofit/>
          </a:bodyPr>
          <a:lstStyle>
            <a:defPPr>
              <a:defRPr sz="2000" b="0">
                <a:solidFill>
                  <a:srgbClr val="212529"/>
                </a:solidFill>
                <a:latin typeface="Open Sans Light"/>
                <a:ea typeface="Open Sans Light"/>
                <a:cs typeface="Open Sans Light"/>
              </a:defRPr>
            </a:defPPr>
            <a:lvl1pPr>
              <a:buNone/>
              <a:defRPr sz="2000" b="0">
                <a:solidFill>
                  <a:srgbClr val="212529"/>
                </a:solidFill>
                <a:latin typeface="Open Sans Light"/>
                <a:ea typeface="Open Sans Light"/>
                <a:cs typeface="Open Sans Light"/>
              </a:defRPr>
            </a:lvl1pPr>
            <a:lvl2pPr>
              <a:buNone/>
              <a:defRPr sz="2000" b="0">
                <a:solidFill>
                  <a:srgbClr val="212529"/>
                </a:solidFill>
                <a:latin typeface="Open Sans Light"/>
                <a:ea typeface="Open Sans Light"/>
                <a:cs typeface="Open Sans Light"/>
              </a:defRPr>
            </a:lvl2pPr>
            <a:lvl3pPr>
              <a:buNone/>
              <a:defRPr sz="2000" b="0">
                <a:solidFill>
                  <a:srgbClr val="212529"/>
                </a:solidFill>
                <a:latin typeface="Open Sans Light"/>
                <a:ea typeface="Open Sans Light"/>
                <a:cs typeface="Open Sans Light"/>
              </a:defRPr>
            </a:lvl3pPr>
            <a:lvl4pPr>
              <a:buNone/>
              <a:defRPr sz="2000" b="0">
                <a:solidFill>
                  <a:srgbClr val="212529"/>
                </a:solidFill>
                <a:latin typeface="Open Sans Light"/>
                <a:ea typeface="Open Sans Light"/>
                <a:cs typeface="Open Sans Light"/>
              </a:defRPr>
            </a:lvl4pPr>
            <a:lvl5pPr>
              <a:buNone/>
              <a:defRPr sz="2000" b="0">
                <a:solidFill>
                  <a:srgbClr val="212529"/>
                </a:solidFill>
                <a:latin typeface="Open Sans Light"/>
                <a:ea typeface="Open Sans Light"/>
                <a:cs typeface="Open Sans Light"/>
              </a:defRPr>
            </a:lvl5pPr>
            <a:lvl6pPr>
              <a:buNone/>
              <a:defRPr sz="2000" b="0">
                <a:solidFill>
                  <a:srgbClr val="212529"/>
                </a:solidFill>
                <a:latin typeface="Open Sans Light"/>
                <a:ea typeface="Open Sans Light"/>
                <a:cs typeface="Open Sans Light"/>
              </a:defRPr>
            </a:lvl6pPr>
            <a:lvl7pPr>
              <a:buNone/>
              <a:defRPr sz="2000" b="0">
                <a:solidFill>
                  <a:srgbClr val="212529"/>
                </a:solidFill>
                <a:latin typeface="Open Sans Light"/>
                <a:ea typeface="Open Sans Light"/>
                <a:cs typeface="Open Sans Light"/>
              </a:defRPr>
            </a:lvl7pPr>
            <a:lvl8pPr>
              <a:buNone/>
              <a:defRPr sz="2000" b="0">
                <a:solidFill>
                  <a:srgbClr val="212529"/>
                </a:solidFill>
                <a:latin typeface="Open Sans Light"/>
                <a:ea typeface="Open Sans Light"/>
                <a:cs typeface="Open Sans Light"/>
              </a:defRPr>
            </a:lvl8pPr>
            <a:lvl9pPr>
              <a:buNone/>
              <a:defRPr sz="2000" b="0">
                <a:solidFill>
                  <a:srgbClr val="212529"/>
                </a:solidFill>
                <a:latin typeface="Open Sans Light"/>
                <a:ea typeface="Open Sans Light"/>
                <a:cs typeface="Open Sans Light"/>
              </a:defRPr>
            </a:lvl9pPr>
          </a:lstStyle>
          <a:p>
            <a:pPr>
              <a:buNone/>
              <a:defRPr sz="2000" b="0">
                <a:solidFill>
                  <a:srgbClr val="212529"/>
                </a:solidFill>
                <a:latin typeface="Open Sans Light"/>
                <a:ea typeface="Open Sans Light"/>
                <a:cs typeface="Open Sans Light"/>
              </a:defRPr>
            </a:pPr>
            <a:r>
              <a:rPr sz="2000" b="0" dirty="0">
                <a:solidFill>
                  <a:srgbClr val="212529"/>
                </a:solidFill>
                <a:latin typeface="Open Sans Light"/>
                <a:ea typeface="Open Sans Light"/>
                <a:cs typeface="Open Sans Light"/>
              </a:rPr>
              <a:t>The analytical question remains: What does the output support, and what context or evidence is missing?</a:t>
            </a:r>
          </a:p>
        </p:txBody>
      </p:sp>
    </p:spTree>
    <p:extLst>
      <p:ext uri="{BB962C8B-B14F-4D97-AF65-F5344CB8AC3E}">
        <p14:creationId xmlns:p14="http://schemas.microsoft.com/office/powerpoint/2010/main" val="39589074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E24F07-2CA9-F1B3-6D0E-27000F5E317B}"/>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3A45809-687D-ED4F-B981-D8445790EA2A}"/>
              </a:ext>
            </a:extLst>
          </p:cNvPr>
          <p:cNvSpPr>
            <a:spLocks noGrp="1"/>
          </p:cNvSpPr>
          <p:nvPr>
            <p:ph idx="11"/>
          </p:nvPr>
        </p:nvSpPr>
        <p:spPr>
          <a:xfrm>
            <a:off x="609600" y="1744134"/>
            <a:ext cx="7315200" cy="2252796"/>
          </a:xfrm>
        </p:spPr>
        <p:txBody>
          <a:bodyPr/>
          <a:lstStyle/>
          <a:p>
            <a:pPr marL="457200" indent="-457200">
              <a:buAutoNum type="arabicPeriod"/>
            </a:pPr>
            <a:r>
              <a:rPr dirty="0">
                <a:solidFill>
                  <a:schemeClr val="bg1">
                    <a:lumMod val="65000"/>
                  </a:schemeClr>
                </a:solidFill>
              </a:rPr>
              <a:t>Review </a:t>
            </a:r>
          </a:p>
          <a:p>
            <a:pPr marL="457200" indent="-457200">
              <a:buAutoNum type="arabicPeriod"/>
            </a:pPr>
            <a:r>
              <a:rPr lang="en-US" dirty="0">
                <a:solidFill>
                  <a:schemeClr val="bg1">
                    <a:lumMod val="65000"/>
                  </a:schemeClr>
                </a:solidFill>
              </a:rPr>
              <a:t>Overview and Discussion</a:t>
            </a:r>
          </a:p>
          <a:p>
            <a:pPr marL="457200" indent="-457200">
              <a:buAutoNum type="arabicPeriod"/>
            </a:pPr>
            <a:r>
              <a:rPr lang="en-US" b="1" dirty="0">
                <a:solidFill>
                  <a:schemeClr val="tx2"/>
                </a:solidFill>
              </a:rPr>
              <a:t>CAVA Case Example</a:t>
            </a:r>
          </a:p>
          <a:p>
            <a:pPr marL="457200" indent="-457200">
              <a:buAutoNum type="arabicPeriod"/>
            </a:pPr>
            <a:r>
              <a:rPr lang="en-US" dirty="0"/>
              <a:t>Final Project Scoping Task</a:t>
            </a:r>
            <a:endParaRPr dirty="0"/>
          </a:p>
          <a:p>
            <a:pPr marL="457200" indent="-457200">
              <a:buAutoNum type="arabicPeriod"/>
            </a:pPr>
            <a:r>
              <a:rPr dirty="0"/>
              <a:t>Conclusion &amp; Look Ahead</a:t>
            </a:r>
          </a:p>
        </p:txBody>
      </p:sp>
      <p:sp>
        <p:nvSpPr>
          <p:cNvPr id="3" name="Title 2">
            <a:extLst>
              <a:ext uri="{FF2B5EF4-FFF2-40B4-BE49-F238E27FC236}">
                <a16:creationId xmlns:a16="http://schemas.microsoft.com/office/drawing/2014/main" id="{C1B80D88-9E03-48E4-0B56-99E591D7CA65}"/>
              </a:ext>
            </a:extLst>
          </p:cNvPr>
          <p:cNvSpPr>
            <a:spLocks noGrp="1"/>
          </p:cNvSpPr>
          <p:nvPr>
            <p:ph type="title"/>
          </p:nvPr>
        </p:nvSpPr>
        <p:spPr/>
        <p:txBody>
          <a:bodyPr/>
          <a:lstStyle/>
          <a:p>
            <a:r>
              <a:t>Agenda</a:t>
            </a:r>
          </a:p>
        </p:txBody>
      </p:sp>
    </p:spTree>
    <p:extLst>
      <p:ext uri="{BB962C8B-B14F-4D97-AF65-F5344CB8AC3E}">
        <p14:creationId xmlns:p14="http://schemas.microsoft.com/office/powerpoint/2010/main" val="1081055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0837506-0484-C4AC-8C88-052BCFBD92EE}"/>
              </a:ext>
            </a:extLst>
          </p:cNvPr>
          <p:cNvSpPr>
            <a:spLocks noGrp="1"/>
          </p:cNvSpPr>
          <p:nvPr>
            <p:ph idx="11"/>
          </p:nvPr>
        </p:nvSpPr>
        <p:spPr/>
        <p:txBody>
          <a:bodyPr/>
          <a:lstStyle/>
          <a:p>
            <a:endParaRPr lang="en-US"/>
          </a:p>
        </p:txBody>
      </p:sp>
      <p:sp>
        <p:nvSpPr>
          <p:cNvPr id="3" name="Title 2">
            <a:extLst>
              <a:ext uri="{FF2B5EF4-FFF2-40B4-BE49-F238E27FC236}">
                <a16:creationId xmlns:a16="http://schemas.microsoft.com/office/drawing/2014/main" id="{9BD23D0B-A134-BF60-6E4B-BC4A5F471C8D}"/>
              </a:ext>
            </a:extLst>
          </p:cNvPr>
          <p:cNvSpPr>
            <a:spLocks noGrp="1"/>
          </p:cNvSpPr>
          <p:nvPr>
            <p:ph type="title"/>
          </p:nvPr>
        </p:nvSpPr>
        <p:spPr/>
        <p:txBody>
          <a:bodyPr/>
          <a:lstStyle/>
          <a:p>
            <a:endParaRPr lang="en-US"/>
          </a:p>
        </p:txBody>
      </p:sp>
      <p:pic>
        <p:nvPicPr>
          <p:cNvPr id="5" name="Picture 4">
            <a:extLst>
              <a:ext uri="{FF2B5EF4-FFF2-40B4-BE49-F238E27FC236}">
                <a16:creationId xmlns:a16="http://schemas.microsoft.com/office/drawing/2014/main" id="{1D04C65E-8C15-FB10-3763-2CCB026E916F}"/>
              </a:ext>
            </a:extLst>
          </p:cNvPr>
          <p:cNvPicPr>
            <a:picLocks noChangeAspect="1"/>
          </p:cNvPicPr>
          <p:nvPr/>
        </p:nvPicPr>
        <p:blipFill>
          <a:blip r:embed="rId2"/>
          <a:stretch>
            <a:fillRect/>
          </a:stretch>
        </p:blipFill>
        <p:spPr>
          <a:xfrm>
            <a:off x="991943" y="1314112"/>
            <a:ext cx="9793067" cy="4839375"/>
          </a:xfrm>
          <a:prstGeom prst="rect">
            <a:avLst/>
          </a:prstGeom>
        </p:spPr>
      </p:pic>
    </p:spTree>
    <p:extLst>
      <p:ext uri="{BB962C8B-B14F-4D97-AF65-F5344CB8AC3E}">
        <p14:creationId xmlns:p14="http://schemas.microsoft.com/office/powerpoint/2010/main" val="11069973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04DD126-402A-25BE-A02E-42827A3A2948}"/>
              </a:ext>
            </a:extLst>
          </p:cNvPr>
          <p:cNvSpPr>
            <a:spLocks noGrp="1"/>
          </p:cNvSpPr>
          <p:nvPr>
            <p:ph idx="11"/>
          </p:nvPr>
        </p:nvSpPr>
        <p:spPr>
          <a:xfrm>
            <a:off x="609600" y="1744134"/>
            <a:ext cx="7315200" cy="2208938"/>
          </a:xfrm>
        </p:spPr>
        <p:txBody>
          <a:bodyPr/>
          <a:lstStyle/>
          <a:p>
            <a:r>
              <a:rPr lang="en-US" dirty="0">
                <a:hlinkClick r:id="rId2"/>
              </a:rPr>
              <a:t>https://www.sec.gov/edgar/browse/?CIK=0001639438</a:t>
            </a:r>
            <a:endParaRPr lang="en-US" dirty="0"/>
          </a:p>
          <a:p>
            <a:endParaRPr lang="en-US" dirty="0"/>
          </a:p>
          <a:p>
            <a:r>
              <a:rPr lang="en-US" sz="1800" dirty="0">
                <a:solidFill>
                  <a:srgbClr val="212529"/>
                </a:solidFill>
              </a:rPr>
              <a:t>Central question: Does positive language distinguish expansion from stronger demand at existing restaurants?</a:t>
            </a:r>
          </a:p>
          <a:p>
            <a:r>
              <a:rPr lang="en-US" dirty="0"/>
              <a:t> </a:t>
            </a:r>
          </a:p>
        </p:txBody>
      </p:sp>
      <p:sp>
        <p:nvSpPr>
          <p:cNvPr id="3" name="Title 2">
            <a:extLst>
              <a:ext uri="{FF2B5EF4-FFF2-40B4-BE49-F238E27FC236}">
                <a16:creationId xmlns:a16="http://schemas.microsoft.com/office/drawing/2014/main" id="{9B398E8B-B641-A0E5-B3C2-2BA8FC967BF5}"/>
              </a:ext>
            </a:extLst>
          </p:cNvPr>
          <p:cNvSpPr>
            <a:spLocks noGrp="1"/>
          </p:cNvSpPr>
          <p:nvPr>
            <p:ph type="title"/>
          </p:nvPr>
        </p:nvSpPr>
        <p:spPr/>
        <p:txBody>
          <a:bodyPr/>
          <a:lstStyle/>
          <a:p>
            <a:r>
              <a:rPr lang="en-US" dirty="0"/>
              <a:t>CAVA Case Example</a:t>
            </a:r>
          </a:p>
        </p:txBody>
      </p:sp>
    </p:spTree>
    <p:extLst>
      <p:ext uri="{BB962C8B-B14F-4D97-AF65-F5344CB8AC3E}">
        <p14:creationId xmlns:p14="http://schemas.microsoft.com/office/powerpoint/2010/main" val="37796113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E4F28A1-1704-E35A-4215-F14DCE7FEFA7}"/>
              </a:ext>
            </a:extLst>
          </p:cNvPr>
          <p:cNvSpPr>
            <a:spLocks noGrp="1"/>
          </p:cNvSpPr>
          <p:nvPr>
            <p:ph idx="11"/>
          </p:nvPr>
        </p:nvSpPr>
        <p:spPr>
          <a:xfrm>
            <a:off x="609600" y="1744134"/>
            <a:ext cx="7315200" cy="1808957"/>
          </a:xfrm>
        </p:spPr>
        <p:txBody>
          <a:bodyPr/>
          <a:lstStyle/>
          <a:p>
            <a:r>
              <a:rPr lang="en-US" dirty="0"/>
              <a:t>Can you find the MD&amp;A automatically?</a:t>
            </a:r>
          </a:p>
          <a:p>
            <a:r>
              <a:rPr lang="en-US" dirty="0"/>
              <a:t>How is the MD&amp;A structured?</a:t>
            </a:r>
          </a:p>
          <a:p>
            <a:r>
              <a:rPr lang="en-US" dirty="0"/>
              <a:t>What information would you want to extract?</a:t>
            </a:r>
          </a:p>
          <a:p>
            <a:r>
              <a:rPr lang="en-US" dirty="0"/>
              <a:t>What challenges do you see?</a:t>
            </a:r>
          </a:p>
        </p:txBody>
      </p:sp>
      <p:sp>
        <p:nvSpPr>
          <p:cNvPr id="3" name="Title 2">
            <a:extLst>
              <a:ext uri="{FF2B5EF4-FFF2-40B4-BE49-F238E27FC236}">
                <a16:creationId xmlns:a16="http://schemas.microsoft.com/office/drawing/2014/main" id="{54C162D2-231A-E05E-7A4E-11A54BBB1220}"/>
              </a:ext>
            </a:extLst>
          </p:cNvPr>
          <p:cNvSpPr>
            <a:spLocks noGrp="1"/>
          </p:cNvSpPr>
          <p:nvPr>
            <p:ph type="title"/>
          </p:nvPr>
        </p:nvSpPr>
        <p:spPr/>
        <p:txBody>
          <a:bodyPr/>
          <a:lstStyle/>
          <a:p>
            <a:r>
              <a:rPr lang="en-US" dirty="0"/>
              <a:t>Hints</a:t>
            </a:r>
          </a:p>
        </p:txBody>
      </p:sp>
    </p:spTree>
    <p:extLst>
      <p:ext uri="{BB962C8B-B14F-4D97-AF65-F5344CB8AC3E}">
        <p14:creationId xmlns:p14="http://schemas.microsoft.com/office/powerpoint/2010/main" val="21942526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EC63F8A-917B-4A52-098F-ED91A5EB2468}"/>
              </a:ext>
            </a:extLst>
          </p:cNvPr>
          <p:cNvSpPr>
            <a:spLocks noGrp="1"/>
          </p:cNvSpPr>
          <p:nvPr>
            <p:ph idx="11"/>
          </p:nvPr>
        </p:nvSpPr>
        <p:spPr>
          <a:xfrm>
            <a:off x="609600" y="1744134"/>
            <a:ext cx="11213592" cy="4851713"/>
          </a:xfrm>
        </p:spPr>
        <p:txBody>
          <a:bodyPr/>
          <a:lstStyle/>
          <a:p>
            <a:r>
              <a:rPr lang="en-US" dirty="0"/>
              <a:t>Where should we use textual analytics?</a:t>
            </a:r>
          </a:p>
          <a:p>
            <a:pPr marL="342900" indent="-342900">
              <a:buFont typeface="Arial" panose="020B0604020202020204" pitchFamily="34" charset="0"/>
              <a:buChar char="•"/>
            </a:pPr>
            <a:r>
              <a:rPr lang="en-US" dirty="0"/>
              <a:t>What are some ETL challenges we will likely face?</a:t>
            </a:r>
          </a:p>
          <a:p>
            <a:pPr marL="342900" indent="-342900">
              <a:buFont typeface="Arial" panose="020B0604020202020204" pitchFamily="34" charset="0"/>
              <a:buChar char="•"/>
            </a:pPr>
            <a:r>
              <a:rPr lang="en-US" dirty="0"/>
              <a:t>What are some language issues we would need to feel comfortable with? </a:t>
            </a:r>
          </a:p>
          <a:p>
            <a:r>
              <a:rPr lang="en-US" dirty="0"/>
              <a:t>For both questions have your response include worked examples from the 10-Ks your reviewed (screenshots).</a:t>
            </a:r>
          </a:p>
          <a:p>
            <a:endParaRPr lang="en-US" sz="1100" dirty="0"/>
          </a:p>
          <a:p>
            <a:r>
              <a:rPr lang="en-US" dirty="0"/>
              <a:t>Submit your scoping analysis, one per team, relating to MD&amp;A key data items to be extracted. These should be noted as both Tables and Text narrative (can be paragraph-, sentence-, word-level). Include screen shots of similarities or differences between companies in your industry. Highlight key metrics (key performance indicators, non-GAAP, Alternative Performance Measures, and any other important performance breakdowns).</a:t>
            </a:r>
          </a:p>
        </p:txBody>
      </p:sp>
      <p:sp>
        <p:nvSpPr>
          <p:cNvPr id="3" name="Title 2">
            <a:extLst>
              <a:ext uri="{FF2B5EF4-FFF2-40B4-BE49-F238E27FC236}">
                <a16:creationId xmlns:a16="http://schemas.microsoft.com/office/drawing/2014/main" id="{EF1E171D-38A0-14EB-E2F1-3632152947B6}"/>
              </a:ext>
            </a:extLst>
          </p:cNvPr>
          <p:cNvSpPr>
            <a:spLocks noGrp="1"/>
          </p:cNvSpPr>
          <p:nvPr>
            <p:ph type="title"/>
          </p:nvPr>
        </p:nvSpPr>
        <p:spPr/>
        <p:txBody>
          <a:bodyPr/>
          <a:lstStyle/>
          <a:p>
            <a:r>
              <a:rPr lang="en-US" dirty="0"/>
              <a:t>Final Project Scoping </a:t>
            </a:r>
          </a:p>
        </p:txBody>
      </p:sp>
    </p:spTree>
    <p:extLst>
      <p:ext uri="{BB962C8B-B14F-4D97-AF65-F5344CB8AC3E}">
        <p14:creationId xmlns:p14="http://schemas.microsoft.com/office/powerpoint/2010/main" val="6930262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84B59F3-FA70-48A1-8B0F-551483EAAA2F}"/>
              </a:ext>
            </a:extLst>
          </p:cNvPr>
          <p:cNvSpPr>
            <a:spLocks noGrp="1"/>
          </p:cNvSpPr>
          <p:nvPr/>
        </p:nvSpPr>
        <p:spPr>
          <a:xfrm>
            <a:off x="628650" y="638175"/>
            <a:ext cx="10896600" cy="609600"/>
          </a:xfrm>
          <a:prstGeom prst="rect">
            <a:avLst/>
          </a:prstGeom>
          <a:noFill/>
          <a:ln w="0">
            <a:noFill/>
          </a:ln>
        </p:spPr>
        <p:txBody>
          <a:bodyPr>
            <a:noAutofit/>
          </a:bodyPr>
          <a:lstStyle/>
          <a:p>
            <a:pPr>
              <a:buNone/>
              <a:defRPr sz="3000" b="1">
                <a:solidFill>
                  <a:srgbClr val="4B2E83"/>
                </a:solidFill>
                <a:latin typeface="Encode Sans Normal ExtraBold"/>
                <a:ea typeface="Encode Sans Normal ExtraBold"/>
                <a:cs typeface="Encode Sans Normal ExtraBold"/>
              </a:defRPr>
            </a:pPr>
            <a:r>
              <a:rPr sz="3000" b="1">
                <a:solidFill>
                  <a:srgbClr val="4B2E83"/>
                </a:solidFill>
                <a:latin typeface="Encode Sans Normal ExtraBold"/>
                <a:ea typeface="Encode Sans Normal ExtraBold"/>
                <a:cs typeface="Encode Sans Normal ExtraBold"/>
              </a:rPr>
              <a:t>Next steps</a:t>
            </a:r>
          </a:p>
        </p:txBody>
      </p:sp>
      <p:sp>
        <p:nvSpPr>
          <p:cNvPr id="2" name="Rectangle 1">
            <a:extLst>
              <a:ext uri="{FF2B5EF4-FFF2-40B4-BE49-F238E27FC236}">
                <a16:creationId xmlns:a16="http://schemas.microsoft.com/office/drawing/2014/main" id="{11EC96EB-8371-4B7E-A0C3-573FD660BBA7}"/>
              </a:ext>
            </a:extLst>
          </p:cNvPr>
          <p:cNvSpPr>
            <a:spLocks noGrp="1"/>
          </p:cNvSpPr>
          <p:nvPr/>
        </p:nvSpPr>
        <p:spPr>
          <a:xfrm>
            <a:off x="723900" y="1571625"/>
            <a:ext cx="10668000" cy="666750"/>
          </a:xfrm>
          <a:prstGeom prst="rect">
            <a:avLst/>
          </a:prstGeom>
          <a:noFill/>
          <a:ln w="0">
            <a:noFill/>
          </a:ln>
        </p:spPr>
        <p:txBody>
          <a:bodyPr>
            <a:noAutofit/>
          </a:bodyPr>
          <a:lstStyle/>
          <a:p>
            <a:r>
              <a:rPr sz="2100" dirty="0">
                <a:solidFill>
                  <a:srgbClr val="212529"/>
                </a:solidFill>
                <a:latin typeface="Open Sans Light"/>
                <a:ea typeface="Open Sans Light"/>
                <a:cs typeface="Open Sans Light"/>
              </a:rPr>
              <a:t>Next topic: </a:t>
            </a:r>
            <a:r>
              <a:rPr lang="en-US" b="1" dirty="0"/>
              <a:t>Screening stock</a:t>
            </a:r>
            <a:endParaRPr b="1" dirty="0"/>
          </a:p>
          <a:p>
            <a:endParaRPr b="1" dirty="0"/>
          </a:p>
          <a:p>
            <a:endParaRPr b="1" dirty="0"/>
          </a:p>
          <a:p>
            <a:pPr marL="285750" indent="-285750">
              <a:buFont typeface="Arial"/>
              <a:buChar char="•"/>
            </a:pPr>
            <a:endParaRPr dirty="0"/>
          </a:p>
          <a:p>
            <a:pPr marL="285750" indent="-285750">
              <a:buFont typeface="Arial"/>
              <a:buChar char="•"/>
            </a:pPr>
            <a:r>
              <a:rPr lang="en-US" dirty="0"/>
              <a:t>Develop a strategy for using public data (from </a:t>
            </a:r>
            <a:r>
              <a:rPr lang="en-US" dirty="0" err="1"/>
              <a:t>Factset</a:t>
            </a:r>
            <a:r>
              <a:rPr lang="en-US" dirty="0"/>
              <a:t>) to screen stocks</a:t>
            </a:r>
            <a:endParaRPr dirty="0"/>
          </a:p>
          <a:p>
            <a:pPr marL="285750" indent="-285750">
              <a:buFont typeface="Arial"/>
              <a:buChar char="•"/>
            </a:pPr>
            <a:endParaRPr dirty="0"/>
          </a:p>
          <a:p>
            <a:pPr marL="285750" indent="-285750">
              <a:buFont typeface="Arial"/>
              <a:buChar char="•"/>
            </a:pPr>
            <a:r>
              <a:rPr lang="en-US" dirty="0"/>
              <a:t>Need to consider how many layers of screening are appropriate and what metrics we can use (reminder target one long &amp; one short stock)</a:t>
            </a:r>
          </a:p>
          <a:p>
            <a:pPr marL="285750" indent="-285750">
              <a:buFont typeface="Arial"/>
              <a:buChar char="•"/>
            </a:pPr>
            <a:endParaRPr lang="en-US" dirty="0"/>
          </a:p>
          <a:p>
            <a:pPr marL="285750" indent="-285750">
              <a:buFont typeface="Arial"/>
              <a:buChar char="•"/>
            </a:pPr>
            <a:r>
              <a:rPr lang="en-US" dirty="0"/>
              <a:t>Let me know about any access issues with </a:t>
            </a:r>
            <a:r>
              <a:rPr lang="en-US" dirty="0" err="1"/>
              <a:t>Factset</a:t>
            </a:r>
            <a:r>
              <a:rPr lang="en-US" dirty="0"/>
              <a:t>/S&amp;P if you have not already.</a:t>
            </a:r>
            <a:endParaRPr dirty="0"/>
          </a:p>
        </p:txBody>
      </p:sp>
      <p:sp>
        <p:nvSpPr>
          <p:cNvPr id="4" name="Rectangle 3">
            <a:extLst>
              <a:ext uri="{FF2B5EF4-FFF2-40B4-BE49-F238E27FC236}">
                <a16:creationId xmlns:a16="http://schemas.microsoft.com/office/drawing/2014/main" id="{D52BDF1C-957F-4AAB-ABE6-0C863FA7B0C5}"/>
              </a:ext>
            </a:extLst>
          </p:cNvPr>
          <p:cNvSpPr>
            <a:spLocks noGrp="1"/>
          </p:cNvSpPr>
          <p:nvPr/>
        </p:nvSpPr>
        <p:spPr>
          <a:xfrm>
            <a:off x="723900" y="4766532"/>
            <a:ext cx="10668000" cy="666750"/>
          </a:xfrm>
          <a:prstGeom prst="rect">
            <a:avLst/>
          </a:prstGeom>
          <a:noFill/>
          <a:ln w="0">
            <a:noFill/>
          </a:ln>
        </p:spPr>
        <p:txBody>
          <a:bodyPr>
            <a:noAutofit/>
          </a:bodyPr>
          <a:lstStyle/>
          <a:p>
            <a:pPr algn="ctr">
              <a:buNone/>
              <a:defRPr sz="2100" b="0">
                <a:solidFill>
                  <a:srgbClr val="917B4C"/>
                </a:solidFill>
                <a:latin typeface="Open Sans Light"/>
                <a:ea typeface="Open Sans Light"/>
                <a:cs typeface="Open Sans Light"/>
              </a:defRPr>
            </a:pPr>
            <a:r>
              <a:rPr sz="2100" b="0">
                <a:solidFill>
                  <a:srgbClr val="917B4C"/>
                </a:solidFill>
                <a:latin typeface="Open Sans Light"/>
                <a:ea typeface="Open Sans Light"/>
                <a:cs typeface="Open Sans Light"/>
              </a:rPr>
              <a:t>Thank you!</a:t>
            </a:r>
          </a:p>
        </p:txBody>
      </p:sp>
    </p:spTree>
    <p:extLst>
      <p:ext uri="{BB962C8B-B14F-4D97-AF65-F5344CB8AC3E}">
        <p14:creationId xmlns:p14="http://schemas.microsoft.com/office/powerpoint/2010/main" val="445818216"/>
      </p:ext>
    </p:extLst>
  </p:cSld>
  <p:clrMapOvr>
    <a:masterClrMapping/>
  </p:clrMapOvr>
</p:sld>
</file>

<file path=ppt/theme/theme1.xml><?xml version="1.0" encoding="utf-8"?>
<a:theme xmlns:a="http://schemas.openxmlformats.org/drawingml/2006/main" name="W Foster MBA Career Mgmt">
  <a:themeElements>
    <a:clrScheme name="2024 FOSTER 2">
      <a:dk1>
        <a:srgbClr val="000000"/>
      </a:dk1>
      <a:lt1>
        <a:srgbClr val="FFFFFF"/>
      </a:lt1>
      <a:dk2>
        <a:srgbClr val="32006E"/>
      </a:dk2>
      <a:lt2>
        <a:srgbClr val="F5F5F9"/>
      </a:lt2>
      <a:accent1>
        <a:srgbClr val="B7A579"/>
      </a:accent1>
      <a:accent2>
        <a:srgbClr val="8C51FF"/>
      </a:accent2>
      <a:accent3>
        <a:srgbClr val="917B4C"/>
      </a:accent3>
      <a:accent4>
        <a:srgbClr val="000000"/>
      </a:accent4>
      <a:accent5>
        <a:srgbClr val="CACACA"/>
      </a:accent5>
      <a:accent6>
        <a:srgbClr val="E8E8E8"/>
      </a:accent6>
      <a:hlink>
        <a:srgbClr val="0000DE"/>
      </a:hlink>
      <a:folHlink>
        <a:srgbClr val="4B2E84"/>
      </a:folHlink>
    </a:clrScheme>
    <a:fontScheme name="Custom 1">
      <a:majorFont>
        <a:latin typeface="Encode Sans Normal ExtraBold"/>
        <a:ea typeface=""/>
        <a:cs typeface=""/>
      </a:majorFont>
      <a:minorFont>
        <a:latin typeface="Open Sans Light"/>
        <a:ea typeface=""/>
        <a:cs typeface=""/>
      </a:minorFont>
    </a:fontScheme>
    <a:fmtScheme name="2024 FOSTER 2">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W Foster MBA Career Mgmt">
  <a:themeElements>
    <a:clrScheme name="2024 FOSTER 2">
      <a:dk1>
        <a:srgbClr val="000000"/>
      </a:dk1>
      <a:lt1>
        <a:srgbClr val="FFFFFF"/>
      </a:lt1>
      <a:dk2>
        <a:srgbClr val="32006E"/>
      </a:dk2>
      <a:lt2>
        <a:srgbClr val="F5F5F9"/>
      </a:lt2>
      <a:accent1>
        <a:srgbClr val="B7A579"/>
      </a:accent1>
      <a:accent2>
        <a:srgbClr val="8C51FF"/>
      </a:accent2>
      <a:accent3>
        <a:srgbClr val="917B4C"/>
      </a:accent3>
      <a:accent4>
        <a:srgbClr val="000000"/>
      </a:accent4>
      <a:accent5>
        <a:srgbClr val="CACACA"/>
      </a:accent5>
      <a:accent6>
        <a:srgbClr val="E8E8E8"/>
      </a:accent6>
      <a:hlink>
        <a:srgbClr val="0000DE"/>
      </a:hlink>
      <a:folHlink>
        <a:srgbClr val="4B2E84"/>
      </a:folHlink>
    </a:clrScheme>
    <a:fontScheme name="Custom 1">
      <a:majorFont>
        <a:latin typeface="Encode Sans Normal ExtraBold"/>
        <a:ea typeface=""/>
        <a:cs typeface=""/>
      </a:majorFont>
      <a:minorFont>
        <a:latin typeface="Open Sans Light"/>
        <a:ea typeface=""/>
        <a:cs typeface=""/>
      </a:minorFont>
    </a:fontScheme>
    <a:fmtScheme name="2024 FOSTER 2">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147</TotalTime>
  <Words>1048</Words>
  <Application>Microsoft Office PowerPoint</Application>
  <DocSecurity>0</DocSecurity>
  <PresentationFormat>Widescreen</PresentationFormat>
  <Paragraphs>78</Paragraphs>
  <Slides>15</Slides>
  <Notes>11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Calibri</vt:lpstr>
      <vt:lpstr>Encode Sans Normal ExtraBold</vt:lpstr>
      <vt:lpstr>Open Sans Light</vt:lpstr>
      <vt:lpstr>Segoe UI</vt:lpstr>
      <vt:lpstr>W Foster MBA Career Mgmt</vt:lpstr>
      <vt:lpstr>PowerPoint Presentation</vt:lpstr>
      <vt:lpstr>Agenda</vt:lpstr>
      <vt:lpstr>PowerPoint Presentation</vt:lpstr>
      <vt:lpstr>Review</vt:lpstr>
      <vt:lpstr>Review</vt:lpstr>
      <vt:lpstr>Agenda</vt:lpstr>
      <vt:lpstr>PowerPoint Presentation</vt:lpstr>
      <vt:lpstr>PowerPoint Presentation</vt:lpstr>
      <vt:lpstr>PowerPoint Presentation</vt:lpstr>
      <vt:lpstr>Agenda</vt:lpstr>
      <vt:lpstr>PowerPoint Presentation</vt:lpstr>
      <vt:lpstr>CAVA Case Example</vt:lpstr>
      <vt:lpstr>Hints</vt:lpstr>
      <vt:lpstr>Final Project Scoping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Asher Curtis</cp:lastModifiedBy>
  <cp:revision>2</cp:revision>
  <dcterms:created xsi:type="dcterms:W3CDTF">2026-10-26T15:29:14Z</dcterms:created>
  <dcterms:modified xsi:type="dcterms:W3CDTF">2026-10-26T19:55:14Z</dcterms:modified>
</cp:coreProperties>
</file>