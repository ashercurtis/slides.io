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33"/>
  </p:notesMasterIdLst>
  <p:sldIdLst>
    <p:sldId id="256" r:id="rId5"/>
    <p:sldId id="300" r:id="rId6"/>
    <p:sldId id="304" r:id="rId7"/>
    <p:sldId id="305" r:id="rId8"/>
    <p:sldId id="373" r:id="rId9"/>
    <p:sldId id="298" r:id="rId10"/>
    <p:sldId id="374" r:id="rId11"/>
    <p:sldId id="375" r:id="rId12"/>
    <p:sldId id="377" r:id="rId13"/>
    <p:sldId id="376" r:id="rId14"/>
    <p:sldId id="378" r:id="rId15"/>
    <p:sldId id="379" r:id="rId16"/>
    <p:sldId id="380" r:id="rId17"/>
    <p:sldId id="383" r:id="rId18"/>
    <p:sldId id="381" r:id="rId19"/>
    <p:sldId id="382" r:id="rId20"/>
    <p:sldId id="384" r:id="rId21"/>
    <p:sldId id="385" r:id="rId22"/>
    <p:sldId id="386" r:id="rId23"/>
    <p:sldId id="388" r:id="rId24"/>
    <p:sldId id="389" r:id="rId25"/>
    <p:sldId id="390" r:id="rId26"/>
    <p:sldId id="387" r:id="rId27"/>
    <p:sldId id="391" r:id="rId28"/>
    <p:sldId id="370" r:id="rId29"/>
    <p:sldId id="371" r:id="rId30"/>
    <p:sldId id="372" r:id="rId31"/>
    <p:sldId id="278"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4FD3F7-FDEC-4BD5-B69C-008D2E425202}" v="25" dt="2026-10-07T16:31:07.1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158" autoAdjust="0"/>
  </p:normalViewPr>
  <p:slideViewPr>
    <p:cSldViewPr snapToGrid="0">
      <p:cViewPr varScale="1">
        <p:scale>
          <a:sx n="135" d="100"/>
          <a:sy n="135" d="100"/>
        </p:scale>
        <p:origin x="2760"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er Curtis" userId="494c4f5b-6d11-415a-9d9e-829c1135aa91" providerId="ADAL" clId="{FDEDEEF3-7275-4161-A24C-7071BE30F9A7}"/>
    <pc:docChg chg="addSld modSld sldOrd">
      <pc:chgData name="Asher Curtis" userId="494c4f5b-6d11-415a-9d9e-829c1135aa91" providerId="ADAL" clId="{FDEDEEF3-7275-4161-A24C-7071BE30F9A7}" dt="2026-10-07T16:31:07.117" v="23"/>
      <pc:docMkLst>
        <pc:docMk/>
      </pc:docMkLst>
      <pc:sldChg chg="ord">
        <pc:chgData name="Asher Curtis" userId="494c4f5b-6d11-415a-9d9e-829c1135aa91" providerId="ADAL" clId="{FDEDEEF3-7275-4161-A24C-7071BE30F9A7}" dt="2026-10-07T15:38:41.815" v="2"/>
        <pc:sldMkLst>
          <pc:docMk/>
          <pc:sldMk cId="2131598772" sldId="305"/>
        </pc:sldMkLst>
      </pc:sldChg>
      <pc:sldChg chg="add ord">
        <pc:chgData name="Asher Curtis" userId="494c4f5b-6d11-415a-9d9e-829c1135aa91" providerId="ADAL" clId="{FDEDEEF3-7275-4161-A24C-7071BE30F9A7}" dt="2026-10-07T15:38:34.617" v="1"/>
        <pc:sldMkLst>
          <pc:docMk/>
          <pc:sldMk cId="3482232368" sldId="373"/>
        </pc:sldMkLst>
      </pc:sldChg>
      <pc:sldChg chg="add">
        <pc:chgData name="Asher Curtis" userId="494c4f5b-6d11-415a-9d9e-829c1135aa91" providerId="ADAL" clId="{FDEDEEF3-7275-4161-A24C-7071BE30F9A7}" dt="2026-10-07T15:39:08.082" v="3"/>
        <pc:sldMkLst>
          <pc:docMk/>
          <pc:sldMk cId="2091657238" sldId="374"/>
        </pc:sldMkLst>
      </pc:sldChg>
      <pc:sldChg chg="modSp">
        <pc:chgData name="Asher Curtis" userId="494c4f5b-6d11-415a-9d9e-829c1135aa91" providerId="ADAL" clId="{FDEDEEF3-7275-4161-A24C-7071BE30F9A7}" dt="2026-10-07T15:49:53.649" v="10"/>
        <pc:sldMkLst>
          <pc:docMk/>
          <pc:sldMk cId="1278704641" sldId="375"/>
        </pc:sldMkLst>
        <pc:spChg chg="mod">
          <ac:chgData name="Asher Curtis" userId="494c4f5b-6d11-415a-9d9e-829c1135aa91" providerId="ADAL" clId="{FDEDEEF3-7275-4161-A24C-7071BE30F9A7}" dt="2026-10-07T15:49:53.649" v="10"/>
          <ac:spMkLst>
            <pc:docMk/>
            <pc:sldMk cId="1278704641" sldId="375"/>
            <ac:spMk id="2" creationId="{9D7E4574-F909-7F35-B5E7-D8AF8D9B0613}"/>
          </ac:spMkLst>
        </pc:spChg>
      </pc:sldChg>
      <pc:sldChg chg="modSp">
        <pc:chgData name="Asher Curtis" userId="494c4f5b-6d11-415a-9d9e-829c1135aa91" providerId="ADAL" clId="{FDEDEEF3-7275-4161-A24C-7071BE30F9A7}" dt="2026-10-07T15:43:30.133" v="5"/>
        <pc:sldMkLst>
          <pc:docMk/>
          <pc:sldMk cId="1655998079" sldId="376"/>
        </pc:sldMkLst>
        <pc:spChg chg="mod">
          <ac:chgData name="Asher Curtis" userId="494c4f5b-6d11-415a-9d9e-829c1135aa91" providerId="ADAL" clId="{FDEDEEF3-7275-4161-A24C-7071BE30F9A7}" dt="2026-10-07T15:43:06.902" v="4"/>
          <ac:spMkLst>
            <pc:docMk/>
            <pc:sldMk cId="1655998079" sldId="376"/>
            <ac:spMk id="2" creationId="{862B183C-E5ED-D77E-FE87-318B9C3A9C0E}"/>
          </ac:spMkLst>
        </pc:spChg>
        <pc:spChg chg="mod">
          <ac:chgData name="Asher Curtis" userId="494c4f5b-6d11-415a-9d9e-829c1135aa91" providerId="ADAL" clId="{FDEDEEF3-7275-4161-A24C-7071BE30F9A7}" dt="2026-10-07T15:43:30.133" v="5"/>
          <ac:spMkLst>
            <pc:docMk/>
            <pc:sldMk cId="1655998079" sldId="376"/>
            <ac:spMk id="3" creationId="{57479FA9-83BE-13F9-E30A-FE3E00755C2E}"/>
          </ac:spMkLst>
        </pc:spChg>
      </pc:sldChg>
      <pc:sldChg chg="modSp">
        <pc:chgData name="Asher Curtis" userId="494c4f5b-6d11-415a-9d9e-829c1135aa91" providerId="ADAL" clId="{FDEDEEF3-7275-4161-A24C-7071BE30F9A7}" dt="2026-10-07T15:51:21.861" v="12"/>
        <pc:sldMkLst>
          <pc:docMk/>
          <pc:sldMk cId="634257874" sldId="377"/>
        </pc:sldMkLst>
        <pc:spChg chg="mod">
          <ac:chgData name="Asher Curtis" userId="494c4f5b-6d11-415a-9d9e-829c1135aa91" providerId="ADAL" clId="{FDEDEEF3-7275-4161-A24C-7071BE30F9A7}" dt="2026-10-07T15:51:21.861" v="12"/>
          <ac:spMkLst>
            <pc:docMk/>
            <pc:sldMk cId="634257874" sldId="377"/>
            <ac:spMk id="2" creationId="{AEE372C9-B4C4-5B24-86AA-60DE5A10DD6E}"/>
          </ac:spMkLst>
        </pc:spChg>
      </pc:sldChg>
      <pc:sldChg chg="add">
        <pc:chgData name="Asher Curtis" userId="494c4f5b-6d11-415a-9d9e-829c1135aa91" providerId="ADAL" clId="{FDEDEEF3-7275-4161-A24C-7071BE30F9A7}" dt="2026-10-07T15:52:37.851" v="13"/>
        <pc:sldMkLst>
          <pc:docMk/>
          <pc:sldMk cId="2764400023" sldId="378"/>
        </pc:sldMkLst>
      </pc:sldChg>
      <pc:sldChg chg="modSp">
        <pc:chgData name="Asher Curtis" userId="494c4f5b-6d11-415a-9d9e-829c1135aa91" providerId="ADAL" clId="{FDEDEEF3-7275-4161-A24C-7071BE30F9A7}" dt="2026-10-07T15:53:42.107" v="14"/>
        <pc:sldMkLst>
          <pc:docMk/>
          <pc:sldMk cId="3213621824" sldId="379"/>
        </pc:sldMkLst>
        <pc:spChg chg="mod">
          <ac:chgData name="Asher Curtis" userId="494c4f5b-6d11-415a-9d9e-829c1135aa91" providerId="ADAL" clId="{FDEDEEF3-7275-4161-A24C-7071BE30F9A7}" dt="2026-10-07T15:53:42.107" v="14"/>
          <ac:spMkLst>
            <pc:docMk/>
            <pc:sldMk cId="3213621824" sldId="379"/>
            <ac:spMk id="2" creationId="{69B2657D-00DE-6D82-3773-FCE1E9A8F55A}"/>
          </ac:spMkLst>
        </pc:spChg>
      </pc:sldChg>
      <pc:sldChg chg="add">
        <pc:chgData name="Asher Curtis" userId="494c4f5b-6d11-415a-9d9e-829c1135aa91" providerId="ADAL" clId="{FDEDEEF3-7275-4161-A24C-7071BE30F9A7}" dt="2026-10-07T16:00:08.669" v="15"/>
        <pc:sldMkLst>
          <pc:docMk/>
          <pc:sldMk cId="2540265557" sldId="381"/>
        </pc:sldMkLst>
      </pc:sldChg>
      <pc:sldChg chg="modSp">
        <pc:chgData name="Asher Curtis" userId="494c4f5b-6d11-415a-9d9e-829c1135aa91" providerId="ADAL" clId="{FDEDEEF3-7275-4161-A24C-7071BE30F9A7}" dt="2026-10-07T16:13:10.150" v="17"/>
        <pc:sldMkLst>
          <pc:docMk/>
          <pc:sldMk cId="444375410" sldId="382"/>
        </pc:sldMkLst>
        <pc:spChg chg="mod">
          <ac:chgData name="Asher Curtis" userId="494c4f5b-6d11-415a-9d9e-829c1135aa91" providerId="ADAL" clId="{FDEDEEF3-7275-4161-A24C-7071BE30F9A7}" dt="2026-10-07T16:13:10.150" v="17"/>
          <ac:spMkLst>
            <pc:docMk/>
            <pc:sldMk cId="444375410" sldId="382"/>
            <ac:spMk id="2" creationId="{877848C4-D299-581D-1215-79F37A423D3E}"/>
          </ac:spMkLst>
        </pc:spChg>
      </pc:sldChg>
      <pc:sldChg chg="add">
        <pc:chgData name="Asher Curtis" userId="494c4f5b-6d11-415a-9d9e-829c1135aa91" providerId="ADAL" clId="{FDEDEEF3-7275-4161-A24C-7071BE30F9A7}" dt="2026-10-07T16:14:27.797" v="18"/>
        <pc:sldMkLst>
          <pc:docMk/>
          <pc:sldMk cId="2712034344" sldId="385"/>
        </pc:sldMkLst>
      </pc:sldChg>
      <pc:sldChg chg="modSp">
        <pc:chgData name="Asher Curtis" userId="494c4f5b-6d11-415a-9d9e-829c1135aa91" providerId="ADAL" clId="{FDEDEEF3-7275-4161-A24C-7071BE30F9A7}" dt="2026-10-07T16:18:41.399" v="19"/>
        <pc:sldMkLst>
          <pc:docMk/>
          <pc:sldMk cId="4258292837" sldId="386"/>
        </pc:sldMkLst>
        <pc:spChg chg="mod">
          <ac:chgData name="Asher Curtis" userId="494c4f5b-6d11-415a-9d9e-829c1135aa91" providerId="ADAL" clId="{FDEDEEF3-7275-4161-A24C-7071BE30F9A7}" dt="2026-10-07T16:18:41.399" v="19"/>
          <ac:spMkLst>
            <pc:docMk/>
            <pc:sldMk cId="4258292837" sldId="386"/>
            <ac:spMk id="2" creationId="{2D667EE2-5019-55BE-F037-B7EEC81AF35E}"/>
          </ac:spMkLst>
        </pc:spChg>
      </pc:sldChg>
      <pc:sldChg chg="modSp">
        <pc:chgData name="Asher Curtis" userId="494c4f5b-6d11-415a-9d9e-829c1135aa91" providerId="ADAL" clId="{FDEDEEF3-7275-4161-A24C-7071BE30F9A7}" dt="2026-10-07T16:22:04.652" v="20"/>
        <pc:sldMkLst>
          <pc:docMk/>
          <pc:sldMk cId="1470874891" sldId="387"/>
        </pc:sldMkLst>
        <pc:spChg chg="mod">
          <ac:chgData name="Asher Curtis" userId="494c4f5b-6d11-415a-9d9e-829c1135aa91" providerId="ADAL" clId="{FDEDEEF3-7275-4161-A24C-7071BE30F9A7}" dt="2026-10-07T16:22:04.652" v="20"/>
          <ac:spMkLst>
            <pc:docMk/>
            <pc:sldMk cId="1470874891" sldId="387"/>
            <ac:spMk id="2" creationId="{15E22C5F-7ADC-96D7-C434-49B1C5CF3C49}"/>
          </ac:spMkLst>
        </pc:spChg>
      </pc:sldChg>
      <pc:sldChg chg="addSp modSp">
        <pc:chgData name="Asher Curtis" userId="494c4f5b-6d11-415a-9d9e-829c1135aa91" providerId="ADAL" clId="{FDEDEEF3-7275-4161-A24C-7071BE30F9A7}" dt="2026-10-07T16:26:44.012" v="22" actId="767"/>
        <pc:sldMkLst>
          <pc:docMk/>
          <pc:sldMk cId="3630649099" sldId="388"/>
        </pc:sldMkLst>
        <pc:spChg chg="add mod">
          <ac:chgData name="Asher Curtis" userId="494c4f5b-6d11-415a-9d9e-829c1135aa91" providerId="ADAL" clId="{FDEDEEF3-7275-4161-A24C-7071BE30F9A7}" dt="2026-10-07T16:26:09.284" v="21" actId="767"/>
          <ac:spMkLst>
            <pc:docMk/>
            <pc:sldMk cId="3630649099" sldId="388"/>
            <ac:spMk id="13" creationId="{394E20B4-FCE4-4CDD-9A65-2700AD0CC424}"/>
          </ac:spMkLst>
        </pc:spChg>
        <pc:spChg chg="add mod">
          <ac:chgData name="Asher Curtis" userId="494c4f5b-6d11-415a-9d9e-829c1135aa91" providerId="ADAL" clId="{FDEDEEF3-7275-4161-A24C-7071BE30F9A7}" dt="2026-10-07T16:26:44.012" v="22" actId="767"/>
          <ac:spMkLst>
            <pc:docMk/>
            <pc:sldMk cId="3630649099" sldId="388"/>
            <ac:spMk id="15" creationId="{27690100-1097-3480-FEE5-D24BB0AB44CE}"/>
          </ac:spMkLst>
        </pc:spChg>
      </pc:sldChg>
      <pc:sldChg chg="add">
        <pc:chgData name="Asher Curtis" userId="494c4f5b-6d11-415a-9d9e-829c1135aa91" providerId="ADAL" clId="{FDEDEEF3-7275-4161-A24C-7071BE30F9A7}" dt="2026-10-07T16:31:07.117" v="23"/>
        <pc:sldMkLst>
          <pc:docMk/>
          <pc:sldMk cId="1088830480" sldId="39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8F18F-2AF7-8CBB-6C7B-13A95DD6A6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1C7910-023C-E0E3-49A1-4D0680D269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165766-E0F3-1079-455B-4EC77449B4C2}"/>
              </a:ext>
            </a:extLst>
          </p:cNvPr>
          <p:cNvSpPr>
            <a:spLocks noGrp="1"/>
          </p:cNvSpPr>
          <p:nvPr>
            <p:ph type="body" idx="1"/>
          </p:nvPr>
        </p:nvSpPr>
        <p:spPr/>
        <p:txBody>
          <a:bodyPr/>
          <a:lstStyle/>
          <a:p>
            <a:endParaRPr/>
          </a:p>
        </p:txBody>
      </p:sp>
      <p:sp>
        <p:nvSpPr>
          <p:cNvPr id="4" name="Slide Number Placeholder 3">
            <a:extLst>
              <a:ext uri="{FF2B5EF4-FFF2-40B4-BE49-F238E27FC236}">
                <a16:creationId xmlns:a16="http://schemas.microsoft.com/office/drawing/2014/main" id="{760FF118-1954-8D3D-CBEB-E4CD150FF34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69048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Walkin slide">
    <p:bg>
      <p:bgPr>
        <a:blipFill rotWithShape="1">
          <a:blip r:embed="rId2">
            <a:lum/>
          </a:blip>
          <a:srcRect/>
          <a:stretch>
            <a:fillRect l="-5000" r="-5000"/>
          </a:stretch>
        </a:blipFill>
        <a:effectLst/>
      </p:bgPr>
    </p:bg>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9CFC0D3D-31F1-39A9-7186-66397F25884B}"/>
              </a:ext>
            </a:extLst>
          </p:cNvPr>
          <p:cNvSpPr>
            <a:spLocks noGrp="1"/>
          </p:cNvSpPr>
          <p:nvPr>
            <p:ph type="subTitle" idx="1" hasCustomPrompt="1"/>
          </p:nvPr>
        </p:nvSpPr>
        <p:spPr>
          <a:xfrm>
            <a:off x="482602" y="2825416"/>
            <a:ext cx="10350500" cy="603584"/>
          </a:xfrm>
          <a:prstGeom prst="rect">
            <a:avLst/>
          </a:prstGeom>
        </p:spPr>
        <p:txBody>
          <a:bodyPr anchor="t"/>
          <a:lstStyle>
            <a:lvl1pPr marL="0" indent="0" algn="l">
              <a:spcBef>
                <a:spcPts val="0"/>
              </a:spcBef>
              <a:spcAft>
                <a:spcPts val="400"/>
              </a:spcAft>
              <a:buNone/>
              <a:defRPr sz="2400" b="1" i="0" spc="0">
                <a:solidFill>
                  <a:schemeClr val="accent1"/>
                </a:solidFill>
                <a:latin typeface="Encode Sans Normal ExtraBold"/>
                <a:ea typeface="Encode Sans Normal ExtraBold"/>
                <a:cs typeface="Encode Sans Normal ExtraBold"/>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t>CLICK TO EDIT SUBTITLE – ALL CAPS</a:t>
            </a:r>
          </a:p>
        </p:txBody>
      </p:sp>
      <p:sp>
        <p:nvSpPr>
          <p:cNvPr id="3" name="Title 1">
            <a:extLst>
              <a:ext uri="{FF2B5EF4-FFF2-40B4-BE49-F238E27FC236}">
                <a16:creationId xmlns:a16="http://schemas.microsoft.com/office/drawing/2014/main" id="{94D2F92D-2232-B825-2B2D-AC671306A0B0}"/>
              </a:ext>
            </a:extLst>
          </p:cNvPr>
          <p:cNvSpPr>
            <a:spLocks noGrp="1"/>
          </p:cNvSpPr>
          <p:nvPr>
            <p:ph type="title" hasCustomPrompt="1"/>
          </p:nvPr>
        </p:nvSpPr>
        <p:spPr>
          <a:xfrm>
            <a:off x="482602" y="982134"/>
            <a:ext cx="10325100" cy="1615143"/>
          </a:xfrm>
          <a:prstGeom prst="rect">
            <a:avLst/>
          </a:prstGeom>
        </p:spPr>
        <p:txBody>
          <a:bodyPr anchor="b"/>
          <a:lstStyle>
            <a:lvl1pPr algn="l">
              <a:lnSpc>
                <a:spcPts val="6133"/>
              </a:lnSpc>
              <a:spcBef>
                <a:spcPts val="0"/>
              </a:spcBef>
              <a:buNone/>
              <a:defRPr sz="4800" b="1" i="0" cap="none" spc="-40" baseline="0">
                <a:solidFill>
                  <a:schemeClr val="bg1"/>
                </a:solidFill>
                <a:latin typeface="Encode Sans Normal ExtraBold"/>
                <a:ea typeface="Encode Sans Normal ExtraBold"/>
                <a:cs typeface="Encode Sans Normal ExtraBold"/>
              </a:defRPr>
            </a:lvl1pPr>
          </a:lstStyle>
          <a:p>
            <a:r>
              <a:t>CLICK TO EDIT </a:t>
            </a:r>
            <a:br/>
            <a:r>
              <a:t>TITLE STYLE</a:t>
            </a:r>
          </a:p>
        </p:txBody>
      </p:sp>
      <p:pic>
        <p:nvPicPr>
          <p:cNvPr id="7" name="Picture 3"/>
          <p:cNvPicPr>
            <a:picLocks noChangeAspect="1"/>
          </p:cNvPicPr>
          <p:nvPr/>
        </p:nvPicPr>
        <p:blipFill>
          <a:blip r:embed="rId3"/>
          <a:srcRect/>
          <a:stretch/>
        </p:blipFill>
        <p:spPr>
          <a:xfrm>
            <a:off x="9881671" y="5542750"/>
            <a:ext cx="1753208" cy="86491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1_Walkin slide">
    <p:bg>
      <p:bgPr>
        <a:solidFill>
          <a:srgbClr val="32006E"/>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3EDC79F-91AA-B3FB-6403-6121F91C5FC6}"/>
              </a:ext>
            </a:extLst>
          </p:cNvPr>
          <p:cNvSpPr>
            <a:spLocks noGrp="1"/>
          </p:cNvSpPr>
          <p:nvPr>
            <p:ph type="pic" idx="10" hasCustomPrompt="1"/>
          </p:nvPr>
        </p:nvSpPr>
        <p:spPr>
          <a:xfrm>
            <a:off x="-7969" y="163926"/>
            <a:ext cx="12192000" cy="532262"/>
          </a:xfrm>
          <a:prstGeom prst="rect">
            <a:avLst/>
          </a:prstGeom>
          <a:noFill/>
        </p:spPr>
        <p:txBody>
          <a:bodyPr/>
          <a:lstStyle>
            <a:lvl1pPr>
              <a:buNone/>
              <a:defRPr>
                <a:solidFill>
                  <a:schemeClr val="bg1"/>
                </a:solidFill>
              </a:defRPr>
            </a:lvl1pPr>
          </a:lstStyle>
          <a:p>
            <a:r>
              <a:t>CLICK ICON TO ADD PICTURE</a:t>
            </a:r>
          </a:p>
        </p:txBody>
      </p:sp>
      <p:sp>
        <p:nvSpPr>
          <p:cNvPr id="2" name="Subtitle 2">
            <a:extLst>
              <a:ext uri="{FF2B5EF4-FFF2-40B4-BE49-F238E27FC236}">
                <a16:creationId xmlns:a16="http://schemas.microsoft.com/office/drawing/2014/main" id="{9CFC0D3D-31F1-39A9-7186-66397F25884B}"/>
              </a:ext>
            </a:extLst>
          </p:cNvPr>
          <p:cNvSpPr>
            <a:spLocks noGrp="1"/>
          </p:cNvSpPr>
          <p:nvPr>
            <p:ph type="subTitle" idx="1" hasCustomPrompt="1"/>
          </p:nvPr>
        </p:nvSpPr>
        <p:spPr>
          <a:xfrm>
            <a:off x="482601" y="2895781"/>
            <a:ext cx="4609352" cy="603584"/>
          </a:xfrm>
          <a:prstGeom prst="rect">
            <a:avLst/>
          </a:prstGeom>
        </p:spPr>
        <p:txBody>
          <a:bodyPr anchor="t"/>
          <a:lstStyle>
            <a:lvl1pPr marL="0" indent="0" algn="l">
              <a:spcBef>
                <a:spcPts val="0"/>
              </a:spcBef>
              <a:spcAft>
                <a:spcPts val="400"/>
              </a:spcAft>
              <a:buNone/>
              <a:defRPr sz="2400" b="1" i="0" spc="0">
                <a:solidFill>
                  <a:schemeClr val="accent1"/>
                </a:solidFill>
                <a:latin typeface="Encode Sans Normal ExtraBold"/>
                <a:ea typeface="Encode Sans Normal ExtraBold"/>
                <a:cs typeface="Encode Sans Normal ExtraBold"/>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t>CLICK TO EDIT SUBTITLE</a:t>
            </a:r>
          </a:p>
        </p:txBody>
      </p:sp>
      <p:sp>
        <p:nvSpPr>
          <p:cNvPr id="3" name="Title 1">
            <a:extLst>
              <a:ext uri="{FF2B5EF4-FFF2-40B4-BE49-F238E27FC236}">
                <a16:creationId xmlns:a16="http://schemas.microsoft.com/office/drawing/2014/main" id="{94D2F92D-2232-B825-2B2D-AC671306A0B0}"/>
              </a:ext>
            </a:extLst>
          </p:cNvPr>
          <p:cNvSpPr>
            <a:spLocks noGrp="1"/>
          </p:cNvSpPr>
          <p:nvPr>
            <p:ph type="title" hasCustomPrompt="1"/>
          </p:nvPr>
        </p:nvSpPr>
        <p:spPr>
          <a:xfrm>
            <a:off x="482602" y="982134"/>
            <a:ext cx="10325100" cy="1615143"/>
          </a:xfrm>
          <a:prstGeom prst="rect">
            <a:avLst/>
          </a:prstGeom>
        </p:spPr>
        <p:txBody>
          <a:bodyPr anchor="b"/>
          <a:lstStyle>
            <a:lvl1pPr algn="l">
              <a:lnSpc>
                <a:spcPts val="6133"/>
              </a:lnSpc>
              <a:spcBef>
                <a:spcPts val="0"/>
              </a:spcBef>
              <a:buNone/>
              <a:defRPr sz="4800" b="1" i="0" cap="none" spc="-40" baseline="0">
                <a:solidFill>
                  <a:schemeClr val="bg1"/>
                </a:solidFill>
                <a:latin typeface="Encode Sans Normal ExtraBold"/>
                <a:ea typeface="Encode Sans Normal ExtraBold"/>
                <a:cs typeface="Encode Sans Normal ExtraBold"/>
              </a:defRPr>
            </a:lvl1pPr>
          </a:lstStyle>
          <a:p>
            <a:r>
              <a:t>CLICK TO EDIT </a:t>
            </a:r>
            <a:br/>
            <a:r>
              <a:t>TITLE STYLE</a:t>
            </a:r>
          </a:p>
        </p:txBody>
      </p:sp>
      <p:pic>
        <p:nvPicPr>
          <p:cNvPr id="11" name="Picture 4"/>
          <p:cNvPicPr>
            <a:picLocks noChangeAspect="1"/>
          </p:cNvPicPr>
          <p:nvPr/>
        </p:nvPicPr>
        <p:blipFill>
          <a:blip r:embed="rId2"/>
          <a:srcRect/>
          <a:stretch/>
        </p:blipFill>
        <p:spPr>
          <a:xfrm>
            <a:off x="9881671" y="5542750"/>
            <a:ext cx="1753208" cy="864916"/>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tx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C840783-3AB7-4D7E-82CD-FC31657F7CD3}"/>
              </a:ext>
            </a:extLst>
          </p:cNvPr>
          <p:cNvSpPr>
            <a:spLocks noGrp="1"/>
          </p:cNvSpPr>
          <p:nvPr>
            <p:ph type="subTitle" idx="1" hasCustomPrompt="1"/>
          </p:nvPr>
        </p:nvSpPr>
        <p:spPr>
          <a:xfrm>
            <a:off x="482602" y="2825416"/>
            <a:ext cx="10350500" cy="603584"/>
          </a:xfrm>
          <a:prstGeom prst="rect">
            <a:avLst/>
          </a:prstGeom>
        </p:spPr>
        <p:txBody>
          <a:bodyPr anchor="t"/>
          <a:lstStyle>
            <a:lvl1pPr marL="0" indent="0" algn="l">
              <a:spcBef>
                <a:spcPts val="0"/>
              </a:spcBef>
              <a:spcAft>
                <a:spcPts val="400"/>
              </a:spcAft>
              <a:buNone/>
              <a:defRPr sz="2400" b="1" i="0" spc="0">
                <a:solidFill>
                  <a:schemeClr val="accent2"/>
                </a:solidFill>
                <a:latin typeface="Encode Sans Normal ExtraBold"/>
                <a:ea typeface="Encode Sans Normal ExtraBold"/>
                <a:cs typeface="Encode Sans Normal ExtraBold"/>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t>CLICK TO EDIT SUBTITLE – ALL CAPS</a:t>
            </a:r>
          </a:p>
        </p:txBody>
      </p:sp>
      <p:sp>
        <p:nvSpPr>
          <p:cNvPr id="7" name="Title 1">
            <a:extLst>
              <a:ext uri="{FF2B5EF4-FFF2-40B4-BE49-F238E27FC236}">
                <a16:creationId xmlns:a16="http://schemas.microsoft.com/office/drawing/2014/main" id="{8A38FA88-52D3-47C2-90DE-627C0B1361FA}"/>
              </a:ext>
            </a:extLst>
          </p:cNvPr>
          <p:cNvSpPr>
            <a:spLocks noGrp="1"/>
          </p:cNvSpPr>
          <p:nvPr>
            <p:ph type="title" hasCustomPrompt="1"/>
          </p:nvPr>
        </p:nvSpPr>
        <p:spPr>
          <a:xfrm>
            <a:off x="482602" y="982134"/>
            <a:ext cx="10325100" cy="1615143"/>
          </a:xfrm>
          <a:prstGeom prst="rect">
            <a:avLst/>
          </a:prstGeom>
        </p:spPr>
        <p:txBody>
          <a:bodyPr anchor="b"/>
          <a:lstStyle>
            <a:lvl1pPr algn="l">
              <a:lnSpc>
                <a:spcPts val="6133"/>
              </a:lnSpc>
              <a:spcBef>
                <a:spcPts val="0"/>
              </a:spcBef>
              <a:buNone/>
              <a:defRPr sz="4800" b="1" i="0" cap="none" spc="-40" baseline="0">
                <a:solidFill>
                  <a:schemeClr val="bg1"/>
                </a:solidFill>
                <a:latin typeface="Encode Sans Normal ExtraBold"/>
                <a:ea typeface="Encode Sans Normal ExtraBold"/>
                <a:cs typeface="Encode Sans Normal ExtraBold"/>
              </a:defRPr>
            </a:lvl1pPr>
          </a:lstStyle>
          <a:p>
            <a:r>
              <a:t>CLICK TO EDIT </a:t>
            </a:r>
            <a:br/>
            <a:r>
              <a:t>TITLE STYLE</a:t>
            </a:r>
          </a:p>
        </p:txBody>
      </p:sp>
      <p:pic>
        <p:nvPicPr>
          <p:cNvPr id="11" name="Picture 1"/>
          <p:cNvPicPr>
            <a:picLocks noChangeAspect="1"/>
          </p:cNvPicPr>
          <p:nvPr/>
        </p:nvPicPr>
        <p:blipFill>
          <a:blip r:embed="rId2"/>
          <a:srcRect/>
          <a:stretch/>
        </p:blipFill>
        <p:spPr>
          <a:xfrm>
            <a:off x="9881671" y="5542750"/>
            <a:ext cx="1753208" cy="864916"/>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ection header_tan">
    <p:bg>
      <p:bgPr>
        <a:solidFill>
          <a:schemeClr val="accent1"/>
        </a:solidFill>
        <a:effectLst/>
      </p:bgPr>
    </p:bg>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37DFD003-31A4-8340-0A89-F3F70E0F5A59}"/>
              </a:ext>
            </a:extLst>
          </p:cNvPr>
          <p:cNvSpPr>
            <a:spLocks noGrp="1"/>
          </p:cNvSpPr>
          <p:nvPr>
            <p:ph type="subTitle" idx="1" hasCustomPrompt="1"/>
          </p:nvPr>
        </p:nvSpPr>
        <p:spPr>
          <a:xfrm>
            <a:off x="482602" y="2825416"/>
            <a:ext cx="10350500" cy="603584"/>
          </a:xfrm>
          <a:prstGeom prst="rect">
            <a:avLst/>
          </a:prstGeom>
        </p:spPr>
        <p:txBody>
          <a:bodyPr anchor="t"/>
          <a:lstStyle>
            <a:lvl1pPr marL="0" indent="0" algn="l">
              <a:spcBef>
                <a:spcPts val="0"/>
              </a:spcBef>
              <a:spcAft>
                <a:spcPts val="400"/>
              </a:spcAft>
              <a:buNone/>
              <a:defRPr sz="2400" b="1" i="0" spc="0">
                <a:solidFill>
                  <a:srgbClr val="32006E"/>
                </a:solidFill>
                <a:latin typeface="Encode Sans Normal ExtraBold"/>
                <a:ea typeface="Encode Sans Normal ExtraBold"/>
                <a:cs typeface="Encode Sans Normal ExtraBold"/>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t>CLICK TO EDIT SUBTITLE – ALL CAPS</a:t>
            </a:r>
          </a:p>
        </p:txBody>
      </p:sp>
      <p:sp>
        <p:nvSpPr>
          <p:cNvPr id="4" name="Title 1">
            <a:extLst>
              <a:ext uri="{FF2B5EF4-FFF2-40B4-BE49-F238E27FC236}">
                <a16:creationId xmlns:a16="http://schemas.microsoft.com/office/drawing/2014/main" id="{19672DC9-106D-3DF9-16B9-F24BCF5E50C6}"/>
              </a:ext>
            </a:extLst>
          </p:cNvPr>
          <p:cNvSpPr>
            <a:spLocks noGrp="1"/>
          </p:cNvSpPr>
          <p:nvPr>
            <p:ph type="title" hasCustomPrompt="1"/>
          </p:nvPr>
        </p:nvSpPr>
        <p:spPr>
          <a:xfrm>
            <a:off x="482602" y="982134"/>
            <a:ext cx="10325100" cy="1615143"/>
          </a:xfrm>
          <a:prstGeom prst="rect">
            <a:avLst/>
          </a:prstGeom>
        </p:spPr>
        <p:txBody>
          <a:bodyPr anchor="b"/>
          <a:lstStyle>
            <a:lvl1pPr algn="l">
              <a:lnSpc>
                <a:spcPts val="6133"/>
              </a:lnSpc>
              <a:spcBef>
                <a:spcPts val="0"/>
              </a:spcBef>
              <a:buNone/>
              <a:defRPr sz="4800" b="1" i="0" cap="none" spc="-40" baseline="0">
                <a:solidFill>
                  <a:schemeClr val="bg1"/>
                </a:solidFill>
                <a:latin typeface="Encode Sans Normal ExtraBold"/>
                <a:ea typeface="Encode Sans Normal ExtraBold"/>
                <a:cs typeface="Encode Sans Normal ExtraBold"/>
              </a:defRPr>
            </a:lvl1pPr>
          </a:lstStyle>
          <a:p>
            <a:r>
              <a:t>CLICK TO EDIT </a:t>
            </a:r>
            <a:br/>
            <a:r>
              <a:t>TITLE STYLE</a:t>
            </a:r>
          </a:p>
        </p:txBody>
      </p:sp>
      <p:pic>
        <p:nvPicPr>
          <p:cNvPr id="8" name="Picture 2"/>
          <p:cNvPicPr>
            <a:picLocks noChangeAspect="1"/>
          </p:cNvPicPr>
          <p:nvPr/>
        </p:nvPicPr>
        <p:blipFill>
          <a:blip r:embed="rId2"/>
          <a:srcRect/>
          <a:stretch/>
        </p:blipFill>
        <p:spPr>
          <a:xfrm>
            <a:off x="9881671" y="5542750"/>
            <a:ext cx="1753208" cy="864916"/>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1_Section header_purple">
    <p:bg>
      <p:bgPr>
        <a:solidFill>
          <a:srgbClr val="32006E"/>
        </a:solidFill>
        <a:effectLst/>
      </p:bgPr>
    </p:bg>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40223BA2-E77E-B0A1-9266-0D49F8CF83D6}"/>
              </a:ext>
            </a:extLst>
          </p:cNvPr>
          <p:cNvSpPr>
            <a:spLocks noGrp="1"/>
          </p:cNvSpPr>
          <p:nvPr>
            <p:ph type="subTitle" idx="1" hasCustomPrompt="1"/>
          </p:nvPr>
        </p:nvSpPr>
        <p:spPr>
          <a:xfrm>
            <a:off x="482602" y="2825416"/>
            <a:ext cx="10350500" cy="603584"/>
          </a:xfrm>
          <a:prstGeom prst="rect">
            <a:avLst/>
          </a:prstGeom>
        </p:spPr>
        <p:txBody>
          <a:bodyPr anchor="t"/>
          <a:lstStyle>
            <a:lvl1pPr marL="0" indent="0" algn="l">
              <a:spcBef>
                <a:spcPts val="0"/>
              </a:spcBef>
              <a:spcAft>
                <a:spcPts val="400"/>
              </a:spcAft>
              <a:buNone/>
              <a:defRPr sz="2400" b="1" i="0" spc="0">
                <a:solidFill>
                  <a:schemeClr val="bg2"/>
                </a:solidFill>
                <a:latin typeface="Encode Sans Normal ExtraBold"/>
                <a:ea typeface="Encode Sans Normal ExtraBold"/>
                <a:cs typeface="Encode Sans Normal ExtraBold"/>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t>CLICK TO EDIT SUBTITLE – ALL CAPS</a:t>
            </a:r>
          </a:p>
        </p:txBody>
      </p:sp>
      <p:sp>
        <p:nvSpPr>
          <p:cNvPr id="4" name="Title 1">
            <a:extLst>
              <a:ext uri="{FF2B5EF4-FFF2-40B4-BE49-F238E27FC236}">
                <a16:creationId xmlns:a16="http://schemas.microsoft.com/office/drawing/2014/main" id="{1F38BED7-E369-0B67-7D56-7D3F31FC320F}"/>
              </a:ext>
            </a:extLst>
          </p:cNvPr>
          <p:cNvSpPr>
            <a:spLocks noGrp="1"/>
          </p:cNvSpPr>
          <p:nvPr>
            <p:ph type="title" hasCustomPrompt="1"/>
          </p:nvPr>
        </p:nvSpPr>
        <p:spPr>
          <a:xfrm>
            <a:off x="482602" y="982134"/>
            <a:ext cx="10325100" cy="1615143"/>
          </a:xfrm>
          <a:prstGeom prst="rect">
            <a:avLst/>
          </a:prstGeom>
        </p:spPr>
        <p:txBody>
          <a:bodyPr anchor="b"/>
          <a:lstStyle>
            <a:lvl1pPr algn="l">
              <a:lnSpc>
                <a:spcPts val="6133"/>
              </a:lnSpc>
              <a:spcBef>
                <a:spcPts val="0"/>
              </a:spcBef>
              <a:buNone/>
              <a:defRPr sz="4800" b="1" i="0" cap="none" spc="-40" baseline="0">
                <a:solidFill>
                  <a:schemeClr val="accent1"/>
                </a:solidFill>
                <a:latin typeface="Encode Sans Normal ExtraBold"/>
                <a:ea typeface="Encode Sans Normal ExtraBold"/>
                <a:cs typeface="Encode Sans Normal ExtraBold"/>
              </a:defRPr>
            </a:lvl1pPr>
          </a:lstStyle>
          <a:p>
            <a:r>
              <a:t>CLICK TO EDIT </a:t>
            </a:r>
            <a:br/>
            <a:r>
              <a:t>TITLE STYLE</a:t>
            </a:r>
          </a:p>
        </p:txBody>
      </p:sp>
      <p:pic>
        <p:nvPicPr>
          <p:cNvPr id="8" name="Picture 2"/>
          <p:cNvPicPr>
            <a:picLocks noChangeAspect="1"/>
          </p:cNvPicPr>
          <p:nvPr/>
        </p:nvPicPr>
        <p:blipFill>
          <a:blip r:embed="rId2"/>
          <a:srcRect/>
          <a:stretch/>
        </p:blipFill>
        <p:spPr>
          <a:xfrm>
            <a:off x="9881671" y="5542750"/>
            <a:ext cx="1753208" cy="86491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ullet List">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B33D3F72-2015-4C6B-A20F-F5C3095135D9}"/>
              </a:ext>
            </a:extLst>
          </p:cNvPr>
          <p:cNvSpPr>
            <a:spLocks noGrp="1"/>
          </p:cNvSpPr>
          <p:nvPr>
            <p:ph idx="11" hasCustomPrompt="1"/>
          </p:nvPr>
        </p:nvSpPr>
        <p:spPr>
          <a:xfrm>
            <a:off x="609600" y="1744134"/>
            <a:ext cx="7315200" cy="2252796"/>
          </a:xfrm>
        </p:spPr>
        <p:txBody>
          <a:bodyPr/>
          <a:lstStyle>
            <a:lvl1pPr>
              <a:buNone/>
              <a:defRPr sz="1867" b="0" i="0">
                <a:latin typeface="Open Sans Light"/>
                <a:ea typeface="Open Sans Light"/>
                <a:cs typeface="Open Sans Light"/>
              </a:defRPr>
            </a:lvl1pPr>
            <a:lvl2pPr>
              <a:buNone/>
              <a:defRPr sz="1867" b="0" i="0">
                <a:latin typeface="Open Sans Light"/>
                <a:ea typeface="Open Sans Light"/>
                <a:cs typeface="Open Sans Light"/>
              </a:defRPr>
            </a:lvl2pPr>
            <a:lvl3pPr>
              <a:buNone/>
              <a:defRPr sz="1867" b="0" i="0">
                <a:latin typeface="Open Sans Light"/>
                <a:ea typeface="Open Sans Light"/>
                <a:cs typeface="Open Sans Light"/>
              </a:defRPr>
            </a:lvl3pPr>
            <a:lvl4pPr>
              <a:buNone/>
              <a:defRPr sz="1867" b="0" i="0">
                <a:latin typeface="Open Sans Light"/>
                <a:ea typeface="Open Sans Light"/>
                <a:cs typeface="Open Sans Light"/>
              </a:defRPr>
            </a:lvl4pPr>
            <a:lvl5pPr>
              <a:buNone/>
              <a:defRPr sz="1867" b="0" i="0">
                <a:latin typeface="Open Sans Light"/>
                <a:ea typeface="Open Sans Light"/>
                <a:cs typeface="Open Sans Light"/>
              </a:defRPr>
            </a:lvl5pPr>
          </a:lstStyle>
          <a:p>
            <a:pPr lvl="0">
              <a:buNone/>
            </a:pPr>
            <a:r>
              <a:t>Click to edit text styles</a:t>
            </a:r>
          </a:p>
          <a:p>
            <a:pPr lvl="1">
              <a:buNone/>
            </a:pPr>
            <a:r>
              <a:t>Second level</a:t>
            </a:r>
          </a:p>
          <a:p>
            <a:pPr lvl="2">
              <a:buNone/>
            </a:pPr>
            <a:r>
              <a:t>Third level</a:t>
            </a:r>
          </a:p>
          <a:p>
            <a:pPr lvl="3">
              <a:buNone/>
            </a:pPr>
            <a:r>
              <a:t>Fourth level</a:t>
            </a:r>
          </a:p>
          <a:p>
            <a:pPr lvl="4">
              <a:buNone/>
            </a:pPr>
            <a:r>
              <a:t>Fifth level</a:t>
            </a:r>
          </a:p>
        </p:txBody>
      </p:sp>
      <p:sp>
        <p:nvSpPr>
          <p:cNvPr id="2" name="Title 1">
            <a:extLst>
              <a:ext uri="{FF2B5EF4-FFF2-40B4-BE49-F238E27FC236}">
                <a16:creationId xmlns:a16="http://schemas.microsoft.com/office/drawing/2014/main" id="{17A41C90-5ECB-21EE-9F34-0F9BBB60ADCB}"/>
              </a:ext>
            </a:extLst>
          </p:cNvPr>
          <p:cNvSpPr>
            <a:spLocks noGrp="1"/>
          </p:cNvSpPr>
          <p:nvPr>
            <p:ph type="title" hasCustomPrompt="1"/>
          </p:nvPr>
        </p:nvSpPr>
        <p:spPr/>
        <p:txBody>
          <a:bodyPr/>
          <a:lstStyle/>
          <a:p>
            <a:r>
              <a:t>CLICK TO EDIT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9" name="Content Placeholder 7">
            <a:extLst>
              <a:ext uri="{FF2B5EF4-FFF2-40B4-BE49-F238E27FC236}">
                <a16:creationId xmlns:a16="http://schemas.microsoft.com/office/drawing/2014/main" id="{4F63E328-8C9C-DE2A-7308-E8BBCD69BEFA}"/>
              </a:ext>
            </a:extLst>
          </p:cNvPr>
          <p:cNvSpPr>
            <a:spLocks noGrp="1"/>
          </p:cNvSpPr>
          <p:nvPr>
            <p:ph idx="11" hasCustomPrompt="1"/>
          </p:nvPr>
        </p:nvSpPr>
        <p:spPr>
          <a:xfrm>
            <a:off x="609601" y="1744134"/>
            <a:ext cx="6316276" cy="2252796"/>
          </a:xfrm>
        </p:spPr>
        <p:txBody>
          <a:bodyPr/>
          <a:lstStyle>
            <a:lvl1pPr>
              <a:buNone/>
              <a:defRPr sz="1867" b="1"/>
            </a:lvl1pPr>
            <a:lvl2pPr>
              <a:buNone/>
              <a:defRPr sz="1867"/>
            </a:lvl2pPr>
            <a:lvl3pPr>
              <a:buNone/>
              <a:defRPr sz="1867"/>
            </a:lvl3pPr>
            <a:lvl4pPr>
              <a:buNone/>
              <a:defRPr sz="1867"/>
            </a:lvl4pPr>
            <a:lvl5pPr>
              <a:buNone/>
              <a:defRPr sz="1867"/>
            </a:lvl5pPr>
          </a:lstStyle>
          <a:p>
            <a:pPr lvl="0">
              <a:buNone/>
            </a:pPr>
            <a:r>
              <a:t>Click to edit text styles</a:t>
            </a:r>
          </a:p>
          <a:p>
            <a:pPr lvl="1">
              <a:buNone/>
            </a:pPr>
            <a:r>
              <a:t>Second level</a:t>
            </a:r>
          </a:p>
          <a:p>
            <a:pPr lvl="2">
              <a:buNone/>
            </a:pPr>
            <a:r>
              <a:t>Third level</a:t>
            </a:r>
          </a:p>
          <a:p>
            <a:pPr lvl="3">
              <a:buNone/>
            </a:pPr>
            <a:r>
              <a:t>Fourth level</a:t>
            </a:r>
          </a:p>
          <a:p>
            <a:pPr lvl="4">
              <a:buNone/>
            </a:pPr>
            <a:r>
              <a:t>Fifth level</a:t>
            </a:r>
          </a:p>
        </p:txBody>
      </p:sp>
      <p:sp>
        <p:nvSpPr>
          <p:cNvPr id="12" name="Title 11">
            <a:extLst>
              <a:ext uri="{FF2B5EF4-FFF2-40B4-BE49-F238E27FC236}">
                <a16:creationId xmlns:a16="http://schemas.microsoft.com/office/drawing/2014/main" id="{B2E75EFE-336F-8122-928E-E0E85EA4EA10}"/>
              </a:ext>
            </a:extLst>
          </p:cNvPr>
          <p:cNvSpPr>
            <a:spLocks noGrp="1"/>
          </p:cNvSpPr>
          <p:nvPr>
            <p:ph type="title" hasCustomPrompt="1"/>
          </p:nvPr>
        </p:nvSpPr>
        <p:spPr>
          <a:xfrm>
            <a:off x="625927" y="641802"/>
            <a:ext cx="6316276" cy="584775"/>
          </a:xfrm>
        </p:spPr>
        <p:txBody>
          <a:bodyPr/>
          <a:lstStyle/>
          <a:p>
            <a:r>
              <a:t>CLICK TO EDIT TITLE STYLE</a:t>
            </a:r>
          </a:p>
        </p:txBody>
      </p:sp>
      <p:sp>
        <p:nvSpPr>
          <p:cNvPr id="3" name="Picture Placeholder 2">
            <a:extLst>
              <a:ext uri="{FF2B5EF4-FFF2-40B4-BE49-F238E27FC236}">
                <a16:creationId xmlns:a16="http://schemas.microsoft.com/office/drawing/2014/main" id="{C20C6CCC-8AA2-B4C9-2718-27DD013B166E}"/>
              </a:ext>
            </a:extLst>
          </p:cNvPr>
          <p:cNvSpPr>
            <a:spLocks noGrp="1"/>
          </p:cNvSpPr>
          <p:nvPr>
            <p:ph type="pic" idx="12"/>
          </p:nvPr>
        </p:nvSpPr>
        <p:spPr>
          <a:xfrm>
            <a:off x="7437968" y="0"/>
            <a:ext cx="4754033" cy="532262"/>
          </a:xfrm>
        </p:spPr>
        <p:txBody>
          <a:bodyPr/>
          <a:lstStyle/>
          <a:p>
            <a:r>
              <a:t>Click icon to add picture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itle and Content">
    <p:bg>
      <p:bgPr>
        <a:solidFill>
          <a:schemeClr val="bg1"/>
        </a:solidFill>
        <a:effectLst/>
      </p:bgPr>
    </p:bg>
    <p:spTree>
      <p:nvGrpSpPr>
        <p:cNvPr id="1" name=""/>
        <p:cNvGrpSpPr/>
        <p:nvPr/>
      </p:nvGrpSpPr>
      <p:grpSpPr>
        <a:xfrm>
          <a:off x="0" y="0"/>
          <a:ext cx="0" cy="0"/>
          <a:chOff x="0" y="0"/>
          <a:chExt cx="0" cy="0"/>
        </a:xfrm>
      </p:grpSpPr>
      <p:sp>
        <p:nvSpPr>
          <p:cNvPr id="9" name="Content Placeholder 7">
            <a:extLst>
              <a:ext uri="{FF2B5EF4-FFF2-40B4-BE49-F238E27FC236}">
                <a16:creationId xmlns:a16="http://schemas.microsoft.com/office/drawing/2014/main" id="{4F63E328-8C9C-DE2A-7308-E8BBCD69BEFA}"/>
              </a:ext>
            </a:extLst>
          </p:cNvPr>
          <p:cNvSpPr>
            <a:spLocks noGrp="1"/>
          </p:cNvSpPr>
          <p:nvPr>
            <p:ph idx="11" hasCustomPrompt="1"/>
          </p:nvPr>
        </p:nvSpPr>
        <p:spPr>
          <a:xfrm>
            <a:off x="609600" y="1744134"/>
            <a:ext cx="6592901" cy="2252796"/>
          </a:xfrm>
        </p:spPr>
        <p:txBody>
          <a:bodyPr/>
          <a:lstStyle>
            <a:lvl1pPr>
              <a:buNone/>
              <a:defRPr sz="1867" b="1">
                <a:solidFill>
                  <a:schemeClr val="tx1"/>
                </a:solidFill>
              </a:defRPr>
            </a:lvl1pPr>
            <a:lvl2pPr>
              <a:buNone/>
              <a:defRPr sz="1867">
                <a:solidFill>
                  <a:schemeClr val="tx1"/>
                </a:solidFill>
              </a:defRPr>
            </a:lvl2pPr>
            <a:lvl3pPr>
              <a:buNone/>
              <a:defRPr sz="1867">
                <a:solidFill>
                  <a:schemeClr val="tx1"/>
                </a:solidFill>
              </a:defRPr>
            </a:lvl3pPr>
            <a:lvl4pPr>
              <a:buNone/>
              <a:defRPr sz="1867">
                <a:solidFill>
                  <a:schemeClr val="tx1"/>
                </a:solidFill>
              </a:defRPr>
            </a:lvl4pPr>
            <a:lvl5pPr>
              <a:buNone/>
              <a:defRPr sz="1867">
                <a:solidFill>
                  <a:schemeClr val="tx1"/>
                </a:solidFill>
              </a:defRPr>
            </a:lvl5pPr>
          </a:lstStyle>
          <a:p>
            <a:pPr lvl="0">
              <a:buNone/>
            </a:pPr>
            <a:r>
              <a:t>Click to edit text styles</a:t>
            </a:r>
          </a:p>
          <a:p>
            <a:pPr lvl="1">
              <a:buNone/>
            </a:pPr>
            <a:r>
              <a:t>Second level</a:t>
            </a:r>
          </a:p>
          <a:p>
            <a:pPr lvl="2">
              <a:buNone/>
            </a:pPr>
            <a:r>
              <a:t>Third level</a:t>
            </a:r>
          </a:p>
          <a:p>
            <a:pPr lvl="3">
              <a:buNone/>
            </a:pPr>
            <a:r>
              <a:t>Fourth level</a:t>
            </a:r>
          </a:p>
          <a:p>
            <a:pPr lvl="4">
              <a:buNone/>
            </a:pPr>
            <a:r>
              <a:t>Fifth level</a:t>
            </a:r>
          </a:p>
        </p:txBody>
      </p:sp>
      <p:sp>
        <p:nvSpPr>
          <p:cNvPr id="2" name="Rectangle 1">
            <a:extLst>
              <a:ext uri="{FF2B5EF4-FFF2-40B4-BE49-F238E27FC236}">
                <a16:creationId xmlns:a16="http://schemas.microsoft.com/office/drawing/2014/main" id="{90EDEE5A-694C-C4D4-2519-94E57145AE4D}"/>
              </a:ext>
            </a:extLst>
          </p:cNvPr>
          <p:cNvSpPr>
            <a:spLocks noGrp="1"/>
          </p:cNvSpPr>
          <p:nvPr/>
        </p:nvSpPr>
        <p:spPr>
          <a:xfrm>
            <a:off x="8342490" y="0"/>
            <a:ext cx="3849511" cy="6858000"/>
          </a:xfrm>
          <a:prstGeom prst="rect">
            <a:avLst/>
          </a:prstGeom>
          <a:blipFill rotWithShape="1">
            <a:blip r:embed="rId2"/>
            <a:srcRect/>
            <a:stretch>
              <a:fillRect l="-102790" r="-64464"/>
            </a:stretch>
          </a:blip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2400"/>
          </a:p>
        </p:txBody>
      </p:sp>
      <p:sp>
        <p:nvSpPr>
          <p:cNvPr id="3" name="Title 2">
            <a:extLst>
              <a:ext uri="{FF2B5EF4-FFF2-40B4-BE49-F238E27FC236}">
                <a16:creationId xmlns:a16="http://schemas.microsoft.com/office/drawing/2014/main" id="{1E7514D8-5214-F82C-BCBF-B5E202DCD667}"/>
              </a:ext>
            </a:extLst>
          </p:cNvPr>
          <p:cNvSpPr>
            <a:spLocks noGrp="1"/>
          </p:cNvSpPr>
          <p:nvPr>
            <p:ph type="title" hasCustomPrompt="1"/>
          </p:nvPr>
        </p:nvSpPr>
        <p:spPr>
          <a:xfrm>
            <a:off x="625927" y="641802"/>
            <a:ext cx="6576575" cy="584775"/>
          </a:xfrm>
        </p:spPr>
        <p:txBody>
          <a:bodyPr/>
          <a:lstStyle/>
          <a:p>
            <a:r>
              <a:t>CLICK TO EDIT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D5776-2479-4379-A703-2C22D497D23C}"/>
              </a:ext>
            </a:extLst>
          </p:cNvPr>
          <p:cNvSpPr>
            <a:spLocks noGrp="1"/>
          </p:cNvSpPr>
          <p:nvPr>
            <p:ph type="title" hasCustomPrompt="1"/>
          </p:nvPr>
        </p:nvSpPr>
        <p:spPr/>
        <p:txBody>
          <a:bodyPr/>
          <a:lstStyle/>
          <a:p>
            <a:r>
              <a:t>CLICK TO EDIT TITLE STYLE</a:t>
            </a:r>
          </a:p>
        </p:txBody>
      </p:sp>
      <p:sp>
        <p:nvSpPr>
          <p:cNvPr id="9" name="Text Placeholder 8">
            <a:extLst>
              <a:ext uri="{FF2B5EF4-FFF2-40B4-BE49-F238E27FC236}">
                <a16:creationId xmlns:a16="http://schemas.microsoft.com/office/drawing/2014/main" id="{5196A19D-20D7-4BE0-91CF-70BE1A51836D}"/>
              </a:ext>
            </a:extLst>
          </p:cNvPr>
          <p:cNvSpPr>
            <a:spLocks noGrp="1"/>
          </p:cNvSpPr>
          <p:nvPr>
            <p:ph type="body" idx="13" hasCustomPrompt="1"/>
          </p:nvPr>
        </p:nvSpPr>
        <p:spPr>
          <a:xfrm>
            <a:off x="648928" y="2455592"/>
            <a:ext cx="5277737" cy="477438"/>
          </a:xfrm>
        </p:spPr>
        <p:txBody>
          <a:bodyPr wrap="square">
            <a:spAutoFit/>
          </a:bodyPr>
          <a:lstStyle>
            <a:lvl1pPr>
              <a:buNone/>
              <a:defRPr sz="1867"/>
            </a:lvl1pPr>
          </a:lstStyle>
          <a:p>
            <a:pPr lvl="0">
              <a:buNone/>
            </a:pPr>
            <a:r>
              <a:t>Click to edit text</a:t>
            </a:r>
          </a:p>
        </p:txBody>
      </p:sp>
      <p:sp>
        <p:nvSpPr>
          <p:cNvPr id="4" name="Text Placeholder 4">
            <a:extLst>
              <a:ext uri="{FF2B5EF4-FFF2-40B4-BE49-F238E27FC236}">
                <a16:creationId xmlns:a16="http://schemas.microsoft.com/office/drawing/2014/main" id="{59F63A1E-80AC-873A-7B08-C7265BB5967D}"/>
              </a:ext>
            </a:extLst>
          </p:cNvPr>
          <p:cNvSpPr>
            <a:spLocks noGrp="1"/>
          </p:cNvSpPr>
          <p:nvPr>
            <p:ph type="body" idx="14" hasCustomPrompt="1"/>
          </p:nvPr>
        </p:nvSpPr>
        <p:spPr>
          <a:xfrm>
            <a:off x="648928" y="3451618"/>
            <a:ext cx="5277739" cy="496804"/>
          </a:xfrm>
        </p:spPr>
        <p:txBody>
          <a:bodyPr/>
          <a:lstStyle>
            <a:lvl1pPr>
              <a:buNone/>
              <a:defRPr sz="1867" b="1" i="0" spc="0">
                <a:solidFill>
                  <a:schemeClr val="accent1"/>
                </a:solidFill>
                <a:latin typeface="Encode Sans Normal ExtraBold"/>
                <a:ea typeface="Encode Sans Normal ExtraBold"/>
                <a:cs typeface="Encode Sans Normal ExtraBold"/>
              </a:defRPr>
            </a:lvl1pPr>
            <a:lvl2pPr marL="0" indent="0">
              <a:buNone/>
              <a:defRPr sz="2400"/>
            </a:lvl2pPr>
          </a:lstStyle>
          <a:p>
            <a:pPr lvl="0">
              <a:buNone/>
            </a:pPr>
            <a:r>
              <a:t>CLICK TO EDIT TEXT</a:t>
            </a:r>
          </a:p>
        </p:txBody>
      </p:sp>
      <p:sp>
        <p:nvSpPr>
          <p:cNvPr id="6" name="Text Placeholder 8">
            <a:extLst>
              <a:ext uri="{FF2B5EF4-FFF2-40B4-BE49-F238E27FC236}">
                <a16:creationId xmlns:a16="http://schemas.microsoft.com/office/drawing/2014/main" id="{69324E9C-60EB-28A4-B685-42B2774AEFAF}"/>
              </a:ext>
            </a:extLst>
          </p:cNvPr>
          <p:cNvSpPr>
            <a:spLocks noGrp="1"/>
          </p:cNvSpPr>
          <p:nvPr>
            <p:ph type="body" idx="15" hasCustomPrompt="1"/>
          </p:nvPr>
        </p:nvSpPr>
        <p:spPr>
          <a:xfrm>
            <a:off x="648928" y="4013459"/>
            <a:ext cx="5277737" cy="477438"/>
          </a:xfrm>
        </p:spPr>
        <p:txBody>
          <a:bodyPr wrap="square">
            <a:spAutoFit/>
          </a:bodyPr>
          <a:lstStyle>
            <a:lvl1pPr>
              <a:buNone/>
              <a:defRPr sz="1867"/>
            </a:lvl1pPr>
          </a:lstStyle>
          <a:p>
            <a:pPr lvl="0">
              <a:buNone/>
            </a:pPr>
            <a:r>
              <a:t>Click to edit text</a:t>
            </a:r>
          </a:p>
        </p:txBody>
      </p:sp>
      <p:sp>
        <p:nvSpPr>
          <p:cNvPr id="11" name="Text Placeholder 8">
            <a:extLst>
              <a:ext uri="{FF2B5EF4-FFF2-40B4-BE49-F238E27FC236}">
                <a16:creationId xmlns:a16="http://schemas.microsoft.com/office/drawing/2014/main" id="{BD8CB4E0-D660-D5F2-909F-028F7EFFCD95}"/>
              </a:ext>
            </a:extLst>
          </p:cNvPr>
          <p:cNvSpPr>
            <a:spLocks noGrp="1"/>
          </p:cNvSpPr>
          <p:nvPr>
            <p:ph type="body" idx="17" hasCustomPrompt="1"/>
          </p:nvPr>
        </p:nvSpPr>
        <p:spPr>
          <a:xfrm>
            <a:off x="6270794" y="2455592"/>
            <a:ext cx="5277737" cy="477438"/>
          </a:xfrm>
        </p:spPr>
        <p:txBody>
          <a:bodyPr wrap="square">
            <a:spAutoFit/>
          </a:bodyPr>
          <a:lstStyle>
            <a:lvl1pPr>
              <a:buNone/>
              <a:defRPr sz="1867"/>
            </a:lvl1pPr>
          </a:lstStyle>
          <a:p>
            <a:pPr lvl="0">
              <a:buNone/>
            </a:pPr>
            <a:r>
              <a:t>Click to edit text</a:t>
            </a:r>
          </a:p>
        </p:txBody>
      </p:sp>
      <p:sp>
        <p:nvSpPr>
          <p:cNvPr id="13" name="Text Placeholder 8">
            <a:extLst>
              <a:ext uri="{FF2B5EF4-FFF2-40B4-BE49-F238E27FC236}">
                <a16:creationId xmlns:a16="http://schemas.microsoft.com/office/drawing/2014/main" id="{0D09874F-B2CF-BD5A-EE3E-7444C4E16C88}"/>
              </a:ext>
            </a:extLst>
          </p:cNvPr>
          <p:cNvSpPr>
            <a:spLocks noGrp="1"/>
          </p:cNvSpPr>
          <p:nvPr>
            <p:ph type="body" idx="19" hasCustomPrompt="1"/>
          </p:nvPr>
        </p:nvSpPr>
        <p:spPr>
          <a:xfrm>
            <a:off x="6270794" y="4013459"/>
            <a:ext cx="5277737" cy="477438"/>
          </a:xfrm>
        </p:spPr>
        <p:txBody>
          <a:bodyPr wrap="square">
            <a:spAutoFit/>
          </a:bodyPr>
          <a:lstStyle>
            <a:lvl1pPr>
              <a:buNone/>
              <a:defRPr sz="1867"/>
            </a:lvl1pPr>
          </a:lstStyle>
          <a:p>
            <a:pPr lvl="0">
              <a:buNone/>
            </a:pPr>
            <a:r>
              <a:t>Click to edit text</a:t>
            </a:r>
          </a:p>
        </p:txBody>
      </p:sp>
      <p:sp>
        <p:nvSpPr>
          <p:cNvPr id="3" name="Text Placeholder 4">
            <a:extLst>
              <a:ext uri="{FF2B5EF4-FFF2-40B4-BE49-F238E27FC236}">
                <a16:creationId xmlns:a16="http://schemas.microsoft.com/office/drawing/2014/main" id="{0C492763-7F70-C5FA-0820-3577947AC99F}"/>
              </a:ext>
            </a:extLst>
          </p:cNvPr>
          <p:cNvSpPr>
            <a:spLocks noGrp="1"/>
          </p:cNvSpPr>
          <p:nvPr>
            <p:ph type="body" idx="20" hasCustomPrompt="1"/>
          </p:nvPr>
        </p:nvSpPr>
        <p:spPr>
          <a:xfrm>
            <a:off x="648928" y="1884075"/>
            <a:ext cx="5277739" cy="496804"/>
          </a:xfrm>
        </p:spPr>
        <p:txBody>
          <a:bodyPr/>
          <a:lstStyle>
            <a:lvl1pPr>
              <a:buNone/>
              <a:defRPr sz="1867" b="1" i="0" spc="0">
                <a:solidFill>
                  <a:schemeClr val="accent1"/>
                </a:solidFill>
                <a:latin typeface="Encode Sans Normal ExtraBold"/>
                <a:ea typeface="Encode Sans Normal ExtraBold"/>
                <a:cs typeface="Encode Sans Normal ExtraBold"/>
              </a:defRPr>
            </a:lvl1pPr>
            <a:lvl2pPr marL="0" indent="0">
              <a:buNone/>
              <a:defRPr sz="2400"/>
            </a:lvl2pPr>
          </a:lstStyle>
          <a:p>
            <a:pPr lvl="0">
              <a:buNone/>
            </a:pPr>
            <a:r>
              <a:t>CLICK TO EDIT TEXT</a:t>
            </a:r>
          </a:p>
        </p:txBody>
      </p:sp>
      <p:sp>
        <p:nvSpPr>
          <p:cNvPr id="8" name="Text Placeholder 4">
            <a:extLst>
              <a:ext uri="{FF2B5EF4-FFF2-40B4-BE49-F238E27FC236}">
                <a16:creationId xmlns:a16="http://schemas.microsoft.com/office/drawing/2014/main" id="{FDDAFFA5-C05C-EA69-DBA3-676A18E8CEF7}"/>
              </a:ext>
            </a:extLst>
          </p:cNvPr>
          <p:cNvSpPr>
            <a:spLocks noGrp="1"/>
          </p:cNvSpPr>
          <p:nvPr>
            <p:ph type="body" idx="21" hasCustomPrompt="1"/>
          </p:nvPr>
        </p:nvSpPr>
        <p:spPr>
          <a:xfrm>
            <a:off x="6263396" y="3451618"/>
            <a:ext cx="5277739" cy="496804"/>
          </a:xfrm>
        </p:spPr>
        <p:txBody>
          <a:bodyPr/>
          <a:lstStyle>
            <a:lvl1pPr>
              <a:buNone/>
              <a:defRPr sz="1867" b="1" i="0" spc="0">
                <a:solidFill>
                  <a:schemeClr val="accent1"/>
                </a:solidFill>
                <a:latin typeface="Encode Sans Normal ExtraBold"/>
                <a:ea typeface="Encode Sans Normal ExtraBold"/>
                <a:cs typeface="Encode Sans Normal ExtraBold"/>
              </a:defRPr>
            </a:lvl1pPr>
            <a:lvl2pPr marL="0" indent="0">
              <a:buNone/>
              <a:defRPr sz="2400"/>
            </a:lvl2pPr>
          </a:lstStyle>
          <a:p>
            <a:pPr lvl="0">
              <a:buNone/>
            </a:pPr>
            <a:r>
              <a:t>CLICK TO EDIT TEXT</a:t>
            </a:r>
          </a:p>
        </p:txBody>
      </p:sp>
      <p:sp>
        <p:nvSpPr>
          <p:cNvPr id="10" name="Text Placeholder 4">
            <a:extLst>
              <a:ext uri="{FF2B5EF4-FFF2-40B4-BE49-F238E27FC236}">
                <a16:creationId xmlns:a16="http://schemas.microsoft.com/office/drawing/2014/main" id="{DFEE20B9-CD1F-8C9B-BEA0-B9D319CCC211}"/>
              </a:ext>
            </a:extLst>
          </p:cNvPr>
          <p:cNvSpPr>
            <a:spLocks noGrp="1"/>
          </p:cNvSpPr>
          <p:nvPr>
            <p:ph type="body" idx="22" hasCustomPrompt="1"/>
          </p:nvPr>
        </p:nvSpPr>
        <p:spPr>
          <a:xfrm>
            <a:off x="6263396" y="1884075"/>
            <a:ext cx="5277739" cy="496804"/>
          </a:xfrm>
        </p:spPr>
        <p:txBody>
          <a:bodyPr/>
          <a:lstStyle>
            <a:lvl1pPr>
              <a:buNone/>
              <a:defRPr sz="1867" b="1" i="0" spc="0">
                <a:solidFill>
                  <a:schemeClr val="accent1"/>
                </a:solidFill>
                <a:latin typeface="Encode Sans Normal ExtraBold"/>
                <a:ea typeface="Encode Sans Normal ExtraBold"/>
                <a:cs typeface="Encode Sans Normal ExtraBold"/>
              </a:defRPr>
            </a:lvl1pPr>
            <a:lvl2pPr marL="0" indent="0">
              <a:buNone/>
              <a:defRPr sz="2400"/>
            </a:lvl2pPr>
          </a:lstStyle>
          <a:p>
            <a:pPr lvl="0">
              <a:buNone/>
            </a:pPr>
            <a:r>
              <a:t>CLICK TO EDIT TEXT</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hot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79EC0-41F0-4247-9C45-69A7F8DF62AE}"/>
              </a:ext>
            </a:extLst>
          </p:cNvPr>
          <p:cNvSpPr>
            <a:spLocks noGrp="1"/>
          </p:cNvSpPr>
          <p:nvPr>
            <p:ph type="title" hasCustomPrompt="1"/>
          </p:nvPr>
        </p:nvSpPr>
        <p:spPr/>
        <p:txBody>
          <a:bodyPr/>
          <a:lstStyle/>
          <a:p>
            <a:r>
              <a:t>CLICK TO EDIT TITLE STYLE</a:t>
            </a:r>
          </a:p>
        </p:txBody>
      </p:sp>
      <p:sp>
        <p:nvSpPr>
          <p:cNvPr id="6" name="Picture Placeholder 5">
            <a:extLst>
              <a:ext uri="{FF2B5EF4-FFF2-40B4-BE49-F238E27FC236}">
                <a16:creationId xmlns:a16="http://schemas.microsoft.com/office/drawing/2014/main" id="{F9E53213-570B-4A18-BD1C-150302F61DED}"/>
              </a:ext>
            </a:extLst>
          </p:cNvPr>
          <p:cNvSpPr>
            <a:spLocks noGrp="1"/>
          </p:cNvSpPr>
          <p:nvPr>
            <p:ph type="pic" idx="12"/>
          </p:nvPr>
        </p:nvSpPr>
        <p:spPr>
          <a:xfrm>
            <a:off x="6312126" y="1744133"/>
            <a:ext cx="5300133" cy="533480"/>
          </a:xfrm>
        </p:spPr>
        <p:txBody>
          <a:bodyPr/>
          <a:lstStyle/>
          <a:p>
            <a:r>
              <a:t>Click icon to add picture</a:t>
            </a:r>
          </a:p>
        </p:txBody>
      </p:sp>
      <p:sp>
        <p:nvSpPr>
          <p:cNvPr id="4" name="Content Placeholder 7">
            <a:extLst>
              <a:ext uri="{FF2B5EF4-FFF2-40B4-BE49-F238E27FC236}">
                <a16:creationId xmlns:a16="http://schemas.microsoft.com/office/drawing/2014/main" id="{406E4740-29FB-D70A-8FD0-D37379CFCD0D}"/>
              </a:ext>
            </a:extLst>
          </p:cNvPr>
          <p:cNvSpPr>
            <a:spLocks noGrp="1"/>
          </p:cNvSpPr>
          <p:nvPr>
            <p:ph idx="11" hasCustomPrompt="1"/>
          </p:nvPr>
        </p:nvSpPr>
        <p:spPr>
          <a:xfrm>
            <a:off x="609601" y="1744134"/>
            <a:ext cx="5270276" cy="2252796"/>
          </a:xfrm>
        </p:spPr>
        <p:txBody>
          <a:bodyPr/>
          <a:lstStyle>
            <a:lvl1pPr>
              <a:buNone/>
              <a:defRPr sz="1867" b="1"/>
            </a:lvl1pPr>
            <a:lvl2pPr>
              <a:buNone/>
              <a:defRPr sz="1867"/>
            </a:lvl2pPr>
            <a:lvl3pPr>
              <a:buNone/>
              <a:defRPr sz="1867"/>
            </a:lvl3pPr>
            <a:lvl4pPr>
              <a:buNone/>
              <a:defRPr sz="1867"/>
            </a:lvl4pPr>
            <a:lvl5pPr>
              <a:buNone/>
              <a:defRPr sz="1867"/>
            </a:lvl5pPr>
          </a:lstStyle>
          <a:p>
            <a:pPr lvl="0">
              <a:buNone/>
            </a:pPr>
            <a:r>
              <a:t>Click to edit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Titl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2327B15-003C-B57F-47CD-422B701435E3}"/>
              </a:ext>
            </a:extLst>
          </p:cNvPr>
          <p:cNvSpPr>
            <a:spLocks noGrp="1"/>
          </p:cNvSpPr>
          <p:nvPr>
            <p:ph type="title" hasCustomPrompt="1"/>
          </p:nvPr>
        </p:nvSpPr>
        <p:spPr/>
        <p:txBody>
          <a:bodyPr/>
          <a:lstStyle/>
          <a:p>
            <a:r>
              <a:t>CLICK TO EDIT TITLE STYLE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
        <p:nvSpPr>
          <p:cNvPr id="5" name="Text Placeholder 8">
            <a:extLst>
              <a:ext uri="{FF2B5EF4-FFF2-40B4-BE49-F238E27FC236}">
                <a16:creationId xmlns:a16="http://schemas.microsoft.com/office/drawing/2014/main" id="{CC5F2F5B-6F0D-D207-EBEE-C1FD4E77DD29}"/>
              </a:ext>
            </a:extLst>
          </p:cNvPr>
          <p:cNvSpPr>
            <a:spLocks noGrp="1"/>
          </p:cNvSpPr>
          <p:nvPr>
            <p:ph type="body" idx="13"/>
          </p:nvPr>
        </p:nvSpPr>
        <p:spPr>
          <a:xfrm>
            <a:off x="288974" y="5822909"/>
            <a:ext cx="1220513" cy="646331"/>
          </a:xfrm>
        </p:spPr>
        <p:txBody>
          <a:bodyPr wrap="square">
            <a:spAutoFit/>
          </a:bodyPr>
          <a:lstStyle>
            <a:lvl1pPr>
              <a:lnSpc>
                <a:spcPct val="100000"/>
              </a:lnSpc>
              <a:buNone/>
              <a:defRPr sz="1200"/>
            </a:lvl1pPr>
          </a:lstStyle>
          <a:p>
            <a:pPr lvl="0">
              <a:buNone/>
            </a:pPr>
            <a:r>
              <a:t>Click to edit Master text styles</a:t>
            </a:r>
          </a:p>
        </p:txBody>
      </p:sp>
      <p:sp>
        <p:nvSpPr>
          <p:cNvPr id="3" name="Picture Placeholder 2">
            <a:extLst>
              <a:ext uri="{FF2B5EF4-FFF2-40B4-BE49-F238E27FC236}">
                <a16:creationId xmlns:a16="http://schemas.microsoft.com/office/drawing/2014/main" id="{905B892A-4F81-3DE8-DAB9-C9ACD1E4B2D0}"/>
              </a:ext>
            </a:extLst>
          </p:cNvPr>
          <p:cNvSpPr>
            <a:spLocks noGrp="1"/>
          </p:cNvSpPr>
          <p:nvPr>
            <p:ph type="pic" idx="14"/>
          </p:nvPr>
        </p:nvSpPr>
        <p:spPr>
          <a:xfrm>
            <a:off x="2370667" y="0"/>
            <a:ext cx="9821333" cy="532262"/>
          </a:xfrm>
        </p:spPr>
        <p:txBody>
          <a:bodyPr/>
          <a:lstStyle/>
          <a:p>
            <a:r>
              <a:t>Click icon to add picture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amp;A Pur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1EFCB-4C82-A339-B669-A9027A837A2D}"/>
              </a:ext>
            </a:extLst>
          </p:cNvPr>
          <p:cNvSpPr>
            <a:spLocks noGrp="1"/>
          </p:cNvSpPr>
          <p:nvPr>
            <p:ph type="title" hasCustomPrompt="1"/>
          </p:nvPr>
        </p:nvSpPr>
        <p:spPr/>
        <p:txBody>
          <a:bodyPr/>
          <a:lstStyle/>
          <a:p>
            <a:r>
              <a:t>CLICK TO EDIT TITLE STYLE</a:t>
            </a:r>
          </a:p>
        </p:txBody>
      </p:sp>
      <p:sp>
        <p:nvSpPr>
          <p:cNvPr id="12" name="Content Placeholder 7">
            <a:extLst>
              <a:ext uri="{FF2B5EF4-FFF2-40B4-BE49-F238E27FC236}">
                <a16:creationId xmlns:a16="http://schemas.microsoft.com/office/drawing/2014/main" id="{6EEF7E41-47AD-7303-E02A-CD4A30B4D13F}"/>
              </a:ext>
            </a:extLst>
          </p:cNvPr>
          <p:cNvSpPr>
            <a:spLocks noGrp="1"/>
          </p:cNvSpPr>
          <p:nvPr>
            <p:ph idx="11" hasCustomPrompt="1"/>
          </p:nvPr>
        </p:nvSpPr>
        <p:spPr>
          <a:xfrm>
            <a:off x="609601" y="1744134"/>
            <a:ext cx="5590903" cy="2252796"/>
          </a:xfrm>
        </p:spPr>
        <p:txBody>
          <a:bodyPr/>
          <a:lstStyle>
            <a:lvl1pPr>
              <a:buNone/>
              <a:defRPr sz="1867" b="1"/>
            </a:lvl1pPr>
            <a:lvl2pPr>
              <a:buNone/>
              <a:defRPr sz="1867"/>
            </a:lvl2pPr>
            <a:lvl3pPr>
              <a:buNone/>
              <a:defRPr sz="1867"/>
            </a:lvl3pPr>
            <a:lvl4pPr>
              <a:buNone/>
              <a:defRPr sz="1867"/>
            </a:lvl4pPr>
            <a:lvl5pPr>
              <a:buNone/>
              <a:defRPr sz="1867"/>
            </a:lvl5pPr>
          </a:lstStyle>
          <a:p>
            <a:pPr lvl="0">
              <a:buNone/>
            </a:pPr>
            <a:r>
              <a:t>Click to edit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Q&amp;A Purpl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81EFCB-4C82-A339-B669-A9027A837A2D}"/>
              </a:ext>
            </a:extLst>
          </p:cNvPr>
          <p:cNvSpPr>
            <a:spLocks noGrp="1"/>
          </p:cNvSpPr>
          <p:nvPr>
            <p:ph type="title" hasCustomPrompt="1"/>
          </p:nvPr>
        </p:nvSpPr>
        <p:spPr/>
        <p:txBody>
          <a:bodyPr/>
          <a:lstStyle/>
          <a:p>
            <a:r>
              <a:t>CLICK TO EDIT TITLE STYLE</a:t>
            </a:r>
          </a:p>
        </p:txBody>
      </p:sp>
      <p:sp>
        <p:nvSpPr>
          <p:cNvPr id="12" name="Content Placeholder 7">
            <a:extLst>
              <a:ext uri="{FF2B5EF4-FFF2-40B4-BE49-F238E27FC236}">
                <a16:creationId xmlns:a16="http://schemas.microsoft.com/office/drawing/2014/main" id="{6EEF7E41-47AD-7303-E02A-CD4A30B4D13F}"/>
              </a:ext>
            </a:extLst>
          </p:cNvPr>
          <p:cNvSpPr>
            <a:spLocks noGrp="1"/>
          </p:cNvSpPr>
          <p:nvPr>
            <p:ph idx="11" hasCustomPrompt="1"/>
          </p:nvPr>
        </p:nvSpPr>
        <p:spPr>
          <a:xfrm>
            <a:off x="609601" y="1744134"/>
            <a:ext cx="5167087" cy="2252796"/>
          </a:xfrm>
        </p:spPr>
        <p:txBody>
          <a:bodyPr/>
          <a:lstStyle>
            <a:lvl1pPr>
              <a:buNone/>
              <a:defRPr sz="1867" b="1"/>
            </a:lvl1pPr>
            <a:lvl2pPr>
              <a:buNone/>
              <a:defRPr sz="1867"/>
            </a:lvl2pPr>
            <a:lvl3pPr>
              <a:buNone/>
              <a:defRPr sz="1867"/>
            </a:lvl3pPr>
            <a:lvl4pPr>
              <a:buNone/>
              <a:defRPr sz="1867"/>
            </a:lvl4pPr>
            <a:lvl5pPr>
              <a:buNone/>
              <a:defRPr sz="1867"/>
            </a:lvl5pPr>
          </a:lstStyle>
          <a:p>
            <a:pPr lvl="0">
              <a:buNone/>
            </a:pPr>
            <a:r>
              <a:t>Click to edit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amp;A Gold">
    <p:bg>
      <p:bgPr>
        <a:solidFill>
          <a:schemeClr val="bg1"/>
        </a:solidFill>
        <a:effectLst/>
      </p:bgPr>
    </p:bg>
    <p:spTree>
      <p:nvGrpSpPr>
        <p:cNvPr id="1" name=""/>
        <p:cNvGrpSpPr/>
        <p:nvPr/>
      </p:nvGrpSpPr>
      <p:grpSpPr>
        <a:xfrm>
          <a:off x="0" y="0"/>
          <a:ext cx="0" cy="0"/>
          <a:chOff x="0" y="0"/>
          <a:chExt cx="0" cy="0"/>
        </a:xfrm>
      </p:grpSpPr>
      <p:sp>
        <p:nvSpPr>
          <p:cNvPr id="3" name="Content Placeholder 12">
            <a:extLst>
              <a:ext uri="{FF2B5EF4-FFF2-40B4-BE49-F238E27FC236}">
                <a16:creationId xmlns:a16="http://schemas.microsoft.com/office/drawing/2014/main" id="{2A43680B-0C4E-035C-8289-47EE40A3E9E9}"/>
              </a:ext>
            </a:extLst>
          </p:cNvPr>
          <p:cNvSpPr>
            <a:spLocks noGrp="1"/>
          </p:cNvSpPr>
          <p:nvPr>
            <p:ph idx="11" hasCustomPrompt="1"/>
          </p:nvPr>
        </p:nvSpPr>
        <p:spPr>
          <a:xfrm>
            <a:off x="586595" y="1966666"/>
            <a:ext cx="9414933" cy="1990288"/>
          </a:xfrm>
        </p:spPr>
        <p:txBody>
          <a:bodyPr/>
          <a:lstStyle>
            <a:lvl1pPr marL="0" marR="0" indent="0" algn="l" defTabSz="609585">
              <a:lnSpc>
                <a:spcPct val="100000"/>
              </a:lnSpc>
              <a:spcBef>
                <a:spcPts val="0"/>
              </a:spcBef>
              <a:spcAft>
                <a:spcPts val="133"/>
              </a:spcAft>
              <a:buClrTx/>
              <a:buSzTx/>
              <a:buFont typeface="Arial"/>
              <a:buNone/>
              <a:defRPr sz="2400">
                <a:solidFill>
                  <a:schemeClr val="tx1"/>
                </a:solidFill>
              </a:defRPr>
            </a:lvl1pPr>
          </a:lstStyle>
          <a:p>
            <a:pPr marL="380990" marR="0" lvl="0" indent="-380990" algn="l" defTabSz="609585">
              <a:lnSpc>
                <a:spcPct val="100000"/>
              </a:lnSpc>
              <a:spcBef>
                <a:spcPts val="0"/>
              </a:spcBef>
              <a:spcAft>
                <a:spcPts val="133"/>
              </a:spcAft>
              <a:buClrTx/>
              <a:buSzTx/>
              <a:buFont typeface="Arial"/>
              <a:buChar char="•"/>
            </a:pPr>
            <a:r>
              <a:t>Optional list of considerations</a:t>
            </a:r>
          </a:p>
          <a:p>
            <a:pPr lvl="0">
              <a:buNone/>
            </a:pPr>
            <a:endParaRPr/>
          </a:p>
          <a:p>
            <a:pPr marL="380990" marR="0" lvl="0" indent="-380990" algn="l" defTabSz="609585">
              <a:lnSpc>
                <a:spcPct val="100000"/>
              </a:lnSpc>
              <a:spcBef>
                <a:spcPts val="0"/>
              </a:spcBef>
              <a:spcAft>
                <a:spcPts val="133"/>
              </a:spcAft>
              <a:buClrTx/>
              <a:buSzTx/>
              <a:buFont typeface="Arial"/>
              <a:buChar char="•"/>
            </a:pPr>
            <a:r>
              <a:t>Optional list of considerations</a:t>
            </a:r>
          </a:p>
          <a:p>
            <a:pPr marL="380990" marR="0" lvl="0" indent="-380990" algn="l" defTabSz="609585">
              <a:lnSpc>
                <a:spcPct val="100000"/>
              </a:lnSpc>
              <a:spcBef>
                <a:spcPts val="0"/>
              </a:spcBef>
              <a:spcAft>
                <a:spcPts val="133"/>
              </a:spcAft>
              <a:buClrTx/>
              <a:buSzTx/>
              <a:buFont typeface="Arial"/>
              <a:buChar char="•"/>
            </a:pPr>
            <a:endParaRPr/>
          </a:p>
          <a:p>
            <a:pPr marL="380990" marR="0" lvl="0" indent="-380990" algn="l" defTabSz="609585">
              <a:lnSpc>
                <a:spcPct val="100000"/>
              </a:lnSpc>
              <a:spcBef>
                <a:spcPts val="0"/>
              </a:spcBef>
              <a:spcAft>
                <a:spcPts val="133"/>
              </a:spcAft>
              <a:buClrTx/>
              <a:buSzTx/>
              <a:buFont typeface="Arial"/>
              <a:buChar char="•"/>
            </a:pPr>
            <a:r>
              <a:t>Optional list of considerations</a:t>
            </a:r>
          </a:p>
        </p:txBody>
      </p:sp>
      <p:sp>
        <p:nvSpPr>
          <p:cNvPr id="4" name="Title 3">
            <a:extLst>
              <a:ext uri="{FF2B5EF4-FFF2-40B4-BE49-F238E27FC236}">
                <a16:creationId xmlns:a16="http://schemas.microsoft.com/office/drawing/2014/main" id="{EF6B5C0D-562C-B668-B0FD-B003E2FB7251}"/>
              </a:ext>
            </a:extLst>
          </p:cNvPr>
          <p:cNvSpPr>
            <a:spLocks noGrp="1"/>
          </p:cNvSpPr>
          <p:nvPr>
            <p:ph type="title" hasCustomPrompt="1"/>
          </p:nvPr>
        </p:nvSpPr>
        <p:spPr/>
        <p:txBody>
          <a:bodyPr/>
          <a:lstStyle/>
          <a:p>
            <a:r>
              <a:t>CLICK TO EDIT TITLE STYLE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Thank You_purple">
    <p:bg>
      <p:bgPr>
        <a:solidFill>
          <a:srgbClr val="32006E"/>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p:blipFill>
        <p:spPr>
          <a:xfrm>
            <a:off x="9881671" y="5542750"/>
            <a:ext cx="1753208" cy="864916"/>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1_Thank You_tan">
    <p:bg>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rcRect/>
          <a:stretch/>
        </p:blipFill>
        <p:spPr>
          <a:xfrm>
            <a:off x="9881671" y="5542750"/>
            <a:ext cx="1753208" cy="864916"/>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5BA17-DAF9-681D-B819-7BDD9530A317}"/>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107591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itle Placeholder 2">
            <a:extLst>
              <a:ext uri="{FF2B5EF4-FFF2-40B4-BE49-F238E27FC236}">
                <a16:creationId xmlns:a16="http://schemas.microsoft.com/office/drawing/2014/main" id="{44413B94-6844-4A70-89C7-90215F30769B}"/>
              </a:ext>
            </a:extLst>
          </p:cNvPr>
          <p:cNvSpPr>
            <a:spLocks noGrp="1"/>
          </p:cNvSpPr>
          <p:nvPr>
            <p:ph type="title"/>
          </p:nvPr>
        </p:nvSpPr>
        <p:spPr>
          <a:xfrm>
            <a:off x="625927" y="641802"/>
            <a:ext cx="10894141" cy="584775"/>
          </a:xfrm>
          <a:prstGeom prst="rect">
            <a:avLst/>
          </a:prstGeom>
        </p:spPr>
        <p:txBody>
          <a:bodyPr vert="horz" wrap="square" lIns="91440" tIns="45720" rIns="91440" bIns="45720" anchor="t">
            <a:spAutoFit/>
          </a:bodyPr>
          <a:lstStyle/>
          <a:p>
            <a:r>
              <a:t>CLICK TO EDIT HEADER STYLE</a:t>
            </a:r>
          </a:p>
        </p:txBody>
      </p:sp>
      <p:sp>
        <p:nvSpPr>
          <p:cNvPr id="6" name="Text Placeholder 5">
            <a:extLst>
              <a:ext uri="{FF2B5EF4-FFF2-40B4-BE49-F238E27FC236}">
                <a16:creationId xmlns:a16="http://schemas.microsoft.com/office/drawing/2014/main" id="{F8849ED6-60C4-4512-8605-1E9E2FBFD100}"/>
              </a:ext>
            </a:extLst>
          </p:cNvPr>
          <p:cNvSpPr>
            <a:spLocks noGrp="1"/>
          </p:cNvSpPr>
          <p:nvPr>
            <p:ph type="body" idx="1"/>
          </p:nvPr>
        </p:nvSpPr>
        <p:spPr>
          <a:xfrm>
            <a:off x="625927" y="1529769"/>
            <a:ext cx="10894141" cy="2375522"/>
          </a:xfrm>
          <a:prstGeom prst="rect">
            <a:avLst/>
          </a:prstGeom>
        </p:spPr>
        <p:txBody>
          <a:bodyPr vert="horz" wrap="square" lIns="137160" tIns="45720" rIns="91440" bIns="45720">
            <a:spAutoFit/>
          </a:bodyPr>
          <a:lstStyle/>
          <a:p>
            <a:pPr lvl="0">
              <a:buNone/>
            </a:pPr>
            <a:r>
              <a:t>Click to edit text styles</a:t>
            </a:r>
          </a:p>
          <a:p>
            <a:pPr lvl="1">
              <a:buNone/>
            </a:pPr>
            <a:r>
              <a:t>Second level</a:t>
            </a:r>
          </a:p>
          <a:p>
            <a:pPr lvl="2">
              <a:buNone/>
            </a:pPr>
            <a:r>
              <a:t>Third level</a:t>
            </a:r>
          </a:p>
          <a:p>
            <a:pPr lvl="3">
              <a:buNone/>
            </a:pPr>
            <a:r>
              <a:t>Fourth level</a:t>
            </a:r>
          </a:p>
          <a:p>
            <a:pPr lvl="4">
              <a:buNone/>
            </a:pPr>
            <a:r>
              <a:t>Fifth level</a:t>
            </a:r>
          </a:p>
        </p:txBody>
      </p:sp>
      <p:sp>
        <p:nvSpPr>
          <p:cNvPr id="24" name="TextBox 23">
            <a:extLst>
              <a:ext uri="{FF2B5EF4-FFF2-40B4-BE49-F238E27FC236}">
                <a16:creationId xmlns:a16="http://schemas.microsoft.com/office/drawing/2014/main" id="{67DCE893-6A75-F770-3EBA-345A9472F0A7}"/>
              </a:ext>
            </a:extLst>
          </p:cNvPr>
          <p:cNvSpPr>
            <a:spLocks noGrp="1"/>
          </p:cNvSpPr>
          <p:nvPr/>
        </p:nvSpPr>
        <p:spPr>
          <a:xfrm>
            <a:off x="381193" y="6409578"/>
            <a:ext cx="4274987" cy="235898"/>
          </a:xfrm>
          <a:prstGeom prst="rect">
            <a:avLst/>
          </a:prstGeom>
          <a:noFill/>
        </p:spPr>
        <p:txBody>
          <a:bodyPr wrap="square">
            <a:spAutoFit/>
          </a:bodyPr>
          <a:lstStyle/>
          <a:p>
            <a:r>
              <a:rPr sz="933" b="0" i="0" spc="27">
                <a:solidFill>
                  <a:schemeClr val="tx1">
                    <a:lumMod val="65000"/>
                    <a:lumOff val="35000"/>
                  </a:schemeClr>
                </a:solidFill>
                <a:latin typeface="Uni Sans Book"/>
                <a:ea typeface="Uni Sans Book"/>
                <a:cs typeface="Uni Sans Book"/>
              </a:rPr>
              <a:t> FOSTER SCHOOL OF BUSINESS, UNIVERSITY OF WASHINGTON</a:t>
            </a:r>
            <a:endParaRPr sz="2133" b="0" spc="27" baseline="0">
              <a:solidFill>
                <a:schemeClr val="tx1">
                  <a:lumMod val="65000"/>
                  <a:lumOff val="35000"/>
                </a:schemeClr>
              </a:solidFill>
              <a:latin typeface="Uni Sans Book"/>
              <a:ea typeface="Uni Sans Book"/>
              <a:cs typeface="Uni Sans Book"/>
            </a:endParaRPr>
          </a:p>
        </p:txBody>
      </p:sp>
      <p:sp>
        <p:nvSpPr>
          <p:cNvPr id="27" name="TextBox 26">
            <a:extLst>
              <a:ext uri="{FF2B5EF4-FFF2-40B4-BE49-F238E27FC236}">
                <a16:creationId xmlns:a16="http://schemas.microsoft.com/office/drawing/2014/main" id="{1EB5DED1-6392-63AA-0761-1325CD3A98B5}"/>
              </a:ext>
            </a:extLst>
          </p:cNvPr>
          <p:cNvSpPr>
            <a:spLocks noGrp="1"/>
          </p:cNvSpPr>
          <p:nvPr/>
        </p:nvSpPr>
        <p:spPr>
          <a:xfrm>
            <a:off x="8243235" y="6409577"/>
            <a:ext cx="3427347" cy="235898"/>
          </a:xfrm>
          <a:prstGeom prst="rect">
            <a:avLst/>
          </a:prstGeom>
          <a:noFill/>
        </p:spPr>
        <p:txBody>
          <a:bodyPr wrap="square">
            <a:spAutoFit/>
          </a:bodyPr>
          <a:lstStyle/>
          <a:p>
            <a:pPr algn="r">
              <a:buNone/>
            </a:pPr>
            <a:r>
              <a:rPr sz="933" b="0" i="0">
                <a:solidFill>
                  <a:schemeClr val="tx1">
                    <a:lumMod val="65000"/>
                    <a:lumOff val="35000"/>
                  </a:schemeClr>
                </a:solidFill>
                <a:latin typeface="Encode Sans Normal Medium"/>
                <a:ea typeface="Encode Sans Normal Medium"/>
                <a:cs typeface="Encode Sans Normal Medium"/>
              </a:rPr>
              <a:t>foster.uw.edu</a:t>
            </a:r>
            <a:endParaRPr sz="2133" b="0" i="0">
              <a:solidFill>
                <a:schemeClr val="tx1">
                  <a:lumMod val="65000"/>
                  <a:lumOff val="35000"/>
                </a:schemeClr>
              </a:solidFill>
              <a:latin typeface="Encode Sans Normal Medium"/>
              <a:ea typeface="Encode Sans Normal Medium"/>
              <a:cs typeface="Encode Sans Normal Medium"/>
            </a:endParaRPr>
          </a:p>
        </p:txBody>
      </p:sp>
      <p:sp>
        <p:nvSpPr>
          <p:cNvPr id="29" name="Straight Connector 28">
            <a:extLst>
              <a:ext uri="{FF2B5EF4-FFF2-40B4-BE49-F238E27FC236}">
                <a16:creationId xmlns:a16="http://schemas.microsoft.com/office/drawing/2014/main" id="{B19E5F83-CC4C-4422-956B-0374695BFA28}"/>
              </a:ext>
            </a:extLst>
          </p:cNvPr>
          <p:cNvSpPr>
            <a:spLocks noGrp="1"/>
          </p:cNvSpPr>
          <p:nvPr/>
        </p:nvSpPr>
        <p:spPr>
          <a:xfrm>
            <a:off x="522515" y="6316617"/>
            <a:ext cx="11043559" cy="0"/>
          </a:xfrm>
          <a:prstGeom prst="line">
            <a:avLst/>
          </a:prstGeom>
          <a:ln>
            <a:solidFill>
              <a:srgbClr val="C09F29">
                <a:alpha val="34419"/>
              </a:srgbClr>
            </a:solidFill>
          </a:ln>
        </p:spPr>
        <p:style>
          <a:lnRef idx="1">
            <a:schemeClr val="accent6"/>
          </a:lnRef>
          <a:fillRef idx="0">
            <a:schemeClr val="accent6"/>
          </a:fillRef>
          <a:effectRef idx="0">
            <a:schemeClr val="accent6"/>
          </a:effectRef>
          <a:fontRef idx="minor">
            <a:schemeClr val="tx1"/>
          </a:fontRef>
        </p:style>
        <p:txBody>
          <a:bodyP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729" r:id="rId19"/>
  </p:sldLayoutIdLst>
  <p:txStyles>
    <p:titleStyle>
      <a:lvl1pPr algn="l" defTabSz="609585">
        <a:spcBef>
          <a:spcPct val="0"/>
        </a:spcBef>
        <a:spcAft>
          <a:spcPct val="0"/>
        </a:spcAft>
        <a:buNone/>
        <a:defRPr sz="3200" b="1" i="0" kern="1200">
          <a:solidFill>
            <a:srgbClr val="32006E"/>
          </a:solidFill>
          <a:latin typeface="Encode Sans Normal ExtraBold"/>
          <a:ea typeface="Encode Sans Normal ExtraBold"/>
          <a:cs typeface="Encode Sans Normal ExtraBold"/>
        </a:defRPr>
      </a:lvl1pPr>
      <a:lvl2pPr algn="ctr" defTabSz="609585">
        <a:spcBef>
          <a:spcPct val="0"/>
        </a:spcBef>
        <a:spcAft>
          <a:spcPct val="0"/>
        </a:spcAft>
        <a:buNone/>
        <a:defRPr sz="5867">
          <a:solidFill>
            <a:schemeClr val="tx1"/>
          </a:solidFill>
          <a:latin typeface="Calibri"/>
          <a:ea typeface="Calibri"/>
          <a:cs typeface="Calibri"/>
        </a:defRPr>
      </a:lvl2pPr>
      <a:lvl3pPr algn="ctr" defTabSz="609585">
        <a:spcBef>
          <a:spcPct val="0"/>
        </a:spcBef>
        <a:spcAft>
          <a:spcPct val="0"/>
        </a:spcAft>
        <a:buNone/>
        <a:defRPr sz="5867">
          <a:solidFill>
            <a:schemeClr val="tx1"/>
          </a:solidFill>
          <a:latin typeface="Calibri"/>
          <a:ea typeface="Calibri"/>
          <a:cs typeface="Calibri"/>
        </a:defRPr>
      </a:lvl3pPr>
      <a:lvl4pPr algn="ctr" defTabSz="609585">
        <a:spcBef>
          <a:spcPct val="0"/>
        </a:spcBef>
        <a:spcAft>
          <a:spcPct val="0"/>
        </a:spcAft>
        <a:buNone/>
        <a:defRPr sz="5867">
          <a:solidFill>
            <a:schemeClr val="tx1"/>
          </a:solidFill>
          <a:latin typeface="Calibri"/>
          <a:ea typeface="Calibri"/>
          <a:cs typeface="Calibri"/>
        </a:defRPr>
      </a:lvl4pPr>
      <a:lvl5pPr algn="ctr" defTabSz="609585">
        <a:spcBef>
          <a:spcPct val="0"/>
        </a:spcBef>
        <a:spcAft>
          <a:spcPct val="0"/>
        </a:spcAft>
        <a:buNone/>
        <a:defRPr sz="5867">
          <a:solidFill>
            <a:schemeClr val="tx1"/>
          </a:solidFill>
          <a:latin typeface="Calibri"/>
          <a:ea typeface="Calibri"/>
          <a:cs typeface="Calibri"/>
        </a:defRPr>
      </a:lvl5pPr>
      <a:lvl6pPr marL="609585" algn="ctr" defTabSz="609585">
        <a:spcBef>
          <a:spcPct val="0"/>
        </a:spcBef>
        <a:spcAft>
          <a:spcPct val="0"/>
        </a:spcAft>
        <a:buNone/>
        <a:defRPr sz="5867">
          <a:solidFill>
            <a:schemeClr val="tx1"/>
          </a:solidFill>
          <a:latin typeface="Calibri"/>
          <a:ea typeface="Calibri"/>
          <a:cs typeface="Calibri"/>
        </a:defRPr>
      </a:lvl6pPr>
      <a:lvl7pPr marL="1219170" algn="ctr" defTabSz="609585">
        <a:spcBef>
          <a:spcPct val="0"/>
        </a:spcBef>
        <a:spcAft>
          <a:spcPct val="0"/>
        </a:spcAft>
        <a:buNone/>
        <a:defRPr sz="5867">
          <a:solidFill>
            <a:schemeClr val="tx1"/>
          </a:solidFill>
          <a:latin typeface="Calibri"/>
          <a:ea typeface="Calibri"/>
          <a:cs typeface="Calibri"/>
        </a:defRPr>
      </a:lvl7pPr>
      <a:lvl8pPr marL="1828754" algn="ctr" defTabSz="609585">
        <a:spcBef>
          <a:spcPct val="0"/>
        </a:spcBef>
        <a:spcAft>
          <a:spcPct val="0"/>
        </a:spcAft>
        <a:buNone/>
        <a:defRPr sz="5867">
          <a:solidFill>
            <a:schemeClr val="tx1"/>
          </a:solidFill>
          <a:latin typeface="Calibri"/>
          <a:ea typeface="Calibri"/>
          <a:cs typeface="Calibri"/>
        </a:defRPr>
      </a:lvl8pPr>
      <a:lvl9pPr marL="2438339" algn="ctr" defTabSz="609585">
        <a:spcBef>
          <a:spcPct val="0"/>
        </a:spcBef>
        <a:spcAft>
          <a:spcPct val="0"/>
        </a:spcAft>
        <a:buNone/>
        <a:defRPr sz="5867">
          <a:solidFill>
            <a:schemeClr val="tx1"/>
          </a:solidFill>
          <a:latin typeface="Calibri"/>
          <a:ea typeface="Calibri"/>
          <a:cs typeface="Calibri"/>
        </a:defRPr>
      </a:lvl9pPr>
    </p:titleStyle>
    <p:bodyStyle>
      <a:lvl1pPr marL="0" indent="0" algn="l" defTabSz="609585">
        <a:lnSpc>
          <a:spcPct val="150000"/>
        </a:lnSpc>
        <a:spcBef>
          <a:spcPts val="0"/>
        </a:spcBef>
        <a:spcAft>
          <a:spcPts val="133"/>
        </a:spcAft>
        <a:buFont typeface="Arial"/>
        <a:buNone/>
        <a:defRPr sz="2133" kern="1200">
          <a:solidFill>
            <a:schemeClr val="tx1"/>
          </a:solidFill>
          <a:latin typeface="Open Sans Light"/>
          <a:ea typeface="Open Sans Light"/>
          <a:cs typeface="Open Sans Light"/>
        </a:defRPr>
      </a:lvl1pPr>
      <a:lvl2pPr marL="687900" indent="-232828" algn="l" defTabSz="609585">
        <a:lnSpc>
          <a:spcPct val="150000"/>
        </a:lnSpc>
        <a:spcBef>
          <a:spcPts val="0"/>
        </a:spcBef>
        <a:spcAft>
          <a:spcPts val="133"/>
        </a:spcAft>
        <a:buFont typeface="Arial"/>
        <a:buChar char="•"/>
        <a:defRPr sz="2133" kern="1200">
          <a:solidFill>
            <a:schemeClr val="tx1"/>
          </a:solidFill>
          <a:latin typeface="Open Sans Light"/>
          <a:ea typeface="Open Sans Light"/>
          <a:cs typeface="Open Sans Light"/>
        </a:defRPr>
      </a:lvl2pPr>
      <a:lvl3pPr marL="914377" indent="-226478" algn="l" defTabSz="609585">
        <a:lnSpc>
          <a:spcPct val="150000"/>
        </a:lnSpc>
        <a:spcBef>
          <a:spcPts val="0"/>
        </a:spcBef>
        <a:spcAft>
          <a:spcPts val="133"/>
        </a:spcAft>
        <a:buFont typeface="Arial"/>
        <a:buChar char="•"/>
        <a:defRPr sz="1867" kern="1200">
          <a:solidFill>
            <a:schemeClr val="tx1"/>
          </a:solidFill>
          <a:latin typeface="Open Sans Light"/>
          <a:ea typeface="Open Sans Light"/>
          <a:cs typeface="Open Sans Light"/>
        </a:defRPr>
      </a:lvl3pPr>
      <a:lvl4pPr marL="1140855" indent="-226478" algn="l" defTabSz="609585">
        <a:lnSpc>
          <a:spcPct val="150000"/>
        </a:lnSpc>
        <a:spcBef>
          <a:spcPts val="0"/>
        </a:spcBef>
        <a:spcAft>
          <a:spcPts val="133"/>
        </a:spcAft>
        <a:buFont typeface="Arial"/>
        <a:buChar char="•"/>
        <a:defRPr sz="1867" kern="1200">
          <a:solidFill>
            <a:schemeClr val="tx1"/>
          </a:solidFill>
          <a:latin typeface="Open Sans Light"/>
          <a:ea typeface="Open Sans Light"/>
          <a:cs typeface="Open Sans Light"/>
        </a:defRPr>
      </a:lvl4pPr>
      <a:lvl5pPr marL="1375799" indent="-234945" algn="l" defTabSz="609585">
        <a:lnSpc>
          <a:spcPct val="150000"/>
        </a:lnSpc>
        <a:spcBef>
          <a:spcPts val="0"/>
        </a:spcBef>
        <a:spcAft>
          <a:spcPts val="133"/>
        </a:spcAft>
        <a:buFont typeface="Arial"/>
        <a:buChar char="•"/>
        <a:defRPr sz="1867" kern="1200">
          <a:solidFill>
            <a:schemeClr val="tx1"/>
          </a:solidFill>
          <a:latin typeface="Open Sans Light"/>
          <a:ea typeface="Open Sans Light"/>
          <a:cs typeface="Open Sans Light"/>
        </a:defRPr>
      </a:lvl5pPr>
      <a:lvl6pPr marL="3352716" indent="-304792" algn="l" defTabSz="609585">
        <a:spcBef>
          <a:spcPct val="20000"/>
        </a:spcBef>
        <a:buFont typeface="Arial"/>
        <a:buChar char="•"/>
        <a:defRPr sz="2667" kern="1200">
          <a:solidFill>
            <a:schemeClr val="tx1"/>
          </a:solidFill>
          <a:latin typeface="+mn-lt"/>
          <a:ea typeface="+mn-lt"/>
          <a:cs typeface="+mn-lt"/>
        </a:defRPr>
      </a:lvl6pPr>
      <a:lvl7pPr marL="3962301" indent="-304792" algn="l" defTabSz="609585">
        <a:spcBef>
          <a:spcPct val="20000"/>
        </a:spcBef>
        <a:buFont typeface="Arial"/>
        <a:buChar char="•"/>
        <a:defRPr sz="2667" kern="1200">
          <a:solidFill>
            <a:schemeClr val="tx1"/>
          </a:solidFill>
          <a:latin typeface="+mn-lt"/>
          <a:ea typeface="+mn-lt"/>
          <a:cs typeface="+mn-lt"/>
        </a:defRPr>
      </a:lvl7pPr>
      <a:lvl8pPr marL="4571886" indent="-304792" algn="l" defTabSz="609585">
        <a:spcBef>
          <a:spcPct val="20000"/>
        </a:spcBef>
        <a:buFont typeface="Arial"/>
        <a:buChar char="•"/>
        <a:defRPr sz="2667" kern="1200">
          <a:solidFill>
            <a:schemeClr val="tx1"/>
          </a:solidFill>
          <a:latin typeface="+mn-lt"/>
          <a:ea typeface="+mn-lt"/>
          <a:cs typeface="+mn-lt"/>
        </a:defRPr>
      </a:lvl8pPr>
      <a:lvl9pPr marL="5181470" indent="-304792" algn="l" defTabSz="609585">
        <a:spcBef>
          <a:spcPct val="20000"/>
        </a:spcBef>
        <a:buFont typeface="Arial"/>
        <a:buChar char="•"/>
        <a:defRPr sz="2667" kern="1200">
          <a:solidFill>
            <a:schemeClr val="tx1"/>
          </a:solidFill>
          <a:latin typeface="+mn-lt"/>
          <a:ea typeface="+mn-lt"/>
          <a:cs typeface="+mn-lt"/>
        </a:defRPr>
      </a:lvl9pPr>
    </p:bodyStyle>
    <p:otherStyle>
      <a:lvl1pPr marL="0" algn="l" defTabSz="609585">
        <a:buNone/>
        <a:defRPr sz="2400" kern="1200">
          <a:solidFill>
            <a:schemeClr val="tx1"/>
          </a:solidFill>
          <a:latin typeface="+mn-lt"/>
          <a:ea typeface="+mn-lt"/>
          <a:cs typeface="+mn-lt"/>
        </a:defRPr>
      </a:lvl1pPr>
      <a:lvl2pPr marL="609585" algn="l" defTabSz="609585">
        <a:buNone/>
        <a:defRPr sz="2400" kern="1200">
          <a:solidFill>
            <a:schemeClr val="tx1"/>
          </a:solidFill>
          <a:latin typeface="+mn-lt"/>
          <a:ea typeface="+mn-lt"/>
          <a:cs typeface="+mn-lt"/>
        </a:defRPr>
      </a:lvl2pPr>
      <a:lvl3pPr marL="1219170" algn="l" defTabSz="609585">
        <a:buNone/>
        <a:defRPr sz="2400" kern="1200">
          <a:solidFill>
            <a:schemeClr val="tx1"/>
          </a:solidFill>
          <a:latin typeface="+mn-lt"/>
          <a:ea typeface="+mn-lt"/>
          <a:cs typeface="+mn-lt"/>
        </a:defRPr>
      </a:lvl3pPr>
      <a:lvl4pPr marL="1828754" algn="l" defTabSz="609585">
        <a:buNone/>
        <a:defRPr sz="2400" kern="1200">
          <a:solidFill>
            <a:schemeClr val="tx1"/>
          </a:solidFill>
          <a:latin typeface="+mn-lt"/>
          <a:ea typeface="+mn-lt"/>
          <a:cs typeface="+mn-lt"/>
        </a:defRPr>
      </a:lvl4pPr>
      <a:lvl5pPr marL="2438339" algn="l" defTabSz="609585">
        <a:buNone/>
        <a:defRPr sz="2400" kern="1200">
          <a:solidFill>
            <a:schemeClr val="tx1"/>
          </a:solidFill>
          <a:latin typeface="+mn-lt"/>
          <a:ea typeface="+mn-lt"/>
          <a:cs typeface="+mn-lt"/>
        </a:defRPr>
      </a:lvl5pPr>
      <a:lvl6pPr marL="3047924" algn="l" defTabSz="609585">
        <a:buNone/>
        <a:defRPr sz="2400" kern="1200">
          <a:solidFill>
            <a:schemeClr val="tx1"/>
          </a:solidFill>
          <a:latin typeface="+mn-lt"/>
          <a:ea typeface="+mn-lt"/>
          <a:cs typeface="+mn-lt"/>
        </a:defRPr>
      </a:lvl6pPr>
      <a:lvl7pPr marL="3657509" algn="l" defTabSz="609585">
        <a:buNone/>
        <a:defRPr sz="2400" kern="1200">
          <a:solidFill>
            <a:schemeClr val="tx1"/>
          </a:solidFill>
          <a:latin typeface="+mn-lt"/>
          <a:ea typeface="+mn-lt"/>
          <a:cs typeface="+mn-lt"/>
        </a:defRPr>
      </a:lvl7pPr>
      <a:lvl8pPr marL="4267093" algn="l" defTabSz="609585">
        <a:buNone/>
        <a:defRPr sz="2400" kern="1200">
          <a:solidFill>
            <a:schemeClr val="tx1"/>
          </a:solidFill>
          <a:latin typeface="+mn-lt"/>
          <a:ea typeface="+mn-lt"/>
          <a:cs typeface="+mn-lt"/>
        </a:defRPr>
      </a:lvl8pPr>
      <a:lvl9pPr marL="4876678" algn="l" defTabSz="609585">
        <a:buNone/>
        <a:defRPr sz="2400" kern="1200">
          <a:solidFill>
            <a:schemeClr val="tx1"/>
          </a:solidFill>
          <a:latin typeface="+mn-lt"/>
          <a:ea typeface="+mn-lt"/>
          <a:cs typeface="+mn-lt"/>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guide id="3" pos="288">
          <p15:clr>
            <a:srgbClr val="F26B43"/>
          </p15:clr>
        </p15:guide>
        <p15:guide id="4" orient="horz" pos="279">
          <p15:clr>
            <a:srgbClr val="F26B43"/>
          </p15:clr>
        </p15:guide>
        <p15:guide id="5" orient="horz" pos="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hyperlink" Target="https://www.sec.gov/submit-filings/about-edgar" TargetMode="External"/><Relationship Id="rId2" Type="http://schemas.openxmlformats.org/officeDocument/2006/relationships/hyperlink" Target="https://www.sec.gov/edgar/searchedgar/companysearch" TargetMode="Externa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hyperlink" Target="https://www.sec.gov/search-filings" TargetMode="Externa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hyperlink" Target="https://www.sec.gov/structureddata/osd-inline-xbrl.html" TargetMode="Externa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hyperlink" Target="https://www.sec.gov/edgar/browse/?CIK=320193" TargetMode="Externa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hyperlink" Target="https://finance.yahoo.com/quote/AAPL/financials/" TargetMode="External"/><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2171E04-8C84-4649-B7E3-F266075EC7BB}"/>
              </a:ext>
            </a:extLst>
          </p:cNvPr>
          <p:cNvSpPr>
            <a:spLocks noGrp="1"/>
          </p:cNvSpPr>
          <p:nvPr/>
        </p:nvSpPr>
        <p:spPr>
          <a:xfrm>
            <a:off x="609600" y="1676400"/>
            <a:ext cx="10572750" cy="800100"/>
          </a:xfrm>
          <a:prstGeom prst="rect">
            <a:avLst/>
          </a:prstGeom>
          <a:noFill/>
          <a:ln w="0">
            <a:noFill/>
          </a:ln>
        </p:spPr>
        <p:txBody>
          <a:bodyPr>
            <a:noAutofit/>
          </a:bodyPr>
          <a:lstStyle/>
          <a:p>
            <a:pPr>
              <a:defRPr sz="3600" b="1">
                <a:solidFill>
                  <a:srgbClr val="FFFFFF"/>
                </a:solidFill>
                <a:latin typeface="Segoe UI"/>
                <a:ea typeface="Segoe UI"/>
                <a:cs typeface="Segoe UI"/>
              </a:defRPr>
            </a:pPr>
            <a:r>
              <a:rPr lang="en-US" sz="4000" b="1" dirty="0">
                <a:solidFill>
                  <a:srgbClr val="FFFFFF"/>
                </a:solidFill>
                <a:latin typeface="Segoe UI"/>
                <a:ea typeface="Segoe UI"/>
                <a:cs typeface="Segoe UI"/>
              </a:rPr>
              <a:t>The ETL process: Extraction from APIs</a:t>
            </a:r>
            <a:endParaRPr lang="en-US" sz="3600" b="1" dirty="0">
              <a:solidFill>
                <a:srgbClr val="FFFFFF"/>
              </a:solidFill>
              <a:latin typeface="Segoe UI"/>
              <a:ea typeface="Segoe UI"/>
              <a:cs typeface="Segoe UI"/>
            </a:endParaRPr>
          </a:p>
        </p:txBody>
      </p:sp>
      <p:sp>
        <p:nvSpPr>
          <p:cNvPr id="2" name="Rectangle 1">
            <a:extLst>
              <a:ext uri="{FF2B5EF4-FFF2-40B4-BE49-F238E27FC236}">
                <a16:creationId xmlns:a16="http://schemas.microsoft.com/office/drawing/2014/main" id="{40B64F9C-E20B-4CE2-B941-28E4B429B518}"/>
              </a:ext>
            </a:extLst>
          </p:cNvPr>
          <p:cNvSpPr>
            <a:spLocks noGrp="1"/>
          </p:cNvSpPr>
          <p:nvPr/>
        </p:nvSpPr>
        <p:spPr>
          <a:xfrm>
            <a:off x="609600" y="3679307"/>
            <a:ext cx="10668000" cy="619125"/>
          </a:xfrm>
          <a:prstGeom prst="rect">
            <a:avLst/>
          </a:prstGeom>
          <a:noFill/>
          <a:ln w="0">
            <a:noFill/>
          </a:ln>
        </p:spPr>
        <p:txBody>
          <a:bodyPr>
            <a:noAutofit/>
          </a:bodyPr>
          <a:lstStyle/>
          <a:p>
            <a:pPr>
              <a:defRPr sz="2400" b="1">
                <a:solidFill>
                  <a:srgbClr val="FFFFFF"/>
                </a:solidFill>
                <a:latin typeface="Segoe UI"/>
                <a:ea typeface="Segoe UI"/>
                <a:cs typeface="Segoe UI"/>
              </a:defRPr>
            </a:pPr>
            <a:r>
              <a:rPr lang="en-US" sz="2400" b="1" dirty="0">
                <a:solidFill>
                  <a:srgbClr val="FFFFFF"/>
                </a:solidFill>
                <a:latin typeface="Segoe UI"/>
                <a:ea typeface="Segoe UI"/>
                <a:cs typeface="Segoe UI"/>
              </a:rPr>
              <a:t>ACCTG 522</a:t>
            </a:r>
          </a:p>
          <a:p>
            <a:pPr>
              <a:defRPr sz="2400" b="1">
                <a:solidFill>
                  <a:srgbClr val="FFFFFF"/>
                </a:solidFill>
                <a:latin typeface="Segoe UI"/>
                <a:ea typeface="Segoe UI"/>
                <a:cs typeface="Segoe UI"/>
              </a:defRPr>
            </a:pPr>
            <a:r>
              <a:rPr lang="en-US" sz="2400" b="1" dirty="0">
                <a:solidFill>
                  <a:srgbClr val="FFFFFF"/>
                </a:solidFill>
                <a:latin typeface="Segoe UI"/>
                <a:ea typeface="Segoe UI"/>
                <a:cs typeface="Segoe UI"/>
              </a:rPr>
              <a:t>Data Analytics for Professional Accountants</a:t>
            </a:r>
            <a:endParaRPr sz="2400" b="1" dirty="0">
              <a:solidFill>
                <a:srgbClr val="FFFFFF"/>
              </a:solidFill>
              <a:latin typeface="Segoe UI"/>
              <a:ea typeface="Segoe UI"/>
              <a:cs typeface="Segoe UI"/>
            </a:endParaRPr>
          </a:p>
        </p:txBody>
      </p:sp>
      <p:sp>
        <p:nvSpPr>
          <p:cNvPr id="3" name="Rectangle 2">
            <a:extLst>
              <a:ext uri="{FF2B5EF4-FFF2-40B4-BE49-F238E27FC236}">
                <a16:creationId xmlns:a16="http://schemas.microsoft.com/office/drawing/2014/main" id="{25E99166-AAF5-498F-B46D-82D42CECC71B}"/>
              </a:ext>
            </a:extLst>
          </p:cNvPr>
          <p:cNvSpPr>
            <a:spLocks noGrp="1"/>
          </p:cNvSpPr>
          <p:nvPr/>
        </p:nvSpPr>
        <p:spPr>
          <a:xfrm>
            <a:off x="609600" y="4757183"/>
            <a:ext cx="10001250" cy="571500"/>
          </a:xfrm>
          <a:prstGeom prst="rect">
            <a:avLst/>
          </a:prstGeom>
          <a:noFill/>
          <a:ln w="0">
            <a:noFill/>
          </a:ln>
        </p:spPr>
        <p:txBody>
          <a:bodyPr>
            <a:noAutofit/>
          </a:bodyPr>
          <a:lstStyle/>
          <a:p>
            <a:pPr>
              <a:defRPr sz="2400" b="1">
                <a:solidFill>
                  <a:srgbClr val="B7A579"/>
                </a:solidFill>
                <a:latin typeface="Segoe UI"/>
                <a:ea typeface="Segoe UI"/>
                <a:cs typeface="Segoe UI"/>
              </a:defRPr>
            </a:pPr>
            <a:r>
              <a:rPr lang="en-US" sz="2400" b="1" dirty="0">
                <a:solidFill>
                  <a:srgbClr val="B7A579"/>
                </a:solidFill>
                <a:latin typeface="Segoe UI"/>
                <a:ea typeface="Segoe UI"/>
                <a:cs typeface="Segoe UI"/>
              </a:rPr>
              <a:t>MPAcc Class of 2027</a:t>
            </a:r>
          </a:p>
          <a:p>
            <a:pPr>
              <a:defRPr sz="2400" b="1">
                <a:solidFill>
                  <a:srgbClr val="B7A579"/>
                </a:solidFill>
                <a:latin typeface="Segoe UI"/>
                <a:ea typeface="Segoe UI"/>
                <a:cs typeface="Segoe UI"/>
              </a:defRPr>
            </a:pPr>
            <a:r>
              <a:rPr lang="en-US" sz="2400" b="1" dirty="0">
                <a:solidFill>
                  <a:srgbClr val="B7A579"/>
                </a:solidFill>
                <a:latin typeface="Segoe UI"/>
              </a:rPr>
              <a:t>Class 03 | Autumn | 2026</a:t>
            </a:r>
            <a:endParaRPr sz="2400" b="1" dirty="0">
              <a:solidFill>
                <a:srgbClr val="B7A579"/>
              </a:solidFill>
              <a:latin typeface="Segoe UI"/>
              <a:ea typeface="Segoe UI"/>
              <a:cs typeface="Segoe UI"/>
            </a:endParaRPr>
          </a:p>
        </p:txBody>
      </p:sp>
    </p:spTree>
    <p:extLst>
      <p:ext uri="{BB962C8B-B14F-4D97-AF65-F5344CB8AC3E}">
        <p14:creationId xmlns:p14="http://schemas.microsoft.com/office/powerpoint/2010/main" val="4294885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BF555D3-14D1-2CA6-3E9F-FDB21F020B98}"/>
              </a:ext>
            </a:extLst>
          </p:cNvPr>
          <p:cNvSpPr>
            <a:spLocks noGrp="1"/>
          </p:cNvSpPr>
          <p:nvPr>
            <p:ph idx="11"/>
          </p:nvPr>
        </p:nvSpPr>
        <p:spPr>
          <a:xfrm>
            <a:off x="609600" y="1744134"/>
            <a:ext cx="7315200" cy="3140475"/>
          </a:xfrm>
        </p:spPr>
        <p:txBody>
          <a:bodyPr/>
          <a:lstStyle/>
          <a:p>
            <a:pPr marL="457200" indent="-457200">
              <a:buAutoNum type="arabicPeriod"/>
            </a:pPr>
            <a:r>
              <a:rPr lang="en-US" b="1" dirty="0">
                <a:solidFill>
                  <a:schemeClr val="tx2"/>
                </a:solidFill>
              </a:rPr>
              <a:t>Review </a:t>
            </a:r>
          </a:p>
          <a:p>
            <a:pPr marL="457200" indent="-457200">
              <a:buAutoNum type="arabicPeriod"/>
            </a:pPr>
            <a:r>
              <a:rPr lang="en-US" dirty="0"/>
              <a:t>EDGAR Overview</a:t>
            </a:r>
          </a:p>
          <a:p>
            <a:pPr marL="457200" indent="-457200">
              <a:buAutoNum type="arabicPeriod"/>
            </a:pPr>
            <a:r>
              <a:rPr lang="en-US" dirty="0"/>
              <a:t>Class Exercises</a:t>
            </a:r>
          </a:p>
          <a:p>
            <a:pPr marL="1145100" lvl="1" indent="-457200">
              <a:buAutoNum type="arabicPeriod"/>
            </a:pPr>
            <a:r>
              <a:rPr lang="en-US" dirty="0" err="1"/>
              <a:t>InLine</a:t>
            </a:r>
            <a:r>
              <a:rPr lang="en-US" dirty="0"/>
              <a:t> XBRL (the human version)</a:t>
            </a:r>
          </a:p>
          <a:p>
            <a:pPr marL="1145100" lvl="1" indent="-457200">
              <a:buAutoNum type="arabicPeriod"/>
            </a:pPr>
            <a:r>
              <a:rPr lang="en-US" dirty="0"/>
              <a:t>APIs (the computer version)</a:t>
            </a:r>
          </a:p>
          <a:p>
            <a:pPr marL="1145100" lvl="1" indent="-457200">
              <a:buFont typeface="Arial"/>
              <a:buAutoNum type="arabicPeriod"/>
            </a:pPr>
            <a:r>
              <a:rPr lang="en-US" dirty="0"/>
              <a:t>XBRL tags and common line items (discussion)</a:t>
            </a:r>
          </a:p>
          <a:p>
            <a:pPr marL="457200" indent="-457200">
              <a:buAutoNum type="arabicPeriod"/>
            </a:pPr>
            <a:r>
              <a:rPr lang="en-US" dirty="0"/>
              <a:t>Conclusion &amp; Look Ahead</a:t>
            </a:r>
          </a:p>
        </p:txBody>
      </p:sp>
      <p:sp>
        <p:nvSpPr>
          <p:cNvPr id="3" name="Title 2">
            <a:extLst>
              <a:ext uri="{FF2B5EF4-FFF2-40B4-BE49-F238E27FC236}">
                <a16:creationId xmlns:a16="http://schemas.microsoft.com/office/drawing/2014/main" id="{0257129C-F48B-B91A-202B-99600A6CD3E7}"/>
              </a:ext>
            </a:extLst>
          </p:cNvPr>
          <p:cNvSpPr>
            <a:spLocks noGrp="1"/>
          </p:cNvSpPr>
          <p:nvPr>
            <p:ph type="title"/>
          </p:nvPr>
        </p:nvSpPr>
        <p:spPr/>
        <p:txBody>
          <a:bodyPr/>
          <a:lstStyle/>
          <a:p>
            <a:r>
              <a:rPr lang="en-US" dirty="0"/>
              <a:t>Agenda</a:t>
            </a:r>
          </a:p>
        </p:txBody>
      </p:sp>
    </p:spTree>
    <p:extLst>
      <p:ext uri="{BB962C8B-B14F-4D97-AF65-F5344CB8AC3E}">
        <p14:creationId xmlns:p14="http://schemas.microsoft.com/office/powerpoint/2010/main" val="42721805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FFB5A-138E-91D3-90B5-0E2055DD94D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9A1F7B9-0BCC-6ABD-C9AA-3C0A84A205E6}"/>
              </a:ext>
            </a:extLst>
          </p:cNvPr>
          <p:cNvSpPr>
            <a:spLocks noGrp="1"/>
          </p:cNvSpPr>
          <p:nvPr/>
        </p:nvSpPr>
        <p:spPr>
          <a:xfrm>
            <a:off x="628650" y="638175"/>
            <a:ext cx="10896600" cy="609600"/>
          </a:xfrm>
          <a:prstGeom prst="rect">
            <a:avLst/>
          </a:prstGeom>
          <a:noFill/>
          <a:ln w="0">
            <a:noFill/>
          </a:ln>
        </p:spPr>
        <p:txBody>
          <a:bodyPr>
            <a:noAutofit/>
          </a:bodyPr>
          <a:lstStyle/>
          <a:p>
            <a:pPr>
              <a:defRPr sz="3000" b="1">
                <a:solidFill>
                  <a:srgbClr val="4B2E83"/>
                </a:solidFill>
                <a:latin typeface="Segoe UI"/>
                <a:ea typeface="Segoe UI"/>
                <a:cs typeface="Segoe UI"/>
              </a:defRPr>
            </a:pPr>
            <a:r>
              <a:rPr sz="3000" b="1">
                <a:solidFill>
                  <a:srgbClr val="4B2E83"/>
                </a:solidFill>
                <a:latin typeface="Segoe UI"/>
                <a:ea typeface="Segoe UI"/>
                <a:cs typeface="Segoe UI"/>
              </a:rPr>
              <a:t>MPAcc mindsets</a:t>
            </a:r>
          </a:p>
        </p:txBody>
      </p:sp>
      <p:pic>
        <p:nvPicPr>
          <p:cNvPr id="7" name="Picture 6">
            <a:extLst>
              <a:ext uri="{FF2B5EF4-FFF2-40B4-BE49-F238E27FC236}">
                <a16:creationId xmlns:a16="http://schemas.microsoft.com/office/drawing/2014/main" id="{1F133326-9B53-B06E-2A34-0894DB5FA9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5322" y="1394734"/>
            <a:ext cx="9221355" cy="4068532"/>
          </a:xfrm>
          <a:prstGeom prst="rect">
            <a:avLst/>
          </a:prstGeom>
        </p:spPr>
      </p:pic>
    </p:spTree>
    <p:extLst>
      <p:ext uri="{BB962C8B-B14F-4D97-AF65-F5344CB8AC3E}">
        <p14:creationId xmlns:p14="http://schemas.microsoft.com/office/powerpoint/2010/main" val="1696637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A2536-9297-4C08-C800-4787BCDDED7F}"/>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BC0A2D1-C7D1-92E9-D359-61DFDBDB788B}"/>
              </a:ext>
            </a:extLst>
          </p:cNvPr>
          <p:cNvPicPr>
            <a:picLocks noGrp="1" noChangeAspect="1"/>
          </p:cNvPicPr>
          <p:nvPr>
            <p:ph idx="11"/>
          </p:nvPr>
        </p:nvPicPr>
        <p:blipFill>
          <a:blip r:embed="rId2">
            <a:extLst>
              <a:ext uri="{28A0092B-C50C-407E-A947-70E740481C1C}">
                <a14:useLocalDpi xmlns:a14="http://schemas.microsoft.com/office/drawing/2010/main" val="0"/>
              </a:ext>
            </a:extLst>
          </a:blip>
          <a:stretch>
            <a:fillRect/>
          </a:stretch>
        </p:blipFill>
        <p:spPr>
          <a:xfrm>
            <a:off x="602542" y="68263"/>
            <a:ext cx="10986915" cy="6180137"/>
          </a:xfrm>
          <a:prstGeom prst="rect">
            <a:avLst/>
          </a:prstGeom>
          <a:noFill/>
        </p:spPr>
      </p:pic>
    </p:spTree>
    <p:extLst>
      <p:ext uri="{BB962C8B-B14F-4D97-AF65-F5344CB8AC3E}">
        <p14:creationId xmlns:p14="http://schemas.microsoft.com/office/powerpoint/2010/main" val="2131598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FF8B8-62D5-F954-CB26-6ACBFB2CCD7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8056A40-8392-A905-B01E-EA6081E873F8}"/>
              </a:ext>
            </a:extLst>
          </p:cNvPr>
          <p:cNvSpPr>
            <a:spLocks noGrp="1"/>
          </p:cNvSpPr>
          <p:nvPr>
            <p:ph idx="11"/>
          </p:nvPr>
        </p:nvSpPr>
        <p:spPr>
          <a:xfrm>
            <a:off x="609599" y="1744134"/>
            <a:ext cx="9712569" cy="3606500"/>
          </a:xfrm>
        </p:spPr>
        <p:txBody>
          <a:bodyPr/>
          <a:lstStyle/>
          <a:p>
            <a:pPr>
              <a:spcAft>
                <a:spcPts val="700"/>
              </a:spcAft>
              <a:defRPr sz="2000"/>
            </a:pPr>
            <a:r>
              <a:rPr lang="en-US" dirty="0"/>
              <a:t>Today's key takeaway: </a:t>
            </a:r>
            <a:r>
              <a:rPr lang="en-US" b="1" dirty="0"/>
              <a:t>Data and Prepare/ETL are not mechanical steps.</a:t>
            </a:r>
          </a:p>
          <a:p>
            <a:pPr marL="342900" indent="-342900">
              <a:spcAft>
                <a:spcPts val="700"/>
              </a:spcAft>
              <a:buFont typeface="Arial" panose="020B0604020202020204" pitchFamily="34" charset="0"/>
              <a:buChar char="•"/>
              <a:defRPr sz="2000"/>
            </a:pPr>
            <a:endParaRPr lang="en-US" dirty="0"/>
          </a:p>
          <a:p>
            <a:pPr marL="342900" indent="-342900">
              <a:spcAft>
                <a:spcPts val="700"/>
              </a:spcAft>
              <a:buFont typeface="Arial" panose="020B0604020202020204" pitchFamily="34" charset="0"/>
              <a:buChar char="•"/>
              <a:defRPr sz="2000"/>
            </a:pPr>
            <a:r>
              <a:rPr lang="en-US" dirty="0"/>
              <a:t>Profiling, provenance, validation, and professional judgment can cause us to iterate backward.</a:t>
            </a:r>
          </a:p>
          <a:p>
            <a:pPr marL="342900" indent="-342900">
              <a:spcAft>
                <a:spcPts val="700"/>
              </a:spcAft>
              <a:buFont typeface="Arial" panose="020B0604020202020204" pitchFamily="34" charset="0"/>
              <a:buChar char="•"/>
              <a:defRPr sz="2000"/>
            </a:pPr>
            <a:r>
              <a:rPr lang="en-US" dirty="0"/>
              <a:t>Responsible action depends on understanding both the evidence and its limitations.</a:t>
            </a:r>
          </a:p>
          <a:p>
            <a:endParaRPr lang="en-US" dirty="0"/>
          </a:p>
        </p:txBody>
      </p:sp>
      <p:sp>
        <p:nvSpPr>
          <p:cNvPr id="3" name="Title 2">
            <a:extLst>
              <a:ext uri="{FF2B5EF4-FFF2-40B4-BE49-F238E27FC236}">
                <a16:creationId xmlns:a16="http://schemas.microsoft.com/office/drawing/2014/main" id="{54521202-BADF-32F3-5A7C-50BA89785EEC}"/>
              </a:ext>
            </a:extLst>
          </p:cNvPr>
          <p:cNvSpPr>
            <a:spLocks noGrp="1"/>
          </p:cNvSpPr>
          <p:nvPr>
            <p:ph type="title"/>
          </p:nvPr>
        </p:nvSpPr>
        <p:spPr/>
        <p:txBody>
          <a:bodyPr/>
          <a:lstStyle/>
          <a:p>
            <a:r>
              <a:rPr lang="en-US" dirty="0"/>
              <a:t>Review</a:t>
            </a:r>
          </a:p>
        </p:txBody>
      </p:sp>
    </p:spTree>
    <p:extLst>
      <p:ext uri="{BB962C8B-B14F-4D97-AF65-F5344CB8AC3E}">
        <p14:creationId xmlns:p14="http://schemas.microsoft.com/office/powerpoint/2010/main" val="3482232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ED113A2-2147-CDE1-C1D3-ED0F3D3BBBF6}"/>
              </a:ext>
            </a:extLst>
          </p:cNvPr>
          <p:cNvPicPr>
            <a:picLocks noGrp="1" noChangeAspect="1"/>
          </p:cNvPicPr>
          <p:nvPr>
            <p:ph idx="11"/>
          </p:nvPr>
        </p:nvPicPr>
        <p:blipFill>
          <a:blip r:embed="rId2">
            <a:extLst>
              <a:ext uri="{28A0092B-C50C-407E-A947-70E740481C1C}">
                <a14:useLocalDpi xmlns:a14="http://schemas.microsoft.com/office/drawing/2010/main" val="0"/>
              </a:ext>
            </a:extLst>
          </a:blip>
          <a:srcRect l="803" r="2512" b="1"/>
          <a:stretch>
            <a:fillRect/>
          </a:stretch>
        </p:blipFill>
        <p:spPr>
          <a:xfrm>
            <a:off x="241300" y="61175"/>
            <a:ext cx="11950700" cy="6180137"/>
          </a:xfrm>
          <a:prstGeom prst="rect">
            <a:avLst/>
          </a:prstGeom>
          <a:noFill/>
        </p:spPr>
      </p:pic>
    </p:spTree>
    <p:extLst>
      <p:ext uri="{BB962C8B-B14F-4D97-AF65-F5344CB8AC3E}">
        <p14:creationId xmlns:p14="http://schemas.microsoft.com/office/powerpoint/2010/main" val="36134191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A6F3C-FF6C-6C1E-AB12-5B9326CC54B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84A78B3-27FF-1320-555F-3BE0D5C52239}"/>
              </a:ext>
            </a:extLst>
          </p:cNvPr>
          <p:cNvSpPr>
            <a:spLocks noGrp="1"/>
          </p:cNvSpPr>
          <p:nvPr>
            <p:ph idx="11"/>
          </p:nvPr>
        </p:nvSpPr>
        <p:spPr>
          <a:xfrm>
            <a:off x="609600" y="1744134"/>
            <a:ext cx="7315200" cy="3140475"/>
          </a:xfrm>
        </p:spPr>
        <p:txBody>
          <a:bodyPr/>
          <a:lstStyle/>
          <a:p>
            <a:pPr marL="457200" indent="-457200">
              <a:buAutoNum type="arabicPeriod"/>
            </a:pPr>
            <a:r>
              <a:rPr lang="en-US" dirty="0">
                <a:solidFill>
                  <a:schemeClr val="bg1">
                    <a:lumMod val="65000"/>
                  </a:schemeClr>
                </a:solidFill>
              </a:rPr>
              <a:t>Review </a:t>
            </a:r>
          </a:p>
          <a:p>
            <a:pPr marL="457200" indent="-457200">
              <a:buAutoNum type="arabicPeriod"/>
            </a:pPr>
            <a:r>
              <a:rPr lang="en-US" b="1" dirty="0">
                <a:solidFill>
                  <a:schemeClr val="tx2"/>
                </a:solidFill>
              </a:rPr>
              <a:t>EDGAR Overview</a:t>
            </a:r>
          </a:p>
          <a:p>
            <a:pPr marL="457200" indent="-457200">
              <a:buAutoNum type="arabicPeriod"/>
            </a:pPr>
            <a:r>
              <a:rPr lang="en-US" dirty="0"/>
              <a:t>Class Exercises</a:t>
            </a:r>
          </a:p>
          <a:p>
            <a:pPr marL="1145100" lvl="1" indent="-457200">
              <a:buAutoNum type="arabicPeriod"/>
            </a:pPr>
            <a:r>
              <a:rPr lang="en-US" dirty="0" err="1"/>
              <a:t>InLine</a:t>
            </a:r>
            <a:r>
              <a:rPr lang="en-US" dirty="0"/>
              <a:t> XBRL (the human version)</a:t>
            </a:r>
          </a:p>
          <a:p>
            <a:pPr marL="1145100" lvl="1" indent="-457200">
              <a:buAutoNum type="arabicPeriod"/>
            </a:pPr>
            <a:r>
              <a:rPr lang="en-US" dirty="0"/>
              <a:t>APIs (the computer version)</a:t>
            </a:r>
          </a:p>
          <a:p>
            <a:pPr marL="1145100" lvl="1" indent="-457200">
              <a:buFont typeface="Arial"/>
              <a:buAutoNum type="arabicPeriod"/>
            </a:pPr>
            <a:r>
              <a:rPr lang="en-US" dirty="0"/>
              <a:t>XBRL tags and common line items (discussion)</a:t>
            </a:r>
          </a:p>
          <a:p>
            <a:pPr marL="457200" indent="-457200">
              <a:buAutoNum type="arabicPeriod"/>
            </a:pPr>
            <a:r>
              <a:rPr lang="en-US" dirty="0"/>
              <a:t>Conclusion &amp; Look Ahead</a:t>
            </a:r>
          </a:p>
        </p:txBody>
      </p:sp>
      <p:sp>
        <p:nvSpPr>
          <p:cNvPr id="3" name="Title 2">
            <a:extLst>
              <a:ext uri="{FF2B5EF4-FFF2-40B4-BE49-F238E27FC236}">
                <a16:creationId xmlns:a16="http://schemas.microsoft.com/office/drawing/2014/main" id="{91140352-534E-7410-8947-AA951E3CF88E}"/>
              </a:ext>
            </a:extLst>
          </p:cNvPr>
          <p:cNvSpPr>
            <a:spLocks noGrp="1"/>
          </p:cNvSpPr>
          <p:nvPr>
            <p:ph type="title"/>
          </p:nvPr>
        </p:nvSpPr>
        <p:spPr/>
        <p:txBody>
          <a:bodyPr/>
          <a:lstStyle/>
          <a:p>
            <a:r>
              <a:rPr lang="en-US" dirty="0"/>
              <a:t>Agenda</a:t>
            </a:r>
          </a:p>
        </p:txBody>
      </p:sp>
    </p:spTree>
    <p:extLst>
      <p:ext uri="{BB962C8B-B14F-4D97-AF65-F5344CB8AC3E}">
        <p14:creationId xmlns:p14="http://schemas.microsoft.com/office/powerpoint/2010/main" val="2091657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D7E4574-F909-7F35-B5E7-D8AF8D9B0613}"/>
              </a:ext>
            </a:extLst>
          </p:cNvPr>
          <p:cNvSpPr>
            <a:spLocks noGrp="1"/>
          </p:cNvSpPr>
          <p:nvPr>
            <p:ph idx="11"/>
          </p:nvPr>
        </p:nvSpPr>
        <p:spPr>
          <a:xfrm>
            <a:off x="609599" y="1744134"/>
            <a:ext cx="10526233" cy="4446345"/>
          </a:xfrm>
        </p:spPr>
        <p:txBody>
          <a:bodyPr/>
          <a:lstStyle/>
          <a:p>
            <a:r>
              <a:rPr lang="en-US" dirty="0"/>
              <a:t>Definition: The Electronic Data Gathering, Analysis, and Retrieval (EDGAR) system.</a:t>
            </a:r>
          </a:p>
          <a:p>
            <a:endParaRPr lang="en-US" dirty="0"/>
          </a:p>
          <a:p>
            <a:r>
              <a:rPr lang="en-US" dirty="0"/>
              <a:t>Maintained by the Securities and Exchange Commission (SEC)</a:t>
            </a:r>
          </a:p>
          <a:p>
            <a:endParaRPr lang="en-US" dirty="0"/>
          </a:p>
          <a:p>
            <a:pPr marL="342900" indent="-342900">
              <a:buFont typeface="Arial" panose="020B0604020202020204" pitchFamily="34" charset="0"/>
              <a:buChar char="•"/>
            </a:pPr>
            <a:r>
              <a:rPr lang="en-US" dirty="0"/>
              <a:t>The primary system for companies and others submitting documents under the Securities Act of 1933, the Securities Exchange Act of 1934, the Trust Indenture Act of 1939, and the Investment Company Act of 1940. </a:t>
            </a:r>
          </a:p>
          <a:p>
            <a:pPr marL="342900" indent="-342900">
              <a:buFont typeface="Arial" panose="020B0604020202020204" pitchFamily="34" charset="0"/>
              <a:buChar char="•"/>
            </a:pPr>
            <a:r>
              <a:rPr lang="en-US" dirty="0"/>
              <a:t>Access to EDGAR’s </a:t>
            </a:r>
            <a:r>
              <a:rPr lang="en-US" dirty="0">
                <a:hlinkClick r:id="rId2"/>
              </a:rPr>
              <a:t>public database</a:t>
            </a:r>
            <a:r>
              <a:rPr lang="en-US" dirty="0"/>
              <a:t> is free.</a:t>
            </a:r>
          </a:p>
          <a:p>
            <a:pPr marL="342900" indent="-342900">
              <a:buFont typeface="Arial" panose="020B0604020202020204" pitchFamily="34" charset="0"/>
              <a:buChar char="•"/>
            </a:pPr>
            <a:r>
              <a:rPr lang="en-US" dirty="0">
                <a:hlinkClick r:id="rId3"/>
              </a:rPr>
              <a:t>SEC.gov | About EDGAR</a:t>
            </a:r>
            <a:endParaRPr lang="en-US" dirty="0"/>
          </a:p>
          <a:p>
            <a:endParaRPr lang="en-US" dirty="0"/>
          </a:p>
        </p:txBody>
      </p:sp>
      <p:sp>
        <p:nvSpPr>
          <p:cNvPr id="3" name="Title 2">
            <a:extLst>
              <a:ext uri="{FF2B5EF4-FFF2-40B4-BE49-F238E27FC236}">
                <a16:creationId xmlns:a16="http://schemas.microsoft.com/office/drawing/2014/main" id="{9DC17B3C-3C25-3063-B315-54780E2F8903}"/>
              </a:ext>
            </a:extLst>
          </p:cNvPr>
          <p:cNvSpPr>
            <a:spLocks noGrp="1"/>
          </p:cNvSpPr>
          <p:nvPr>
            <p:ph type="title"/>
          </p:nvPr>
        </p:nvSpPr>
        <p:spPr/>
        <p:txBody>
          <a:bodyPr/>
          <a:lstStyle/>
          <a:p>
            <a:r>
              <a:rPr lang="en-US" dirty="0"/>
              <a:t>SEC’s EDGAR</a:t>
            </a:r>
          </a:p>
        </p:txBody>
      </p:sp>
    </p:spTree>
    <p:extLst>
      <p:ext uri="{BB962C8B-B14F-4D97-AF65-F5344CB8AC3E}">
        <p14:creationId xmlns:p14="http://schemas.microsoft.com/office/powerpoint/2010/main" val="12787046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EE372C9-B4C4-5B24-86AA-60DE5A10DD6E}"/>
              </a:ext>
            </a:extLst>
          </p:cNvPr>
          <p:cNvSpPr>
            <a:spLocks noGrp="1"/>
          </p:cNvSpPr>
          <p:nvPr>
            <p:ph idx="11"/>
          </p:nvPr>
        </p:nvSpPr>
        <p:spPr>
          <a:xfrm>
            <a:off x="609600" y="1744134"/>
            <a:ext cx="10434084" cy="3114827"/>
          </a:xfrm>
        </p:spPr>
        <p:txBody>
          <a:bodyPr/>
          <a:lstStyle/>
          <a:p>
            <a:r>
              <a:rPr lang="en-US" dirty="0"/>
              <a:t>EDGAR processes about 4,700 filings per day, serves up 3,000 terabytes of data to the public annually, and accommodates 40,000 new filers per year on average.</a:t>
            </a:r>
          </a:p>
          <a:p>
            <a:endParaRPr lang="en-US" dirty="0"/>
          </a:p>
          <a:p>
            <a:r>
              <a:rPr lang="en-US" dirty="0">
                <a:hlinkClick r:id="rId2"/>
              </a:rPr>
              <a:t>SEC.gov | Search Filings</a:t>
            </a:r>
            <a:endParaRPr lang="en-US" dirty="0"/>
          </a:p>
          <a:p>
            <a:endParaRPr lang="en-US" dirty="0"/>
          </a:p>
          <a:p>
            <a:r>
              <a:rPr lang="en-US" dirty="0"/>
              <a:t>Is a tool that allows for a look-up of a public company filings, including financial statement filings that use (inline) XBRL to access financial data.</a:t>
            </a:r>
          </a:p>
        </p:txBody>
      </p:sp>
      <p:sp>
        <p:nvSpPr>
          <p:cNvPr id="3" name="Title 2">
            <a:extLst>
              <a:ext uri="{FF2B5EF4-FFF2-40B4-BE49-F238E27FC236}">
                <a16:creationId xmlns:a16="http://schemas.microsoft.com/office/drawing/2014/main" id="{69B9EC70-5D9C-47FA-D364-9011997FB6B8}"/>
              </a:ext>
            </a:extLst>
          </p:cNvPr>
          <p:cNvSpPr>
            <a:spLocks noGrp="1"/>
          </p:cNvSpPr>
          <p:nvPr>
            <p:ph type="title"/>
          </p:nvPr>
        </p:nvSpPr>
        <p:spPr/>
        <p:txBody>
          <a:bodyPr/>
          <a:lstStyle/>
          <a:p>
            <a:r>
              <a:rPr lang="en-US" dirty="0"/>
              <a:t>EDGAR Filings</a:t>
            </a:r>
          </a:p>
        </p:txBody>
      </p:sp>
    </p:spTree>
    <p:extLst>
      <p:ext uri="{BB962C8B-B14F-4D97-AF65-F5344CB8AC3E}">
        <p14:creationId xmlns:p14="http://schemas.microsoft.com/office/powerpoint/2010/main" val="6342578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62B183C-E5ED-D77E-FE87-318B9C3A9C0E}"/>
              </a:ext>
            </a:extLst>
          </p:cNvPr>
          <p:cNvSpPr>
            <a:spLocks noGrp="1"/>
          </p:cNvSpPr>
          <p:nvPr>
            <p:ph idx="11"/>
          </p:nvPr>
        </p:nvSpPr>
        <p:spPr>
          <a:xfrm>
            <a:off x="609600" y="1744134"/>
            <a:ext cx="11355572" cy="4826065"/>
          </a:xfrm>
        </p:spPr>
        <p:txBody>
          <a:bodyPr/>
          <a:lstStyle/>
          <a:p>
            <a:pPr marL="356438" indent="-356438">
              <a:buClr>
                <a:srgbClr val="FFE600"/>
              </a:buClr>
              <a:buSzPct val="110000"/>
              <a:buFont typeface="EYInterstate Light" panose="02000506000000020004" pitchFamily="2" charset="0"/>
              <a:buChar char="•"/>
            </a:pPr>
            <a:r>
              <a:rPr lang="en-US" dirty="0"/>
              <a:t>Inline XBRL is a structured data language that allows filers to prepare a single document that is both human-readable and machine-readable, so that filers need only prepare one Inline XBRL document rather than generate an HTML document of their financial statement information or risk/return summary information and then tag a copy of the data to create a separate XBRL exhibit.</a:t>
            </a:r>
          </a:p>
          <a:p>
            <a:pPr marL="356438" indent="-356438">
              <a:buClr>
                <a:srgbClr val="FFE600"/>
              </a:buClr>
              <a:buSzPct val="110000"/>
              <a:buFont typeface="EYInterstate Light" panose="02000506000000020004" pitchFamily="2" charset="0"/>
              <a:buChar char="•"/>
            </a:pPr>
            <a:r>
              <a:rPr lang="en-US" dirty="0"/>
              <a:t>For data users, Inline XBRL provides an </a:t>
            </a:r>
            <a:r>
              <a:rPr lang="en-US" b="1" dirty="0"/>
              <a:t>easier way to view, access, and explore the contextual information of the underlying data</a:t>
            </a:r>
            <a:r>
              <a:rPr lang="en-US" dirty="0"/>
              <a:t>. For example, users can click on individual tagged data points in the filing to find more information about the data, such as citations and hyperlinks to the relevant accounting guidance, narrative definitions for the values, and reporting period information associated with each value.</a:t>
            </a:r>
          </a:p>
          <a:p>
            <a:pPr marL="356438" indent="-356438">
              <a:buClr>
                <a:srgbClr val="FFE600"/>
              </a:buClr>
              <a:buSzPct val="110000"/>
              <a:buFont typeface="EYInterstate Light" panose="02000506000000020004" pitchFamily="2" charset="0"/>
              <a:buChar char="•"/>
            </a:pPr>
            <a:r>
              <a:rPr lang="en-US" dirty="0">
                <a:hlinkClick r:id="rId2"/>
              </a:rPr>
              <a:t>https://www.sec.gov/structureddata/osd-inline-xbrl.html</a:t>
            </a:r>
            <a:r>
              <a:rPr lang="en-US" dirty="0"/>
              <a:t> </a:t>
            </a:r>
          </a:p>
          <a:p>
            <a:endParaRPr lang="en-US" dirty="0"/>
          </a:p>
        </p:txBody>
      </p:sp>
      <p:sp>
        <p:nvSpPr>
          <p:cNvPr id="3" name="Title 2">
            <a:extLst>
              <a:ext uri="{FF2B5EF4-FFF2-40B4-BE49-F238E27FC236}">
                <a16:creationId xmlns:a16="http://schemas.microsoft.com/office/drawing/2014/main" id="{57479FA9-83BE-13F9-E30A-FE3E00755C2E}"/>
              </a:ext>
            </a:extLst>
          </p:cNvPr>
          <p:cNvSpPr>
            <a:spLocks noGrp="1"/>
          </p:cNvSpPr>
          <p:nvPr>
            <p:ph type="title"/>
          </p:nvPr>
        </p:nvSpPr>
        <p:spPr/>
        <p:txBody>
          <a:bodyPr/>
          <a:lstStyle/>
          <a:p>
            <a:r>
              <a:rPr lang="en-US" dirty="0"/>
              <a:t>What is Inline XBRL?</a:t>
            </a:r>
          </a:p>
        </p:txBody>
      </p:sp>
    </p:spTree>
    <p:extLst>
      <p:ext uri="{BB962C8B-B14F-4D97-AF65-F5344CB8AC3E}">
        <p14:creationId xmlns:p14="http://schemas.microsoft.com/office/powerpoint/2010/main" val="16559980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82FC9-CA0B-976A-C1A1-A742D3B4556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2C9275F-EDF4-11BE-9256-86DF791C6771}"/>
              </a:ext>
            </a:extLst>
          </p:cNvPr>
          <p:cNvSpPr>
            <a:spLocks noGrp="1"/>
          </p:cNvSpPr>
          <p:nvPr>
            <p:ph idx="11"/>
          </p:nvPr>
        </p:nvSpPr>
        <p:spPr>
          <a:xfrm>
            <a:off x="609600" y="1744134"/>
            <a:ext cx="7315200" cy="3140475"/>
          </a:xfrm>
        </p:spPr>
        <p:txBody>
          <a:bodyPr/>
          <a:lstStyle/>
          <a:p>
            <a:pPr marL="457200" indent="-457200">
              <a:buAutoNum type="arabicPeriod"/>
            </a:pPr>
            <a:r>
              <a:rPr lang="en-US" dirty="0">
                <a:solidFill>
                  <a:schemeClr val="bg1">
                    <a:lumMod val="65000"/>
                  </a:schemeClr>
                </a:solidFill>
              </a:rPr>
              <a:t>Review </a:t>
            </a:r>
          </a:p>
          <a:p>
            <a:pPr marL="457200" indent="-457200">
              <a:buAutoNum type="arabicPeriod"/>
            </a:pPr>
            <a:r>
              <a:rPr lang="en-US" dirty="0">
                <a:solidFill>
                  <a:schemeClr val="bg1">
                    <a:lumMod val="65000"/>
                  </a:schemeClr>
                </a:solidFill>
              </a:rPr>
              <a:t>EDGAR Overview</a:t>
            </a:r>
          </a:p>
          <a:p>
            <a:pPr marL="457200" indent="-457200">
              <a:buAutoNum type="arabicPeriod"/>
            </a:pPr>
            <a:r>
              <a:rPr lang="en-US" b="1" dirty="0">
                <a:solidFill>
                  <a:schemeClr val="tx2"/>
                </a:solidFill>
              </a:rPr>
              <a:t>Class Exercises</a:t>
            </a:r>
          </a:p>
          <a:p>
            <a:pPr marL="1145100" lvl="1" indent="-457200">
              <a:buAutoNum type="arabicPeriod"/>
            </a:pPr>
            <a:r>
              <a:rPr lang="en-US" b="1" dirty="0" err="1">
                <a:solidFill>
                  <a:schemeClr val="tx2"/>
                </a:solidFill>
              </a:rPr>
              <a:t>InLine</a:t>
            </a:r>
            <a:r>
              <a:rPr lang="en-US" b="1" dirty="0">
                <a:solidFill>
                  <a:schemeClr val="tx2"/>
                </a:solidFill>
              </a:rPr>
              <a:t> XBRL (the human version)</a:t>
            </a:r>
          </a:p>
          <a:p>
            <a:pPr marL="1145100" lvl="1" indent="-457200">
              <a:buAutoNum type="arabicPeriod"/>
            </a:pPr>
            <a:r>
              <a:rPr lang="en-US" dirty="0"/>
              <a:t>APIs (the computer version)</a:t>
            </a:r>
          </a:p>
          <a:p>
            <a:pPr marL="1145100" lvl="1" indent="-457200">
              <a:buFont typeface="Arial"/>
              <a:buAutoNum type="arabicPeriod"/>
            </a:pPr>
            <a:r>
              <a:rPr lang="en-US" dirty="0"/>
              <a:t>XBRL tags and common line items (discussion)</a:t>
            </a:r>
          </a:p>
          <a:p>
            <a:pPr marL="457200" indent="-457200">
              <a:buAutoNum type="arabicPeriod"/>
            </a:pPr>
            <a:r>
              <a:rPr lang="en-US" dirty="0"/>
              <a:t>Conclusion &amp; Look Ahead</a:t>
            </a:r>
          </a:p>
        </p:txBody>
      </p:sp>
      <p:sp>
        <p:nvSpPr>
          <p:cNvPr id="3" name="Title 2">
            <a:extLst>
              <a:ext uri="{FF2B5EF4-FFF2-40B4-BE49-F238E27FC236}">
                <a16:creationId xmlns:a16="http://schemas.microsoft.com/office/drawing/2014/main" id="{B045E29E-14BD-C814-749C-CE4E5B0AF567}"/>
              </a:ext>
            </a:extLst>
          </p:cNvPr>
          <p:cNvSpPr>
            <a:spLocks noGrp="1"/>
          </p:cNvSpPr>
          <p:nvPr>
            <p:ph type="title"/>
          </p:nvPr>
        </p:nvSpPr>
        <p:spPr/>
        <p:txBody>
          <a:bodyPr/>
          <a:lstStyle/>
          <a:p>
            <a:r>
              <a:rPr lang="en-US" dirty="0"/>
              <a:t>Agenda</a:t>
            </a:r>
          </a:p>
        </p:txBody>
      </p:sp>
    </p:spTree>
    <p:extLst>
      <p:ext uri="{BB962C8B-B14F-4D97-AF65-F5344CB8AC3E}">
        <p14:creationId xmlns:p14="http://schemas.microsoft.com/office/powerpoint/2010/main" val="27644000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9B2657D-00DE-6D82-3773-FCE1E9A8F55A}"/>
              </a:ext>
            </a:extLst>
          </p:cNvPr>
          <p:cNvSpPr>
            <a:spLocks noGrp="1"/>
          </p:cNvSpPr>
          <p:nvPr>
            <p:ph idx="11"/>
          </p:nvPr>
        </p:nvSpPr>
        <p:spPr>
          <a:xfrm>
            <a:off x="609599" y="1744134"/>
            <a:ext cx="10079665" cy="2239972"/>
          </a:xfrm>
        </p:spPr>
        <p:txBody>
          <a:bodyPr/>
          <a:lstStyle/>
          <a:p>
            <a:r>
              <a:rPr lang="en-US" dirty="0"/>
              <a:t>Let’s use inline XBRL to better understand Apple, Inc.’s most recent 10-K filing. Start at the entity landing page below:</a:t>
            </a:r>
          </a:p>
          <a:p>
            <a:endParaRPr lang="en-US" dirty="0"/>
          </a:p>
          <a:p>
            <a:r>
              <a:rPr lang="en-US" dirty="0">
                <a:hlinkClick r:id="rId2"/>
              </a:rPr>
              <a:t>https://www.sec.gov/edgar/browse/?CIK=320193</a:t>
            </a:r>
            <a:endParaRPr lang="en-US" dirty="0"/>
          </a:p>
          <a:p>
            <a:endParaRPr lang="en-US" dirty="0"/>
          </a:p>
        </p:txBody>
      </p:sp>
      <p:sp>
        <p:nvSpPr>
          <p:cNvPr id="3" name="Title 2">
            <a:extLst>
              <a:ext uri="{FF2B5EF4-FFF2-40B4-BE49-F238E27FC236}">
                <a16:creationId xmlns:a16="http://schemas.microsoft.com/office/drawing/2014/main" id="{A57B2609-D0A5-18A2-81F4-F90118D31119}"/>
              </a:ext>
            </a:extLst>
          </p:cNvPr>
          <p:cNvSpPr>
            <a:spLocks noGrp="1"/>
          </p:cNvSpPr>
          <p:nvPr>
            <p:ph type="title"/>
          </p:nvPr>
        </p:nvSpPr>
        <p:spPr/>
        <p:txBody>
          <a:bodyPr/>
          <a:lstStyle/>
          <a:p>
            <a:r>
              <a:rPr lang="en-US" dirty="0"/>
              <a:t>Understanding inline XBRL</a:t>
            </a:r>
          </a:p>
        </p:txBody>
      </p:sp>
    </p:spTree>
    <p:extLst>
      <p:ext uri="{BB962C8B-B14F-4D97-AF65-F5344CB8AC3E}">
        <p14:creationId xmlns:p14="http://schemas.microsoft.com/office/powerpoint/2010/main" val="3213621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3C03971-36C0-F05E-7C31-1A58B2B5DACF}"/>
              </a:ext>
            </a:extLst>
          </p:cNvPr>
          <p:cNvSpPr>
            <a:spLocks noGrp="1"/>
          </p:cNvSpPr>
          <p:nvPr>
            <p:ph idx="11"/>
          </p:nvPr>
        </p:nvSpPr>
        <p:spPr>
          <a:xfrm>
            <a:off x="609600" y="1744134"/>
            <a:ext cx="8754140" cy="3571491"/>
          </a:xfrm>
        </p:spPr>
        <p:txBody>
          <a:bodyPr/>
          <a:lstStyle/>
          <a:p>
            <a:r>
              <a:rPr lang="en-US" dirty="0"/>
              <a:t>The search on the inline XBRL form allows us to navigate the 10-K filing using XBRL tags, which contain </a:t>
            </a:r>
            <a:r>
              <a:rPr lang="en-US" dirty="0" err="1"/>
              <a:t>companyfacts</a:t>
            </a:r>
            <a:r>
              <a:rPr lang="en-US" dirty="0"/>
              <a:t>.</a:t>
            </a:r>
          </a:p>
          <a:p>
            <a:endParaRPr lang="en-US" dirty="0"/>
          </a:p>
          <a:p>
            <a:r>
              <a:rPr lang="en-US" dirty="0"/>
              <a:t>Let’s explore:</a:t>
            </a:r>
          </a:p>
          <a:p>
            <a:pPr marL="342900" indent="-342900">
              <a:buFont typeface="Arial" panose="020B0604020202020204" pitchFamily="34" charset="0"/>
              <a:buChar char="•"/>
            </a:pPr>
            <a:r>
              <a:rPr lang="en-US" dirty="0"/>
              <a:t>Revenue tags</a:t>
            </a:r>
          </a:p>
          <a:p>
            <a:pPr marL="342900" indent="-342900">
              <a:buFont typeface="Arial" panose="020B0604020202020204" pitchFamily="34" charset="0"/>
              <a:buChar char="•"/>
            </a:pPr>
            <a:r>
              <a:rPr lang="en-US" dirty="0"/>
              <a:t>Balance Sheet Tags</a:t>
            </a:r>
          </a:p>
          <a:p>
            <a:pPr marL="342900" indent="-342900">
              <a:buFont typeface="Arial" panose="020B0604020202020204" pitchFamily="34" charset="0"/>
              <a:buChar char="•"/>
            </a:pPr>
            <a:r>
              <a:rPr lang="en-US" dirty="0"/>
              <a:t>Footnote tags</a:t>
            </a:r>
          </a:p>
          <a:p>
            <a:pPr marL="342900" indent="-342900">
              <a:buFont typeface="Arial" panose="020B0604020202020204" pitchFamily="34" charset="0"/>
              <a:buChar char="•"/>
            </a:pPr>
            <a:r>
              <a:rPr lang="en-US" dirty="0"/>
              <a:t>Custom tags</a:t>
            </a:r>
          </a:p>
        </p:txBody>
      </p:sp>
      <p:sp>
        <p:nvSpPr>
          <p:cNvPr id="3" name="Title 2">
            <a:extLst>
              <a:ext uri="{FF2B5EF4-FFF2-40B4-BE49-F238E27FC236}">
                <a16:creationId xmlns:a16="http://schemas.microsoft.com/office/drawing/2014/main" id="{EEEBD21C-6A38-E7FA-F5A2-965C1ED6964B}"/>
              </a:ext>
            </a:extLst>
          </p:cNvPr>
          <p:cNvSpPr>
            <a:spLocks noGrp="1"/>
          </p:cNvSpPr>
          <p:nvPr>
            <p:ph type="title"/>
          </p:nvPr>
        </p:nvSpPr>
        <p:spPr/>
        <p:txBody>
          <a:bodyPr/>
          <a:lstStyle/>
          <a:p>
            <a:r>
              <a:rPr lang="en-US" dirty="0"/>
              <a:t>Inline XBRL in action</a:t>
            </a:r>
          </a:p>
        </p:txBody>
      </p:sp>
    </p:spTree>
    <p:extLst>
      <p:ext uri="{BB962C8B-B14F-4D97-AF65-F5344CB8AC3E}">
        <p14:creationId xmlns:p14="http://schemas.microsoft.com/office/powerpoint/2010/main" val="1819092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6FA3163-5B7B-AA4B-1FD5-AA44210F3B3A}"/>
              </a:ext>
            </a:extLst>
          </p:cNvPr>
          <p:cNvSpPr>
            <a:spLocks noGrp="1"/>
          </p:cNvSpPr>
          <p:nvPr>
            <p:ph type="title"/>
          </p:nvPr>
        </p:nvSpPr>
        <p:spPr>
          <a:xfrm>
            <a:off x="314039" y="216500"/>
            <a:ext cx="10894141" cy="584775"/>
          </a:xfrm>
        </p:spPr>
        <p:txBody>
          <a:bodyPr/>
          <a:lstStyle/>
          <a:p>
            <a:r>
              <a:rPr lang="en-US" dirty="0"/>
              <a:t>Custom Tags</a:t>
            </a:r>
          </a:p>
        </p:txBody>
      </p:sp>
      <p:pic>
        <p:nvPicPr>
          <p:cNvPr id="5" name="Picture 4">
            <a:extLst>
              <a:ext uri="{FF2B5EF4-FFF2-40B4-BE49-F238E27FC236}">
                <a16:creationId xmlns:a16="http://schemas.microsoft.com/office/drawing/2014/main" id="{777C6983-3C32-3519-8D8F-1CDDF8E26BC2}"/>
              </a:ext>
            </a:extLst>
          </p:cNvPr>
          <p:cNvPicPr>
            <a:picLocks noChangeAspect="1"/>
          </p:cNvPicPr>
          <p:nvPr/>
        </p:nvPicPr>
        <p:blipFill>
          <a:blip r:embed="rId2"/>
          <a:stretch>
            <a:fillRect/>
          </a:stretch>
        </p:blipFill>
        <p:spPr>
          <a:xfrm>
            <a:off x="3774637" y="0"/>
            <a:ext cx="8201088" cy="6858000"/>
          </a:xfrm>
          <a:prstGeom prst="rect">
            <a:avLst/>
          </a:prstGeom>
        </p:spPr>
      </p:pic>
    </p:spTree>
    <p:extLst>
      <p:ext uri="{BB962C8B-B14F-4D97-AF65-F5344CB8AC3E}">
        <p14:creationId xmlns:p14="http://schemas.microsoft.com/office/powerpoint/2010/main" val="6455891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65AE6-CDE6-3EA2-9875-150FA3A722B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B79020C-4434-E6F7-BA5B-71E04E10D501}"/>
              </a:ext>
            </a:extLst>
          </p:cNvPr>
          <p:cNvSpPr>
            <a:spLocks noGrp="1"/>
          </p:cNvSpPr>
          <p:nvPr>
            <p:ph idx="11"/>
          </p:nvPr>
        </p:nvSpPr>
        <p:spPr>
          <a:xfrm>
            <a:off x="609600" y="1744134"/>
            <a:ext cx="7315200" cy="3140475"/>
          </a:xfrm>
        </p:spPr>
        <p:txBody>
          <a:bodyPr/>
          <a:lstStyle/>
          <a:p>
            <a:pPr marL="457200" indent="-457200">
              <a:buAutoNum type="arabicPeriod"/>
            </a:pPr>
            <a:r>
              <a:rPr lang="en-US" dirty="0">
                <a:solidFill>
                  <a:schemeClr val="bg1">
                    <a:lumMod val="65000"/>
                  </a:schemeClr>
                </a:solidFill>
              </a:rPr>
              <a:t>Review </a:t>
            </a:r>
          </a:p>
          <a:p>
            <a:pPr marL="457200" indent="-457200">
              <a:buAutoNum type="arabicPeriod"/>
            </a:pPr>
            <a:r>
              <a:rPr lang="en-US" dirty="0">
                <a:solidFill>
                  <a:schemeClr val="bg1">
                    <a:lumMod val="65000"/>
                  </a:schemeClr>
                </a:solidFill>
              </a:rPr>
              <a:t>EDGAR Overview</a:t>
            </a:r>
          </a:p>
          <a:p>
            <a:pPr marL="457200" indent="-457200">
              <a:buAutoNum type="arabicPeriod"/>
            </a:pPr>
            <a:r>
              <a:rPr lang="en-US" b="1" dirty="0">
                <a:solidFill>
                  <a:schemeClr val="tx2"/>
                </a:solidFill>
              </a:rPr>
              <a:t>Class Exercises</a:t>
            </a:r>
          </a:p>
          <a:p>
            <a:pPr marL="1145100" lvl="1" indent="-457200">
              <a:buAutoNum type="arabicPeriod"/>
            </a:pPr>
            <a:r>
              <a:rPr lang="en-US" b="1" dirty="0" err="1">
                <a:solidFill>
                  <a:schemeClr val="bg1">
                    <a:lumMod val="65000"/>
                  </a:schemeClr>
                </a:solidFill>
              </a:rPr>
              <a:t>InLine</a:t>
            </a:r>
            <a:r>
              <a:rPr lang="en-US" b="1" dirty="0">
                <a:solidFill>
                  <a:schemeClr val="bg1">
                    <a:lumMod val="65000"/>
                  </a:schemeClr>
                </a:solidFill>
              </a:rPr>
              <a:t> XBRL (the human version)</a:t>
            </a:r>
          </a:p>
          <a:p>
            <a:pPr marL="1145100" lvl="1" indent="-457200">
              <a:buAutoNum type="arabicPeriod"/>
            </a:pPr>
            <a:r>
              <a:rPr lang="en-US" b="1" dirty="0">
                <a:solidFill>
                  <a:schemeClr val="tx2"/>
                </a:solidFill>
              </a:rPr>
              <a:t>APIs (the computer version)</a:t>
            </a:r>
          </a:p>
          <a:p>
            <a:pPr marL="1145100" lvl="1" indent="-457200">
              <a:buFont typeface="Arial"/>
              <a:buAutoNum type="arabicPeriod"/>
            </a:pPr>
            <a:r>
              <a:rPr lang="en-US" dirty="0"/>
              <a:t>XBRL tags and common line items (discussion)</a:t>
            </a:r>
          </a:p>
          <a:p>
            <a:pPr marL="457200" indent="-457200">
              <a:buAutoNum type="arabicPeriod"/>
            </a:pPr>
            <a:r>
              <a:rPr lang="en-US" dirty="0"/>
              <a:t>Conclusion &amp; Look Ahead</a:t>
            </a:r>
          </a:p>
        </p:txBody>
      </p:sp>
      <p:sp>
        <p:nvSpPr>
          <p:cNvPr id="3" name="Title 2">
            <a:extLst>
              <a:ext uri="{FF2B5EF4-FFF2-40B4-BE49-F238E27FC236}">
                <a16:creationId xmlns:a16="http://schemas.microsoft.com/office/drawing/2014/main" id="{D4AD8259-3E70-B155-A68D-AF028CAB3FE7}"/>
              </a:ext>
            </a:extLst>
          </p:cNvPr>
          <p:cNvSpPr>
            <a:spLocks noGrp="1"/>
          </p:cNvSpPr>
          <p:nvPr>
            <p:ph type="title"/>
          </p:nvPr>
        </p:nvSpPr>
        <p:spPr/>
        <p:txBody>
          <a:bodyPr/>
          <a:lstStyle/>
          <a:p>
            <a:r>
              <a:rPr lang="en-US" dirty="0"/>
              <a:t>Agenda</a:t>
            </a:r>
          </a:p>
        </p:txBody>
      </p:sp>
    </p:spTree>
    <p:extLst>
      <p:ext uri="{BB962C8B-B14F-4D97-AF65-F5344CB8AC3E}">
        <p14:creationId xmlns:p14="http://schemas.microsoft.com/office/powerpoint/2010/main" val="25402655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7848C4-D299-581D-1215-79F37A423D3E}"/>
              </a:ext>
            </a:extLst>
          </p:cNvPr>
          <p:cNvSpPr>
            <a:spLocks noGrp="1"/>
          </p:cNvSpPr>
          <p:nvPr>
            <p:ph idx="11"/>
          </p:nvPr>
        </p:nvSpPr>
        <p:spPr>
          <a:xfrm>
            <a:off x="609600" y="1744134"/>
            <a:ext cx="7315200" cy="3127651"/>
          </a:xfrm>
        </p:spPr>
        <p:txBody>
          <a:bodyPr/>
          <a:lstStyle/>
          <a:p>
            <a:r>
              <a:rPr lang="en-US" dirty="0"/>
              <a:t>The SEC maintains several APIs to allow for the automated extraction of public company data. We will focus on two:</a:t>
            </a:r>
          </a:p>
          <a:p>
            <a:endParaRPr lang="en-US" dirty="0"/>
          </a:p>
          <a:p>
            <a:pPr marL="342900" indent="-342900">
              <a:buFont typeface="Arial" panose="020B0604020202020204" pitchFamily="34" charset="0"/>
              <a:buChar char="•"/>
            </a:pPr>
            <a:r>
              <a:rPr lang="en-US" b="1" dirty="0"/>
              <a:t>Company Submissions: data.sec.gov/submissions/</a:t>
            </a:r>
          </a:p>
          <a:p>
            <a:pPr marL="342900" indent="-342900">
              <a:buFont typeface="Arial" panose="020B0604020202020204" pitchFamily="34" charset="0"/>
              <a:buChar char="•"/>
            </a:pPr>
            <a:endParaRPr lang="en-US" b="1" dirty="0"/>
          </a:p>
          <a:p>
            <a:pPr marL="342900" indent="-342900">
              <a:buFont typeface="Arial" panose="020B0604020202020204" pitchFamily="34" charset="0"/>
              <a:buChar char="•"/>
            </a:pPr>
            <a:r>
              <a:rPr lang="en-US" b="1" dirty="0"/>
              <a:t>Company Facts: data.sec.gov/</a:t>
            </a:r>
            <a:r>
              <a:rPr lang="en-US" b="1" dirty="0" err="1"/>
              <a:t>api</a:t>
            </a:r>
            <a:r>
              <a:rPr lang="en-US" b="1" dirty="0"/>
              <a:t>/</a:t>
            </a:r>
            <a:r>
              <a:rPr lang="en-US" b="1" dirty="0" err="1"/>
              <a:t>xbrl</a:t>
            </a:r>
            <a:r>
              <a:rPr lang="en-US" b="1" dirty="0"/>
              <a:t>/</a:t>
            </a:r>
            <a:r>
              <a:rPr lang="en-US" b="1" dirty="0" err="1"/>
              <a:t>companyfacts</a:t>
            </a:r>
            <a:r>
              <a:rPr lang="en-US" b="1" dirty="0"/>
              <a:t>/</a:t>
            </a:r>
          </a:p>
          <a:p>
            <a:pPr marL="342900" indent="-342900">
              <a:buFont typeface="Arial" panose="020B0604020202020204" pitchFamily="34" charset="0"/>
              <a:buChar char="•"/>
            </a:pPr>
            <a:endParaRPr lang="en-US" dirty="0"/>
          </a:p>
        </p:txBody>
      </p:sp>
      <p:sp>
        <p:nvSpPr>
          <p:cNvPr id="3" name="Title 2">
            <a:extLst>
              <a:ext uri="{FF2B5EF4-FFF2-40B4-BE49-F238E27FC236}">
                <a16:creationId xmlns:a16="http://schemas.microsoft.com/office/drawing/2014/main" id="{65A05B05-B86F-915D-808E-9E2C67FC9742}"/>
              </a:ext>
            </a:extLst>
          </p:cNvPr>
          <p:cNvSpPr>
            <a:spLocks noGrp="1"/>
          </p:cNvSpPr>
          <p:nvPr>
            <p:ph type="title"/>
          </p:nvPr>
        </p:nvSpPr>
        <p:spPr/>
        <p:txBody>
          <a:bodyPr/>
          <a:lstStyle/>
          <a:p>
            <a:r>
              <a:rPr lang="en-US" dirty="0"/>
              <a:t>Application Programming Interface (API)</a:t>
            </a:r>
          </a:p>
        </p:txBody>
      </p:sp>
    </p:spTree>
    <p:extLst>
      <p:ext uri="{BB962C8B-B14F-4D97-AF65-F5344CB8AC3E}">
        <p14:creationId xmlns:p14="http://schemas.microsoft.com/office/powerpoint/2010/main" val="4443754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D4FD3B-882D-3BB9-DD87-2E90C04A9259}"/>
              </a:ext>
            </a:extLst>
          </p:cNvPr>
          <p:cNvSpPr>
            <a:spLocks noGrp="1"/>
          </p:cNvSpPr>
          <p:nvPr>
            <p:ph idx="11"/>
          </p:nvPr>
        </p:nvSpPr>
        <p:spPr>
          <a:xfrm>
            <a:off x="609600" y="1744134"/>
            <a:ext cx="7315200" cy="477438"/>
          </a:xfrm>
        </p:spPr>
        <p:txBody>
          <a:bodyPr/>
          <a:lstStyle/>
          <a:p>
            <a:r>
              <a:rPr lang="en-US" dirty="0"/>
              <a:t>Use the links on the website for this class.</a:t>
            </a:r>
          </a:p>
        </p:txBody>
      </p:sp>
      <p:sp>
        <p:nvSpPr>
          <p:cNvPr id="3" name="Title 2">
            <a:extLst>
              <a:ext uri="{FF2B5EF4-FFF2-40B4-BE49-F238E27FC236}">
                <a16:creationId xmlns:a16="http://schemas.microsoft.com/office/drawing/2014/main" id="{E2D20041-4655-B7A1-D0F2-5EDCAD9F37B1}"/>
              </a:ext>
            </a:extLst>
          </p:cNvPr>
          <p:cNvSpPr>
            <a:spLocks noGrp="1"/>
          </p:cNvSpPr>
          <p:nvPr>
            <p:ph type="title"/>
          </p:nvPr>
        </p:nvSpPr>
        <p:spPr/>
        <p:txBody>
          <a:bodyPr/>
          <a:lstStyle/>
          <a:p>
            <a:r>
              <a:rPr lang="en-US" dirty="0"/>
              <a:t>Lab environment: Google </a:t>
            </a:r>
            <a:r>
              <a:rPr lang="en-US" dirty="0" err="1"/>
              <a:t>CoLab</a:t>
            </a:r>
            <a:endParaRPr lang="en-US" dirty="0"/>
          </a:p>
        </p:txBody>
      </p:sp>
    </p:spTree>
    <p:extLst>
      <p:ext uri="{BB962C8B-B14F-4D97-AF65-F5344CB8AC3E}">
        <p14:creationId xmlns:p14="http://schemas.microsoft.com/office/powerpoint/2010/main" val="9698487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33F6C-05A3-6EFB-C6E5-8BEB6781E72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9C912B-7656-F449-136B-98562F8FD814}"/>
              </a:ext>
            </a:extLst>
          </p:cNvPr>
          <p:cNvSpPr>
            <a:spLocks noGrp="1"/>
          </p:cNvSpPr>
          <p:nvPr>
            <p:ph idx="11"/>
          </p:nvPr>
        </p:nvSpPr>
        <p:spPr>
          <a:xfrm>
            <a:off x="609600" y="1744134"/>
            <a:ext cx="7315200" cy="3140475"/>
          </a:xfrm>
        </p:spPr>
        <p:txBody>
          <a:bodyPr/>
          <a:lstStyle/>
          <a:p>
            <a:pPr marL="457200" indent="-457200">
              <a:buAutoNum type="arabicPeriod"/>
            </a:pPr>
            <a:r>
              <a:rPr lang="en-US" dirty="0">
                <a:solidFill>
                  <a:schemeClr val="bg1">
                    <a:lumMod val="65000"/>
                  </a:schemeClr>
                </a:solidFill>
              </a:rPr>
              <a:t>Review </a:t>
            </a:r>
          </a:p>
          <a:p>
            <a:pPr marL="457200" indent="-457200">
              <a:buAutoNum type="arabicPeriod"/>
            </a:pPr>
            <a:r>
              <a:rPr lang="en-US" dirty="0">
                <a:solidFill>
                  <a:schemeClr val="bg1">
                    <a:lumMod val="65000"/>
                  </a:schemeClr>
                </a:solidFill>
              </a:rPr>
              <a:t>EDGAR Overview</a:t>
            </a:r>
          </a:p>
          <a:p>
            <a:pPr marL="457200" indent="-457200">
              <a:buAutoNum type="arabicPeriod"/>
            </a:pPr>
            <a:r>
              <a:rPr lang="en-US" b="1" dirty="0">
                <a:solidFill>
                  <a:schemeClr val="tx2"/>
                </a:solidFill>
              </a:rPr>
              <a:t>Class Exercises</a:t>
            </a:r>
          </a:p>
          <a:p>
            <a:pPr marL="1145100" lvl="1" indent="-457200">
              <a:buAutoNum type="arabicPeriod"/>
            </a:pPr>
            <a:r>
              <a:rPr lang="en-US" dirty="0" err="1">
                <a:solidFill>
                  <a:schemeClr val="bg1">
                    <a:lumMod val="65000"/>
                  </a:schemeClr>
                </a:solidFill>
              </a:rPr>
              <a:t>InLine</a:t>
            </a:r>
            <a:r>
              <a:rPr lang="en-US" dirty="0">
                <a:solidFill>
                  <a:schemeClr val="bg1">
                    <a:lumMod val="65000"/>
                  </a:schemeClr>
                </a:solidFill>
              </a:rPr>
              <a:t> XBRL (the human version)</a:t>
            </a:r>
          </a:p>
          <a:p>
            <a:pPr marL="1145100" lvl="1" indent="-457200">
              <a:buAutoNum type="arabicPeriod"/>
            </a:pPr>
            <a:r>
              <a:rPr lang="en-US" dirty="0">
                <a:solidFill>
                  <a:schemeClr val="bg1">
                    <a:lumMod val="65000"/>
                  </a:schemeClr>
                </a:solidFill>
              </a:rPr>
              <a:t>APIs (the computer version)</a:t>
            </a:r>
          </a:p>
          <a:p>
            <a:pPr marL="1145100" lvl="1" indent="-457200">
              <a:buFont typeface="Arial"/>
              <a:buAutoNum type="arabicPeriod"/>
            </a:pPr>
            <a:r>
              <a:rPr lang="en-US" b="1" dirty="0">
                <a:solidFill>
                  <a:schemeClr val="tx2"/>
                </a:solidFill>
              </a:rPr>
              <a:t>XBRL tags and common line items (discussion)</a:t>
            </a:r>
          </a:p>
          <a:p>
            <a:pPr marL="457200" indent="-457200">
              <a:buAutoNum type="arabicPeriod"/>
            </a:pPr>
            <a:r>
              <a:rPr lang="en-US" dirty="0"/>
              <a:t>Conclusion &amp; Look Ahead</a:t>
            </a:r>
          </a:p>
        </p:txBody>
      </p:sp>
      <p:sp>
        <p:nvSpPr>
          <p:cNvPr id="3" name="Title 2">
            <a:extLst>
              <a:ext uri="{FF2B5EF4-FFF2-40B4-BE49-F238E27FC236}">
                <a16:creationId xmlns:a16="http://schemas.microsoft.com/office/drawing/2014/main" id="{019CF07F-FBE1-A16B-EACC-0C6BEDFAF19E}"/>
              </a:ext>
            </a:extLst>
          </p:cNvPr>
          <p:cNvSpPr>
            <a:spLocks noGrp="1"/>
          </p:cNvSpPr>
          <p:nvPr>
            <p:ph type="title"/>
          </p:nvPr>
        </p:nvSpPr>
        <p:spPr/>
        <p:txBody>
          <a:bodyPr/>
          <a:lstStyle/>
          <a:p>
            <a:r>
              <a:rPr lang="en-US" dirty="0"/>
              <a:t>Agenda</a:t>
            </a:r>
          </a:p>
        </p:txBody>
      </p:sp>
    </p:spTree>
    <p:extLst>
      <p:ext uri="{BB962C8B-B14F-4D97-AF65-F5344CB8AC3E}">
        <p14:creationId xmlns:p14="http://schemas.microsoft.com/office/powerpoint/2010/main" val="27120343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D667EE2-5019-55BE-F037-B7EEC81AF35E}"/>
              </a:ext>
            </a:extLst>
          </p:cNvPr>
          <p:cNvSpPr>
            <a:spLocks noGrp="1"/>
          </p:cNvSpPr>
          <p:nvPr>
            <p:ph idx="11"/>
          </p:nvPr>
        </p:nvSpPr>
        <p:spPr>
          <a:xfrm>
            <a:off x="609600" y="1744134"/>
            <a:ext cx="9037674" cy="2239972"/>
          </a:xfrm>
        </p:spPr>
        <p:txBody>
          <a:bodyPr/>
          <a:lstStyle/>
          <a:p>
            <a:r>
              <a:rPr lang="en-US" dirty="0"/>
              <a:t>XBRL gives us extraordinarily rich accounting data. </a:t>
            </a:r>
          </a:p>
          <a:p>
            <a:endParaRPr lang="en-US" dirty="0"/>
          </a:p>
          <a:p>
            <a:r>
              <a:rPr lang="en-US" dirty="0"/>
              <a:t>But does having a tag mean we have a comparable accounting variable we can use in financial statement analysis?</a:t>
            </a:r>
          </a:p>
          <a:p>
            <a:endParaRPr lang="en-US" dirty="0"/>
          </a:p>
        </p:txBody>
      </p:sp>
      <p:sp>
        <p:nvSpPr>
          <p:cNvPr id="3" name="Title 2">
            <a:extLst>
              <a:ext uri="{FF2B5EF4-FFF2-40B4-BE49-F238E27FC236}">
                <a16:creationId xmlns:a16="http://schemas.microsoft.com/office/drawing/2014/main" id="{BA4CB678-CF61-059A-8915-30C5DAB1453F}"/>
              </a:ext>
            </a:extLst>
          </p:cNvPr>
          <p:cNvSpPr>
            <a:spLocks noGrp="1"/>
          </p:cNvSpPr>
          <p:nvPr>
            <p:ph type="title"/>
          </p:nvPr>
        </p:nvSpPr>
        <p:spPr/>
        <p:txBody>
          <a:bodyPr/>
          <a:lstStyle/>
          <a:p>
            <a:r>
              <a:rPr lang="en-US" dirty="0"/>
              <a:t>XBRL: Extract to Transform</a:t>
            </a:r>
          </a:p>
        </p:txBody>
      </p:sp>
    </p:spTree>
    <p:extLst>
      <p:ext uri="{BB962C8B-B14F-4D97-AF65-F5344CB8AC3E}">
        <p14:creationId xmlns:p14="http://schemas.microsoft.com/office/powerpoint/2010/main" val="42582928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E82756-8963-E80F-B14D-F6C188C44B58}"/>
              </a:ext>
            </a:extLst>
          </p:cNvPr>
          <p:cNvSpPr>
            <a:spLocks noGrp="1"/>
          </p:cNvSpPr>
          <p:nvPr>
            <p:ph idx="11"/>
          </p:nvPr>
        </p:nvSpPr>
        <p:spPr>
          <a:xfrm>
            <a:off x="609600" y="1744134"/>
            <a:ext cx="2119423" cy="477438"/>
          </a:xfrm>
        </p:spPr>
        <p:txBody>
          <a:bodyPr/>
          <a:lstStyle/>
          <a:p>
            <a:r>
              <a:rPr lang="en-US" dirty="0"/>
              <a:t>Yahoo finance</a:t>
            </a:r>
          </a:p>
        </p:txBody>
      </p:sp>
      <p:sp>
        <p:nvSpPr>
          <p:cNvPr id="3" name="Title 2">
            <a:extLst>
              <a:ext uri="{FF2B5EF4-FFF2-40B4-BE49-F238E27FC236}">
                <a16:creationId xmlns:a16="http://schemas.microsoft.com/office/drawing/2014/main" id="{E16BC0EA-1EAD-7D39-D3CC-65E5A274B8A5}"/>
              </a:ext>
            </a:extLst>
          </p:cNvPr>
          <p:cNvSpPr>
            <a:spLocks noGrp="1"/>
          </p:cNvSpPr>
          <p:nvPr>
            <p:ph type="title"/>
          </p:nvPr>
        </p:nvSpPr>
        <p:spPr/>
        <p:txBody>
          <a:bodyPr/>
          <a:lstStyle/>
          <a:p>
            <a:r>
              <a:rPr lang="en-US" dirty="0"/>
              <a:t>Compare with:</a:t>
            </a:r>
          </a:p>
        </p:txBody>
      </p:sp>
      <p:pic>
        <p:nvPicPr>
          <p:cNvPr id="5" name="Picture 4">
            <a:extLst>
              <a:ext uri="{FF2B5EF4-FFF2-40B4-BE49-F238E27FC236}">
                <a16:creationId xmlns:a16="http://schemas.microsoft.com/office/drawing/2014/main" id="{F23F1B7A-A110-D8DF-48D8-A4909F86C3B2}"/>
              </a:ext>
            </a:extLst>
          </p:cNvPr>
          <p:cNvPicPr>
            <a:picLocks noChangeAspect="1"/>
          </p:cNvPicPr>
          <p:nvPr/>
        </p:nvPicPr>
        <p:blipFill>
          <a:blip r:embed="rId2"/>
          <a:stretch>
            <a:fillRect/>
          </a:stretch>
        </p:blipFill>
        <p:spPr>
          <a:xfrm>
            <a:off x="4975488" y="0"/>
            <a:ext cx="7216512" cy="6858000"/>
          </a:xfrm>
          <a:prstGeom prst="rect">
            <a:avLst/>
          </a:prstGeom>
        </p:spPr>
      </p:pic>
      <p:sp>
        <p:nvSpPr>
          <p:cNvPr id="6" name="Left Brace 5">
            <a:extLst>
              <a:ext uri="{FF2B5EF4-FFF2-40B4-BE49-F238E27FC236}">
                <a16:creationId xmlns:a16="http://schemas.microsoft.com/office/drawing/2014/main" id="{97A805D6-5965-A265-FFC6-A7D5E4A9D166}"/>
              </a:ext>
            </a:extLst>
          </p:cNvPr>
          <p:cNvSpPr/>
          <p:nvPr/>
        </p:nvSpPr>
        <p:spPr>
          <a:xfrm>
            <a:off x="6096000" y="999460"/>
            <a:ext cx="191386" cy="935666"/>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Left Brace 7">
            <a:extLst>
              <a:ext uri="{FF2B5EF4-FFF2-40B4-BE49-F238E27FC236}">
                <a16:creationId xmlns:a16="http://schemas.microsoft.com/office/drawing/2014/main" id="{16BA8B12-0364-B5D0-C70C-CAC171CF885D}"/>
              </a:ext>
            </a:extLst>
          </p:cNvPr>
          <p:cNvSpPr/>
          <p:nvPr/>
        </p:nvSpPr>
        <p:spPr>
          <a:xfrm>
            <a:off x="5977304" y="2356579"/>
            <a:ext cx="310082" cy="1137988"/>
          </a:xfrm>
          <a:prstGeom prst="lef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6EDE80BA-9F5B-C78A-16AD-5D35E404F068}"/>
              </a:ext>
            </a:extLst>
          </p:cNvPr>
          <p:cNvCxnSpPr>
            <a:cxnSpLocks/>
          </p:cNvCxnSpPr>
          <p:nvPr/>
        </p:nvCxnSpPr>
        <p:spPr>
          <a:xfrm flipH="1">
            <a:off x="2883790" y="1417674"/>
            <a:ext cx="3084619" cy="124755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4E730BD-A2CA-7800-BE7F-D587B95B7C79}"/>
              </a:ext>
            </a:extLst>
          </p:cNvPr>
          <p:cNvCxnSpPr/>
          <p:nvPr/>
        </p:nvCxnSpPr>
        <p:spPr>
          <a:xfrm flipH="1">
            <a:off x="3366977" y="3005470"/>
            <a:ext cx="239587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94E20B4-FCE4-4CDD-9A65-2700AD0CC424}"/>
              </a:ext>
            </a:extLst>
          </p:cNvPr>
          <p:cNvSpPr txBox="1"/>
          <p:nvPr/>
        </p:nvSpPr>
        <p:spPr>
          <a:xfrm>
            <a:off x="1608692" y="2495107"/>
            <a:ext cx="1749390" cy="646331"/>
          </a:xfrm>
          <a:prstGeom prst="rect">
            <a:avLst/>
          </a:prstGeom>
          <a:noFill/>
        </p:spPr>
        <p:txBody>
          <a:bodyPr wrap="none" rtlCol="0">
            <a:spAutoFit/>
          </a:bodyPr>
          <a:lstStyle/>
          <a:p>
            <a:r>
              <a:rPr lang="en-US" dirty="0"/>
              <a:t>Operating</a:t>
            </a:r>
          </a:p>
          <a:p>
            <a:r>
              <a:rPr lang="en-US" dirty="0"/>
              <a:t>Non-operating</a:t>
            </a:r>
          </a:p>
        </p:txBody>
      </p:sp>
      <p:sp>
        <p:nvSpPr>
          <p:cNvPr id="15" name="TextBox 14">
            <a:extLst>
              <a:ext uri="{FF2B5EF4-FFF2-40B4-BE49-F238E27FC236}">
                <a16:creationId xmlns:a16="http://schemas.microsoft.com/office/drawing/2014/main" id="{27690100-1097-3480-FEE5-D24BB0AB44CE}"/>
              </a:ext>
            </a:extLst>
          </p:cNvPr>
          <p:cNvSpPr txBox="1"/>
          <p:nvPr/>
        </p:nvSpPr>
        <p:spPr>
          <a:xfrm>
            <a:off x="842226" y="4279502"/>
            <a:ext cx="3722686" cy="369332"/>
          </a:xfrm>
          <a:prstGeom prst="rect">
            <a:avLst/>
          </a:prstGeom>
          <a:noFill/>
        </p:spPr>
        <p:txBody>
          <a:bodyPr wrap="none" rtlCol="0">
            <a:spAutoFit/>
          </a:bodyPr>
          <a:lstStyle/>
          <a:p>
            <a:r>
              <a:rPr lang="en-US" dirty="0"/>
              <a:t>Other disaggregated information</a:t>
            </a:r>
          </a:p>
        </p:txBody>
      </p:sp>
      <p:cxnSp>
        <p:nvCxnSpPr>
          <p:cNvPr id="17" name="Straight Connector 16">
            <a:extLst>
              <a:ext uri="{FF2B5EF4-FFF2-40B4-BE49-F238E27FC236}">
                <a16:creationId xmlns:a16="http://schemas.microsoft.com/office/drawing/2014/main" id="{EEB33C16-4D38-CF7A-EC04-C14338273290}"/>
              </a:ext>
            </a:extLst>
          </p:cNvPr>
          <p:cNvCxnSpPr>
            <a:cxnSpLocks/>
          </p:cNvCxnSpPr>
          <p:nvPr/>
        </p:nvCxnSpPr>
        <p:spPr>
          <a:xfrm>
            <a:off x="1608692" y="3916020"/>
            <a:ext cx="5196145" cy="385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9F3B79B2-5578-25F4-4597-C0D679529181}"/>
              </a:ext>
            </a:extLst>
          </p:cNvPr>
          <p:cNvSpPr txBox="1"/>
          <p:nvPr/>
        </p:nvSpPr>
        <p:spPr>
          <a:xfrm>
            <a:off x="0" y="6368210"/>
            <a:ext cx="5196145" cy="338554"/>
          </a:xfrm>
          <a:prstGeom prst="rect">
            <a:avLst/>
          </a:prstGeom>
          <a:noFill/>
        </p:spPr>
        <p:txBody>
          <a:bodyPr wrap="square">
            <a:spAutoFit/>
          </a:bodyPr>
          <a:lstStyle/>
          <a:p>
            <a:r>
              <a:rPr lang="en-US" sz="1600" dirty="0">
                <a:hlinkClick r:id="rId3"/>
              </a:rPr>
              <a:t>https://finance.yahoo.com/quote/AAPL/financials/</a:t>
            </a:r>
            <a:endParaRPr lang="en-US" sz="1600" dirty="0"/>
          </a:p>
        </p:txBody>
      </p:sp>
    </p:spTree>
    <p:extLst>
      <p:ext uri="{BB962C8B-B14F-4D97-AF65-F5344CB8AC3E}">
        <p14:creationId xmlns:p14="http://schemas.microsoft.com/office/powerpoint/2010/main" val="36306490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801BC0-2CF6-23F0-C68A-A47F8B384535}"/>
              </a:ext>
            </a:extLst>
          </p:cNvPr>
          <p:cNvSpPr>
            <a:spLocks noGrp="1"/>
          </p:cNvSpPr>
          <p:nvPr>
            <p:ph idx="11"/>
          </p:nvPr>
        </p:nvSpPr>
        <p:spPr/>
        <p:txBody>
          <a:bodyPr/>
          <a:lstStyle/>
          <a:p>
            <a:endParaRPr lang="en-US"/>
          </a:p>
        </p:txBody>
      </p:sp>
      <p:sp>
        <p:nvSpPr>
          <p:cNvPr id="3" name="Title 2">
            <a:extLst>
              <a:ext uri="{FF2B5EF4-FFF2-40B4-BE49-F238E27FC236}">
                <a16:creationId xmlns:a16="http://schemas.microsoft.com/office/drawing/2014/main" id="{745670B0-43F3-CBDF-90AE-9A56CE7A98B0}"/>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5D164D74-DBBA-EC9E-C111-F856C8F06A12}"/>
              </a:ext>
            </a:extLst>
          </p:cNvPr>
          <p:cNvPicPr>
            <a:picLocks noChangeAspect="1"/>
          </p:cNvPicPr>
          <p:nvPr/>
        </p:nvPicPr>
        <p:blipFill>
          <a:blip r:embed="rId2"/>
          <a:stretch>
            <a:fillRect/>
          </a:stretch>
        </p:blipFill>
        <p:spPr>
          <a:xfrm>
            <a:off x="437360" y="205803"/>
            <a:ext cx="11317279" cy="6077798"/>
          </a:xfrm>
          <a:prstGeom prst="rect">
            <a:avLst/>
          </a:prstGeom>
        </p:spPr>
      </p:pic>
    </p:spTree>
    <p:extLst>
      <p:ext uri="{BB962C8B-B14F-4D97-AF65-F5344CB8AC3E}">
        <p14:creationId xmlns:p14="http://schemas.microsoft.com/office/powerpoint/2010/main" val="11477404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3E9EE9D-1E6D-1195-CA3A-AAE42448071D}"/>
              </a:ext>
            </a:extLst>
          </p:cNvPr>
          <p:cNvSpPr>
            <a:spLocks noGrp="1"/>
          </p:cNvSpPr>
          <p:nvPr>
            <p:ph idx="11"/>
          </p:nvPr>
        </p:nvSpPr>
        <p:spPr/>
        <p:txBody>
          <a:bodyPr/>
          <a:lstStyle/>
          <a:p>
            <a:endParaRPr lang="en-US"/>
          </a:p>
        </p:txBody>
      </p:sp>
      <p:sp>
        <p:nvSpPr>
          <p:cNvPr id="3" name="Title 2">
            <a:extLst>
              <a:ext uri="{FF2B5EF4-FFF2-40B4-BE49-F238E27FC236}">
                <a16:creationId xmlns:a16="http://schemas.microsoft.com/office/drawing/2014/main" id="{FAFBAFCC-7F69-7211-9980-CA174F1CE6B8}"/>
              </a:ext>
            </a:extLst>
          </p:cNvPr>
          <p:cNvSpPr>
            <a:spLocks noGrp="1"/>
          </p:cNvSpPr>
          <p:nvPr>
            <p:ph type="title"/>
          </p:nvPr>
        </p:nvSpPr>
        <p:spPr/>
        <p:txBody>
          <a:bodyPr/>
          <a:lstStyle/>
          <a:p>
            <a:endParaRPr lang="en-US"/>
          </a:p>
        </p:txBody>
      </p:sp>
      <p:pic>
        <p:nvPicPr>
          <p:cNvPr id="5" name="Picture 4">
            <a:extLst>
              <a:ext uri="{FF2B5EF4-FFF2-40B4-BE49-F238E27FC236}">
                <a16:creationId xmlns:a16="http://schemas.microsoft.com/office/drawing/2014/main" id="{F50AC32C-4AAD-9B46-2CB6-EB0EDE08954D}"/>
              </a:ext>
            </a:extLst>
          </p:cNvPr>
          <p:cNvPicPr>
            <a:picLocks noChangeAspect="1"/>
          </p:cNvPicPr>
          <p:nvPr/>
        </p:nvPicPr>
        <p:blipFill>
          <a:blip r:embed="rId2"/>
          <a:stretch>
            <a:fillRect/>
          </a:stretch>
        </p:blipFill>
        <p:spPr>
          <a:xfrm>
            <a:off x="380202" y="623496"/>
            <a:ext cx="11431595" cy="5611008"/>
          </a:xfrm>
          <a:prstGeom prst="rect">
            <a:avLst/>
          </a:prstGeom>
        </p:spPr>
      </p:pic>
    </p:spTree>
    <p:extLst>
      <p:ext uri="{BB962C8B-B14F-4D97-AF65-F5344CB8AC3E}">
        <p14:creationId xmlns:p14="http://schemas.microsoft.com/office/powerpoint/2010/main" val="27647988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E22C5F-7ADC-96D7-C434-49B1C5CF3C49}"/>
              </a:ext>
            </a:extLst>
          </p:cNvPr>
          <p:cNvSpPr>
            <a:spLocks noGrp="1"/>
          </p:cNvSpPr>
          <p:nvPr>
            <p:ph idx="11"/>
          </p:nvPr>
        </p:nvSpPr>
        <p:spPr>
          <a:xfrm>
            <a:off x="609600" y="1744134"/>
            <a:ext cx="7315200" cy="908454"/>
          </a:xfrm>
        </p:spPr>
        <p:txBody>
          <a:bodyPr/>
          <a:lstStyle/>
          <a:p>
            <a:r>
              <a:rPr lang="en-US" dirty="0"/>
              <a:t>Which accounting concepts should be relatively easy to standardize across companies, and which should be difficult?</a:t>
            </a:r>
          </a:p>
        </p:txBody>
      </p:sp>
      <p:sp>
        <p:nvSpPr>
          <p:cNvPr id="3" name="Title 2">
            <a:extLst>
              <a:ext uri="{FF2B5EF4-FFF2-40B4-BE49-F238E27FC236}">
                <a16:creationId xmlns:a16="http://schemas.microsoft.com/office/drawing/2014/main" id="{53C096EA-3C51-4343-51B8-646D02A4F2DB}"/>
              </a:ext>
            </a:extLst>
          </p:cNvPr>
          <p:cNvSpPr>
            <a:spLocks noGrp="1"/>
          </p:cNvSpPr>
          <p:nvPr>
            <p:ph type="title"/>
          </p:nvPr>
        </p:nvSpPr>
        <p:spPr/>
        <p:txBody>
          <a:bodyPr/>
          <a:lstStyle/>
          <a:p>
            <a:r>
              <a:rPr lang="en-US" dirty="0"/>
              <a:t>Extract to Transform Question</a:t>
            </a:r>
          </a:p>
        </p:txBody>
      </p:sp>
    </p:spTree>
    <p:extLst>
      <p:ext uri="{BB962C8B-B14F-4D97-AF65-F5344CB8AC3E}">
        <p14:creationId xmlns:p14="http://schemas.microsoft.com/office/powerpoint/2010/main" val="14708748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AA30C-7D65-08A4-790F-3A062B632C6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1EEB8C0-7BBF-1654-8D2B-04A59C937F34}"/>
              </a:ext>
            </a:extLst>
          </p:cNvPr>
          <p:cNvSpPr>
            <a:spLocks noGrp="1"/>
          </p:cNvSpPr>
          <p:nvPr>
            <p:ph idx="11"/>
          </p:nvPr>
        </p:nvSpPr>
        <p:spPr>
          <a:xfrm>
            <a:off x="609600" y="1744134"/>
            <a:ext cx="7315200" cy="3140475"/>
          </a:xfrm>
        </p:spPr>
        <p:txBody>
          <a:bodyPr/>
          <a:lstStyle/>
          <a:p>
            <a:pPr marL="457200" indent="-457200">
              <a:buAutoNum type="arabicPeriod"/>
            </a:pPr>
            <a:r>
              <a:rPr lang="en-US" dirty="0">
                <a:solidFill>
                  <a:schemeClr val="bg1">
                    <a:lumMod val="65000"/>
                  </a:schemeClr>
                </a:solidFill>
              </a:rPr>
              <a:t>Review </a:t>
            </a:r>
          </a:p>
          <a:p>
            <a:pPr marL="457200" indent="-457200">
              <a:buAutoNum type="arabicPeriod"/>
            </a:pPr>
            <a:r>
              <a:rPr lang="en-US" dirty="0">
                <a:solidFill>
                  <a:schemeClr val="bg1">
                    <a:lumMod val="65000"/>
                  </a:schemeClr>
                </a:solidFill>
              </a:rPr>
              <a:t>EDGAR Overview</a:t>
            </a:r>
          </a:p>
          <a:p>
            <a:pPr marL="457200" indent="-457200">
              <a:buAutoNum type="arabicPeriod"/>
            </a:pPr>
            <a:r>
              <a:rPr lang="en-US" dirty="0">
                <a:solidFill>
                  <a:schemeClr val="bg1">
                    <a:lumMod val="65000"/>
                  </a:schemeClr>
                </a:solidFill>
              </a:rPr>
              <a:t>Class Exercises</a:t>
            </a:r>
          </a:p>
          <a:p>
            <a:pPr marL="1145100" lvl="1" indent="-457200">
              <a:buAutoNum type="arabicPeriod"/>
            </a:pPr>
            <a:r>
              <a:rPr lang="en-US" dirty="0" err="1">
                <a:solidFill>
                  <a:schemeClr val="bg1">
                    <a:lumMod val="65000"/>
                  </a:schemeClr>
                </a:solidFill>
              </a:rPr>
              <a:t>InLine</a:t>
            </a:r>
            <a:r>
              <a:rPr lang="en-US" dirty="0">
                <a:solidFill>
                  <a:schemeClr val="bg1">
                    <a:lumMod val="65000"/>
                  </a:schemeClr>
                </a:solidFill>
              </a:rPr>
              <a:t> XBRL (the human version)</a:t>
            </a:r>
          </a:p>
          <a:p>
            <a:pPr marL="1145100" lvl="1" indent="-457200">
              <a:buAutoNum type="arabicPeriod"/>
            </a:pPr>
            <a:r>
              <a:rPr lang="en-US" dirty="0">
                <a:solidFill>
                  <a:schemeClr val="bg1">
                    <a:lumMod val="65000"/>
                  </a:schemeClr>
                </a:solidFill>
              </a:rPr>
              <a:t>APIs (the computer version)</a:t>
            </a:r>
          </a:p>
          <a:p>
            <a:pPr marL="1145100" lvl="1" indent="-457200">
              <a:buFont typeface="Arial"/>
              <a:buAutoNum type="arabicPeriod"/>
            </a:pPr>
            <a:r>
              <a:rPr lang="en-US" dirty="0">
                <a:solidFill>
                  <a:schemeClr val="bg1">
                    <a:lumMod val="65000"/>
                  </a:schemeClr>
                </a:solidFill>
              </a:rPr>
              <a:t>XBRL tags and common line items (discussion)</a:t>
            </a:r>
          </a:p>
          <a:p>
            <a:pPr marL="457200" indent="-457200">
              <a:buAutoNum type="arabicPeriod"/>
            </a:pPr>
            <a:r>
              <a:rPr lang="en-US" b="1" dirty="0">
                <a:solidFill>
                  <a:schemeClr val="tx2"/>
                </a:solidFill>
              </a:rPr>
              <a:t>Conclusion &amp; Look Ahead</a:t>
            </a:r>
          </a:p>
        </p:txBody>
      </p:sp>
      <p:sp>
        <p:nvSpPr>
          <p:cNvPr id="3" name="Title 2">
            <a:extLst>
              <a:ext uri="{FF2B5EF4-FFF2-40B4-BE49-F238E27FC236}">
                <a16:creationId xmlns:a16="http://schemas.microsoft.com/office/drawing/2014/main" id="{7A5C240D-92A3-FF93-B570-91DD52404D0F}"/>
              </a:ext>
            </a:extLst>
          </p:cNvPr>
          <p:cNvSpPr>
            <a:spLocks noGrp="1"/>
          </p:cNvSpPr>
          <p:nvPr>
            <p:ph type="title"/>
          </p:nvPr>
        </p:nvSpPr>
        <p:spPr/>
        <p:txBody>
          <a:bodyPr/>
          <a:lstStyle/>
          <a:p>
            <a:r>
              <a:rPr lang="en-US" dirty="0"/>
              <a:t>Agenda</a:t>
            </a:r>
          </a:p>
        </p:txBody>
      </p:sp>
    </p:spTree>
    <p:extLst>
      <p:ext uri="{BB962C8B-B14F-4D97-AF65-F5344CB8AC3E}">
        <p14:creationId xmlns:p14="http://schemas.microsoft.com/office/powerpoint/2010/main" val="10888304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6CEEB-4368-7AED-AF05-789F70A6C776}"/>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10EE93C-4EF2-6967-EB74-EE104F0B57B4}"/>
              </a:ext>
            </a:extLst>
          </p:cNvPr>
          <p:cNvPicPr>
            <a:picLocks noGrp="1" noChangeAspect="1"/>
          </p:cNvPicPr>
          <p:nvPr>
            <p:ph idx="11"/>
          </p:nvPr>
        </p:nvPicPr>
        <p:blipFill>
          <a:blip r:embed="rId2">
            <a:extLst>
              <a:ext uri="{28A0092B-C50C-407E-A947-70E740481C1C}">
                <a14:useLocalDpi xmlns:a14="http://schemas.microsoft.com/office/drawing/2010/main" val="0"/>
              </a:ext>
            </a:extLst>
          </a:blip>
          <a:stretch>
            <a:fillRect/>
          </a:stretch>
        </p:blipFill>
        <p:spPr>
          <a:xfrm>
            <a:off x="602542" y="68263"/>
            <a:ext cx="10986915" cy="6180137"/>
          </a:xfrm>
          <a:prstGeom prst="rect">
            <a:avLst/>
          </a:prstGeom>
          <a:noFill/>
        </p:spPr>
      </p:pic>
    </p:spTree>
    <p:extLst>
      <p:ext uri="{BB962C8B-B14F-4D97-AF65-F5344CB8AC3E}">
        <p14:creationId xmlns:p14="http://schemas.microsoft.com/office/powerpoint/2010/main" val="5706563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25F03-0DF8-1984-8D11-C9E4B70A0291}"/>
            </a:ext>
          </a:extLst>
        </p:cNvPr>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DE0E289-0161-1503-061D-BD272D3C70B2}"/>
              </a:ext>
            </a:extLst>
          </p:cNvPr>
          <p:cNvPicPr>
            <a:picLocks noGrp="1" noChangeAspect="1"/>
          </p:cNvPicPr>
          <p:nvPr>
            <p:ph idx="11"/>
          </p:nvPr>
        </p:nvPicPr>
        <p:blipFill>
          <a:blip r:embed="rId2">
            <a:extLst>
              <a:ext uri="{28A0092B-C50C-407E-A947-70E740481C1C}">
                <a14:useLocalDpi xmlns:a14="http://schemas.microsoft.com/office/drawing/2010/main" val="0"/>
              </a:ext>
            </a:extLst>
          </a:blip>
          <a:srcRect l="803" r="2512" b="1"/>
          <a:stretch>
            <a:fillRect/>
          </a:stretch>
        </p:blipFill>
        <p:spPr>
          <a:xfrm>
            <a:off x="241300" y="61175"/>
            <a:ext cx="11950700" cy="6180137"/>
          </a:xfrm>
          <a:prstGeom prst="rect">
            <a:avLst/>
          </a:prstGeom>
          <a:noFill/>
        </p:spPr>
      </p:pic>
    </p:spTree>
    <p:extLst>
      <p:ext uri="{BB962C8B-B14F-4D97-AF65-F5344CB8AC3E}">
        <p14:creationId xmlns:p14="http://schemas.microsoft.com/office/powerpoint/2010/main" val="39123613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343B51B-0A83-EDC8-5496-64D3A58ABEEB}"/>
              </a:ext>
            </a:extLst>
          </p:cNvPr>
          <p:cNvSpPr>
            <a:spLocks noGrp="1"/>
          </p:cNvSpPr>
          <p:nvPr>
            <p:ph idx="11"/>
          </p:nvPr>
        </p:nvSpPr>
        <p:spPr>
          <a:xfrm>
            <a:off x="609599" y="1744134"/>
            <a:ext cx="9712569" cy="4068165"/>
          </a:xfrm>
        </p:spPr>
        <p:txBody>
          <a:bodyPr/>
          <a:lstStyle/>
          <a:p>
            <a:pPr>
              <a:spcAft>
                <a:spcPts val="700"/>
              </a:spcAft>
              <a:defRPr sz="2000"/>
            </a:pPr>
            <a:r>
              <a:rPr lang="en-US" dirty="0"/>
              <a:t>Today's key takeaway: </a:t>
            </a:r>
            <a:r>
              <a:rPr lang="en-US" b="1" dirty="0"/>
              <a:t>We need to get comfortable with complex data extraction and transformations.</a:t>
            </a:r>
          </a:p>
          <a:p>
            <a:pPr marL="342900" indent="-342900">
              <a:spcAft>
                <a:spcPts val="700"/>
              </a:spcAft>
              <a:buFont typeface="Arial" panose="020B0604020202020204" pitchFamily="34" charset="0"/>
              <a:buChar char="•"/>
              <a:defRPr sz="2000"/>
            </a:pPr>
            <a:endParaRPr lang="en-US" dirty="0"/>
          </a:p>
          <a:p>
            <a:pPr marL="342900" indent="-342900">
              <a:spcAft>
                <a:spcPts val="700"/>
              </a:spcAft>
              <a:buFont typeface="Arial" panose="020B0604020202020204" pitchFamily="34" charset="0"/>
              <a:buChar char="•"/>
              <a:defRPr sz="2000"/>
            </a:pPr>
            <a:r>
              <a:rPr lang="en-US" dirty="0"/>
              <a:t>APIs automate a data extraction process (compare to copy and pasting info from the 10-K).</a:t>
            </a:r>
          </a:p>
          <a:p>
            <a:pPr marL="342900" indent="-342900">
              <a:spcAft>
                <a:spcPts val="700"/>
              </a:spcAft>
              <a:buFont typeface="Arial" panose="020B0604020202020204" pitchFamily="34" charset="0"/>
              <a:buChar char="•"/>
              <a:defRPr sz="2000"/>
            </a:pPr>
            <a:r>
              <a:rPr lang="en-US" dirty="0"/>
              <a:t>Understanding how to transform automated extraction mechanisms gives us a powerful set of data analytic ETL tools.</a:t>
            </a:r>
          </a:p>
          <a:p>
            <a:endParaRPr lang="en-US" dirty="0"/>
          </a:p>
        </p:txBody>
      </p:sp>
      <p:sp>
        <p:nvSpPr>
          <p:cNvPr id="3" name="Title 2">
            <a:extLst>
              <a:ext uri="{FF2B5EF4-FFF2-40B4-BE49-F238E27FC236}">
                <a16:creationId xmlns:a16="http://schemas.microsoft.com/office/drawing/2014/main" id="{8DD6B6A5-AB1F-874C-8C41-DE2C18593307}"/>
              </a:ext>
            </a:extLst>
          </p:cNvPr>
          <p:cNvSpPr>
            <a:spLocks noGrp="1"/>
          </p:cNvSpPr>
          <p:nvPr>
            <p:ph type="title"/>
          </p:nvPr>
        </p:nvSpPr>
        <p:spPr/>
        <p:txBody>
          <a:bodyPr/>
          <a:lstStyle/>
          <a:p>
            <a:r>
              <a:rPr lang="en-US" dirty="0"/>
              <a:t>Summary</a:t>
            </a:r>
          </a:p>
        </p:txBody>
      </p:sp>
    </p:spTree>
    <p:extLst>
      <p:ext uri="{BB962C8B-B14F-4D97-AF65-F5344CB8AC3E}">
        <p14:creationId xmlns:p14="http://schemas.microsoft.com/office/powerpoint/2010/main" val="31188629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84B59F3-FA70-48A1-8B0F-551483EAAA2F}"/>
              </a:ext>
            </a:extLst>
          </p:cNvPr>
          <p:cNvSpPr>
            <a:spLocks noGrp="1"/>
          </p:cNvSpPr>
          <p:nvPr/>
        </p:nvSpPr>
        <p:spPr>
          <a:xfrm>
            <a:off x="628650" y="638175"/>
            <a:ext cx="10896600" cy="609600"/>
          </a:xfrm>
          <a:prstGeom prst="rect">
            <a:avLst/>
          </a:prstGeom>
          <a:noFill/>
          <a:ln w="0">
            <a:noFill/>
          </a:ln>
        </p:spPr>
        <p:txBody>
          <a:bodyPr>
            <a:noAutofit/>
          </a:bodyPr>
          <a:lstStyle/>
          <a:p>
            <a:pPr>
              <a:defRPr sz="3000" b="1">
                <a:solidFill>
                  <a:srgbClr val="4B2E83"/>
                </a:solidFill>
                <a:latin typeface="Segoe UI"/>
                <a:ea typeface="Segoe UI"/>
                <a:cs typeface="Segoe UI"/>
              </a:defRPr>
            </a:pPr>
            <a:r>
              <a:rPr lang="en-US" sz="3000" b="1" dirty="0">
                <a:solidFill>
                  <a:srgbClr val="4B2E83"/>
                </a:solidFill>
                <a:latin typeface="Segoe UI"/>
                <a:ea typeface="Segoe UI"/>
                <a:cs typeface="Segoe UI"/>
              </a:rPr>
              <a:t>N</a:t>
            </a:r>
            <a:r>
              <a:rPr sz="3000" b="1" dirty="0">
                <a:solidFill>
                  <a:srgbClr val="4B2E83"/>
                </a:solidFill>
                <a:latin typeface="Segoe UI"/>
                <a:ea typeface="Segoe UI"/>
                <a:cs typeface="Segoe UI"/>
              </a:rPr>
              <a:t>ext steps</a:t>
            </a:r>
          </a:p>
        </p:txBody>
      </p:sp>
      <p:sp>
        <p:nvSpPr>
          <p:cNvPr id="2" name="Rectangle 1">
            <a:extLst>
              <a:ext uri="{FF2B5EF4-FFF2-40B4-BE49-F238E27FC236}">
                <a16:creationId xmlns:a16="http://schemas.microsoft.com/office/drawing/2014/main" id="{11EC96EB-8371-4B7E-A0C3-573FD660BBA7}"/>
              </a:ext>
            </a:extLst>
          </p:cNvPr>
          <p:cNvSpPr>
            <a:spLocks noGrp="1"/>
          </p:cNvSpPr>
          <p:nvPr/>
        </p:nvSpPr>
        <p:spPr>
          <a:xfrm>
            <a:off x="723900" y="1571625"/>
            <a:ext cx="10668000" cy="666750"/>
          </a:xfrm>
          <a:prstGeom prst="rect">
            <a:avLst/>
          </a:prstGeom>
          <a:noFill/>
          <a:ln w="0">
            <a:noFill/>
          </a:ln>
        </p:spPr>
        <p:txBody>
          <a:bodyPr>
            <a:noAutofit/>
          </a:bodyPr>
          <a:lstStyle/>
          <a:p>
            <a:r>
              <a:rPr lang="en-US" sz="2100" dirty="0">
                <a:solidFill>
                  <a:srgbClr val="212529"/>
                </a:solidFill>
                <a:latin typeface="Segoe UI"/>
                <a:ea typeface="Segoe UI"/>
                <a:cs typeface="Segoe UI"/>
              </a:rPr>
              <a:t>Next topic: </a:t>
            </a:r>
            <a:r>
              <a:rPr lang="en-US" b="1" dirty="0"/>
              <a:t>The ETL process: Relational Databases</a:t>
            </a:r>
          </a:p>
          <a:p>
            <a:endParaRPr lang="en-US" b="1" dirty="0"/>
          </a:p>
          <a:p>
            <a:pPr marL="285750" indent="-285750">
              <a:buFont typeface="Arial" panose="020B0604020202020204" pitchFamily="34" charset="0"/>
              <a:buChar char="•"/>
            </a:pPr>
            <a:r>
              <a:rPr lang="en-US" dirty="0"/>
              <a:t>A Core Data Analytic Skill, for joining, querying and summarizing data</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Develops data skills with SQL and SQL queries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Introduce </a:t>
            </a:r>
            <a:r>
              <a:rPr lang="en-US" dirty="0" err="1"/>
              <a:t>VSCode</a:t>
            </a:r>
            <a:r>
              <a:rPr lang="en-US" dirty="0"/>
              <a:t> as a utility software tool, and </a:t>
            </a:r>
            <a:r>
              <a:rPr lang="en-US" dirty="0" err="1"/>
              <a:t>PowerBI</a:t>
            </a:r>
            <a:r>
              <a:rPr lang="en-US" dirty="0"/>
              <a:t> as an </a:t>
            </a:r>
            <a:r>
              <a:rPr lang="en-US"/>
              <a:t>alternative join approach</a:t>
            </a:r>
            <a:endParaRPr lang="en-US" dirty="0"/>
          </a:p>
        </p:txBody>
      </p:sp>
      <p:sp>
        <p:nvSpPr>
          <p:cNvPr id="4" name="Rectangle 3">
            <a:extLst>
              <a:ext uri="{FF2B5EF4-FFF2-40B4-BE49-F238E27FC236}">
                <a16:creationId xmlns:a16="http://schemas.microsoft.com/office/drawing/2014/main" id="{D52BDF1C-957F-4AAB-ABE6-0C863FA7B0C5}"/>
              </a:ext>
            </a:extLst>
          </p:cNvPr>
          <p:cNvSpPr>
            <a:spLocks noGrp="1"/>
          </p:cNvSpPr>
          <p:nvPr/>
        </p:nvSpPr>
        <p:spPr>
          <a:xfrm>
            <a:off x="723900" y="4172172"/>
            <a:ext cx="10668000" cy="666750"/>
          </a:xfrm>
          <a:prstGeom prst="rect">
            <a:avLst/>
          </a:prstGeom>
          <a:noFill/>
          <a:ln w="0">
            <a:noFill/>
          </a:ln>
        </p:spPr>
        <p:txBody>
          <a:bodyPr>
            <a:noAutofit/>
          </a:bodyPr>
          <a:lstStyle/>
          <a:p>
            <a:pPr algn="ctr">
              <a:defRPr sz="2100" b="0">
                <a:solidFill>
                  <a:srgbClr val="917B4C"/>
                </a:solidFill>
                <a:latin typeface="Segoe UI"/>
                <a:ea typeface="Segoe UI"/>
                <a:cs typeface="Segoe UI"/>
              </a:defRPr>
            </a:pPr>
            <a:r>
              <a:rPr lang="en-US" sz="2100" b="0" dirty="0">
                <a:solidFill>
                  <a:srgbClr val="917B4C"/>
                </a:solidFill>
                <a:latin typeface="Segoe UI"/>
                <a:ea typeface="Segoe UI"/>
                <a:cs typeface="Segoe UI"/>
              </a:rPr>
              <a:t>Thank you!</a:t>
            </a:r>
            <a:endParaRPr sz="2100" b="0" dirty="0">
              <a:solidFill>
                <a:srgbClr val="917B4C"/>
              </a:solidFill>
              <a:latin typeface="Segoe UI"/>
              <a:ea typeface="Segoe UI"/>
              <a:cs typeface="Segoe UI"/>
            </a:endParaRPr>
          </a:p>
        </p:txBody>
      </p:sp>
    </p:spTree>
    <p:extLst>
      <p:ext uri="{BB962C8B-B14F-4D97-AF65-F5344CB8AC3E}">
        <p14:creationId xmlns:p14="http://schemas.microsoft.com/office/powerpoint/2010/main" val="2931208946"/>
      </p:ext>
    </p:extLst>
  </p:cSld>
  <p:clrMapOvr>
    <a:masterClrMapping/>
  </p:clrMapOvr>
</p:sld>
</file>

<file path=ppt/theme/theme1.xml><?xml version="1.0" encoding="utf-8"?>
<a:theme xmlns:a="http://schemas.openxmlformats.org/drawingml/2006/main" name="W Foster MBA Career Mgmt">
  <a:themeElements>
    <a:clrScheme name="2024 FOSTER 2">
      <a:dk1>
        <a:srgbClr val="000000"/>
      </a:dk1>
      <a:lt1>
        <a:srgbClr val="FFFFFF"/>
      </a:lt1>
      <a:dk2>
        <a:srgbClr val="32006E"/>
      </a:dk2>
      <a:lt2>
        <a:srgbClr val="F5F5F9"/>
      </a:lt2>
      <a:accent1>
        <a:srgbClr val="B7A579"/>
      </a:accent1>
      <a:accent2>
        <a:srgbClr val="8C51FF"/>
      </a:accent2>
      <a:accent3>
        <a:srgbClr val="917B4C"/>
      </a:accent3>
      <a:accent4>
        <a:srgbClr val="000000"/>
      </a:accent4>
      <a:accent5>
        <a:srgbClr val="CACACA"/>
      </a:accent5>
      <a:accent6>
        <a:srgbClr val="E8E8E8"/>
      </a:accent6>
      <a:hlink>
        <a:srgbClr val="0000DE"/>
      </a:hlink>
      <a:folHlink>
        <a:srgbClr val="4B2E84"/>
      </a:folHlink>
    </a:clrScheme>
    <a:fontScheme name="Custom 1">
      <a:majorFont>
        <a:latin typeface="Encode Sans Normal"/>
        <a:ea typeface=""/>
        <a:cs typeface=""/>
      </a:majorFont>
      <a:minorFont>
        <a:latin typeface="Open Sans"/>
        <a:ea typeface=""/>
        <a:cs typeface=""/>
      </a:minorFont>
    </a:fontScheme>
    <a:fmtScheme name="2024 FOSTER 2">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 Foster MBA Career Mgmt">
  <a:themeElements>
    <a:clrScheme name="2024 FOSTER 2">
      <a:dk1>
        <a:srgbClr val="000000"/>
      </a:dk1>
      <a:lt1>
        <a:srgbClr val="FFFFFF"/>
      </a:lt1>
      <a:dk2>
        <a:srgbClr val="32006E"/>
      </a:dk2>
      <a:lt2>
        <a:srgbClr val="F5F5F9"/>
      </a:lt2>
      <a:accent1>
        <a:srgbClr val="B7A579"/>
      </a:accent1>
      <a:accent2>
        <a:srgbClr val="8C51FF"/>
      </a:accent2>
      <a:accent3>
        <a:srgbClr val="917B4C"/>
      </a:accent3>
      <a:accent4>
        <a:srgbClr val="000000"/>
      </a:accent4>
      <a:accent5>
        <a:srgbClr val="CACACA"/>
      </a:accent5>
      <a:accent6>
        <a:srgbClr val="E8E8E8"/>
      </a:accent6>
      <a:hlink>
        <a:srgbClr val="0000DE"/>
      </a:hlink>
      <a:folHlink>
        <a:srgbClr val="4B2E84"/>
      </a:folHlink>
    </a:clrScheme>
    <a:fontScheme name="Custom 1">
      <a:majorFont>
        <a:latin typeface="Encode Sans Normal"/>
        <a:ea typeface=""/>
        <a:cs typeface=""/>
      </a:majorFont>
      <a:minorFont>
        <a:latin typeface="Open Sans"/>
        <a:ea typeface=""/>
        <a:cs typeface=""/>
      </a:minorFont>
    </a:fontScheme>
    <a:fmtScheme name="2024 FOSTER 2">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704735CF7814E419237D188CCA99D12" ma:contentTypeVersion="19" ma:contentTypeDescription="Create a new document." ma:contentTypeScope="" ma:versionID="d31b84baf1c1d87e10c4f1864579c1ec">
  <xsd:schema xmlns:xsd="http://www.w3.org/2001/XMLSchema" xmlns:xs="http://www.w3.org/2001/XMLSchema" xmlns:p="http://schemas.microsoft.com/office/2006/metadata/properties" xmlns:ns3="5c288162-3a0f-49b6-8fe2-59156172891e" xmlns:ns4="f8a977ae-6c68-4349-a9b4-32a805694cd6" targetNamespace="http://schemas.microsoft.com/office/2006/metadata/properties" ma:root="true" ma:fieldsID="36f997f5c1c69f924829323a5a1b6a65" ns3:_="" ns4:_="">
    <xsd:import namespace="5c288162-3a0f-49b6-8fe2-59156172891e"/>
    <xsd:import namespace="f8a977ae-6c68-4349-a9b4-32a805694cd6"/>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EventHashCode" minOccurs="0"/>
                <xsd:element ref="ns3:MediaServiceGenerationTime" minOccurs="0"/>
                <xsd:element ref="ns3:MediaServiceDateTaken" minOccurs="0"/>
                <xsd:element ref="ns3:MediaServiceAutoTags" minOccurs="0"/>
                <xsd:element ref="ns3:MediaServiceLocation" minOccurs="0"/>
                <xsd:element ref="ns3:MediaServiceOCR" minOccurs="0"/>
                <xsd:element ref="ns3:MediaServiceAutoKeyPoints" minOccurs="0"/>
                <xsd:element ref="ns3:MediaServiceKeyPoints" minOccurs="0"/>
                <xsd:element ref="ns3:MediaLengthInSeconds" minOccurs="0"/>
                <xsd:element ref="ns3:_activity" minOccurs="0"/>
                <xsd:element ref="ns3:MediaServiceSearchProperties" minOccurs="0"/>
                <xsd:element ref="ns3:MediaServiceObjectDetectorVersions" minOccurs="0"/>
                <xsd:element ref="ns3:MediaServiceSystemTag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c288162-3a0f-49b6-8fe2-5915617289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ystemTags" ma:index="25" nillable="true" ma:displayName="MediaServiceSystemTags" ma:hidden="true" ma:internalName="MediaServiceSystemTag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8a977ae-6c68-4349-a9b4-32a805694cd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5c288162-3a0f-49b6-8fe2-59156172891e" xsi:nil="true"/>
  </documentManagement>
</p:properties>
</file>

<file path=customXml/itemProps1.xml><?xml version="1.0" encoding="utf-8"?>
<ds:datastoreItem xmlns:ds="http://schemas.openxmlformats.org/officeDocument/2006/customXml" ds:itemID="{78C65EC0-0C53-47CE-9570-E8AE06BB59D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c288162-3a0f-49b6-8fe2-59156172891e"/>
    <ds:schemaRef ds:uri="f8a977ae-6c68-4349-a9b4-32a805694cd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D22BE40-0D91-48D4-87BE-D7A082BAFAD0}">
  <ds:schemaRefs>
    <ds:schemaRef ds:uri="http://schemas.microsoft.com/sharepoint/v3/contenttype/forms"/>
  </ds:schemaRefs>
</ds:datastoreItem>
</file>

<file path=customXml/itemProps3.xml><?xml version="1.0" encoding="utf-8"?>
<ds:datastoreItem xmlns:ds="http://schemas.openxmlformats.org/officeDocument/2006/customXml" ds:itemID="{EA01661A-0F68-460B-8F55-68504EBEB764}">
  <ds:schemaRefs>
    <ds:schemaRef ds:uri="f8a977ae-6c68-4349-a9b4-32a805694cd6"/>
    <ds:schemaRef ds:uri="http://schemas.microsoft.com/office/2006/documentManagement/types"/>
    <ds:schemaRef ds:uri="http://purl.org/dc/terms/"/>
    <ds:schemaRef ds:uri="http://schemas.microsoft.com/office/infopath/2007/PartnerControls"/>
    <ds:schemaRef ds:uri="http://purl.org/dc/dcmitype/"/>
    <ds:schemaRef ds:uri="http://schemas.microsoft.com/office/2006/metadata/properties"/>
    <ds:schemaRef ds:uri="5c288162-3a0f-49b6-8fe2-59156172891e"/>
    <ds:schemaRef ds:uri="http://schemas.openxmlformats.org/package/2006/metadata/core-properties"/>
    <ds:schemaRef ds:uri="http://purl.org/dc/elements/1.1/"/>
    <ds:schemaRef ds:uri="http://www.w3.org/XML/1998/namespace"/>
  </ds:schemaRefs>
</ds:datastoreItem>
</file>

<file path=docMetadata/LabelInfo.xml><?xml version="1.0" encoding="utf-8"?>
<clbl:labelList xmlns:clbl="http://schemas.microsoft.com/office/2020/mipLabelMetadata">
  <clbl:label id="{f6b6dd5b-f02f-441a-99a0-162ac5060bd2}" enabled="0" method="" siteId="{f6b6dd5b-f02f-441a-99a0-162ac5060bd2}" removed="1"/>
</clbl:labelList>
</file>

<file path=docProps/app.xml><?xml version="1.0" encoding="utf-8"?>
<Properties xmlns="http://schemas.openxmlformats.org/officeDocument/2006/extended-properties" xmlns:vt="http://schemas.openxmlformats.org/officeDocument/2006/docPropsVTypes">
  <TotalTime>1063</TotalTime>
  <Words>896</Words>
  <Application>Microsoft Office PowerPoint</Application>
  <DocSecurity>0</DocSecurity>
  <PresentationFormat>Widescreen</PresentationFormat>
  <Paragraphs>124</Paragraphs>
  <Slides>28</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28</vt:i4>
      </vt:variant>
    </vt:vector>
  </HeadingPairs>
  <TitlesOfParts>
    <vt:vector size="38" baseType="lpstr">
      <vt:lpstr>Arial</vt:lpstr>
      <vt:lpstr>Calibri</vt:lpstr>
      <vt:lpstr>Encode Sans Normal ExtraBold</vt:lpstr>
      <vt:lpstr>Encode Sans Normal Medium</vt:lpstr>
      <vt:lpstr>EYInterstate Light</vt:lpstr>
      <vt:lpstr>Open Sans</vt:lpstr>
      <vt:lpstr>Open Sans Light</vt:lpstr>
      <vt:lpstr>Segoe UI</vt:lpstr>
      <vt:lpstr>Uni Sans Book</vt:lpstr>
      <vt:lpstr>W Foster MBA Career Mgmt</vt:lpstr>
      <vt:lpstr>PowerPoint Presentation</vt:lpstr>
      <vt:lpstr>Agenda</vt:lpstr>
      <vt:lpstr>PowerPoint Presentation</vt:lpstr>
      <vt:lpstr>PowerPoint Presentation</vt:lpstr>
      <vt:lpstr>Review</vt:lpstr>
      <vt:lpstr>PowerPoint Presentation</vt:lpstr>
      <vt:lpstr>Agenda</vt:lpstr>
      <vt:lpstr>SEC’s EDGAR</vt:lpstr>
      <vt:lpstr>EDGAR Filings</vt:lpstr>
      <vt:lpstr>What is Inline XBRL?</vt:lpstr>
      <vt:lpstr>Agenda</vt:lpstr>
      <vt:lpstr>Understanding inline XBRL</vt:lpstr>
      <vt:lpstr>Inline XBRL in action</vt:lpstr>
      <vt:lpstr>Custom Tags</vt:lpstr>
      <vt:lpstr>Agenda</vt:lpstr>
      <vt:lpstr>Application Programming Interface (API)</vt:lpstr>
      <vt:lpstr>Lab environment: Google CoLab</vt:lpstr>
      <vt:lpstr>Agenda</vt:lpstr>
      <vt:lpstr>XBRL: Extract to Transform</vt:lpstr>
      <vt:lpstr>Compare with:</vt:lpstr>
      <vt:lpstr>PowerPoint Presentation</vt:lpstr>
      <vt:lpstr>PowerPoint Presentation</vt:lpstr>
      <vt:lpstr>Extract to Transform Question</vt:lpstr>
      <vt:lpstr>Agenda</vt:lpstr>
      <vt:lpstr>PowerPoint Presentation</vt:lpstr>
      <vt:lpstr>PowerPoint Presentation</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Asher Curtis</cp:lastModifiedBy>
  <cp:revision>3</cp:revision>
  <dcterms:created xsi:type="dcterms:W3CDTF">2026-09-29T01:46:38Z</dcterms:created>
  <dcterms:modified xsi:type="dcterms:W3CDTF">2026-10-07T16:38:40Z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0x0101007704735CF7814E419237D188CCA99D12</vt:lpwstr>
  </property>
</Properties>
</file>