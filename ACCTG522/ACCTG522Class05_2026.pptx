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8"/>
  </p:notesMasterIdLst>
  <p:sldIdLst>
    <p:sldId id="256" r:id="rId5"/>
    <p:sldId id="300" r:id="rId6"/>
    <p:sldId id="395" r:id="rId7"/>
    <p:sldId id="1171" r:id="rId8"/>
    <p:sldId id="1173" r:id="rId9"/>
    <p:sldId id="1172" r:id="rId10"/>
    <p:sldId id="1174" r:id="rId11"/>
    <p:sldId id="1175" r:id="rId12"/>
    <p:sldId id="1177" r:id="rId13"/>
    <p:sldId id="1176" r:id="rId14"/>
    <p:sldId id="371" r:id="rId15"/>
    <p:sldId id="372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18C26-CFAC-488C-8962-3F8DFB268630}" v="12" dt="2026-10-12T01:32:17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35c297388724ba9a" providerId="LiveId" clId="{A4FC0AD2-B0F2-4A57-BDAF-7F9B57B5A19A}"/>
    <pc:docChg chg="undo custSel addSld delSld modSld sldOrd">
      <pc:chgData name="Asher Curtis" userId="35c297388724ba9a" providerId="LiveId" clId="{A4FC0AD2-B0F2-4A57-BDAF-7F9B57B5A19A}" dt="2026-10-12T01:34:10.630" v="552" actId="47"/>
      <pc:docMkLst>
        <pc:docMk/>
      </pc:docMkLst>
      <pc:sldChg chg="modSp mod">
        <pc:chgData name="Asher Curtis" userId="35c297388724ba9a" providerId="LiveId" clId="{A4FC0AD2-B0F2-4A57-BDAF-7F9B57B5A19A}" dt="2026-10-12T01:04:24.873" v="1"/>
        <pc:sldMkLst>
          <pc:docMk/>
          <pc:sldMk cId="4294885419" sldId="256"/>
        </pc:sldMkLst>
        <pc:spChg chg="mod">
          <ac:chgData name="Asher Curtis" userId="35c297388724ba9a" providerId="LiveId" clId="{A4FC0AD2-B0F2-4A57-BDAF-7F9B57B5A19A}" dt="2026-10-12T01:04:07.844" v="0" actId="20577"/>
          <ac:spMkLst>
            <pc:docMk/>
            <pc:sldMk cId="4294885419" sldId="256"/>
            <ac:spMk id="3" creationId="{25E99166-AAF5-498F-B46D-82D42CECC71B}"/>
          </ac:spMkLst>
        </pc:spChg>
        <pc:spChg chg="mod">
          <ac:chgData name="Asher Curtis" userId="35c297388724ba9a" providerId="LiveId" clId="{A4FC0AD2-B0F2-4A57-BDAF-7F9B57B5A19A}" dt="2026-10-12T01:04:24.873" v="1"/>
          <ac:spMkLst>
            <pc:docMk/>
            <pc:sldMk cId="4294885419" sldId="256"/>
            <ac:spMk id="4" creationId="{42171E04-8C84-4649-B7E3-F266075EC7BB}"/>
          </ac:spMkLst>
        </pc:spChg>
      </pc:sldChg>
      <pc:sldChg chg="add del">
        <pc:chgData name="Asher Curtis" userId="35c297388724ba9a" providerId="LiveId" clId="{A4FC0AD2-B0F2-4A57-BDAF-7F9B57B5A19A}" dt="2026-10-12T01:13:56.864" v="108"/>
        <pc:sldMkLst>
          <pc:docMk/>
          <pc:sldMk cId="0" sldId="257"/>
        </pc:sldMkLst>
      </pc:sldChg>
      <pc:sldChg chg="add">
        <pc:chgData name="Asher Curtis" userId="35c297388724ba9a" providerId="LiveId" clId="{A4FC0AD2-B0F2-4A57-BDAF-7F9B57B5A19A}" dt="2026-10-12T01:16:07.908" v="113"/>
        <pc:sldMkLst>
          <pc:docMk/>
          <pc:sldMk cId="0" sldId="258"/>
        </pc:sldMkLst>
      </pc:sldChg>
      <pc:sldChg chg="modSp mod">
        <pc:chgData name="Asher Curtis" userId="35c297388724ba9a" providerId="LiveId" clId="{A4FC0AD2-B0F2-4A57-BDAF-7F9B57B5A19A}" dt="2026-10-12T01:32:52.918" v="548" actId="20577"/>
        <pc:sldMkLst>
          <pc:docMk/>
          <pc:sldMk cId="2931208946" sldId="278"/>
        </pc:sldMkLst>
        <pc:spChg chg="mod">
          <ac:chgData name="Asher Curtis" userId="35c297388724ba9a" providerId="LiveId" clId="{A4FC0AD2-B0F2-4A57-BDAF-7F9B57B5A19A}" dt="2026-10-12T01:32:52.918" v="548" actId="20577"/>
          <ac:spMkLst>
            <pc:docMk/>
            <pc:sldMk cId="2931208946" sldId="278"/>
            <ac:spMk id="2" creationId="{11EC96EB-8371-4B7E-A0C3-573FD660BBA7}"/>
          </ac:spMkLst>
        </pc:spChg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3613419159" sldId="298"/>
        </pc:sldMkLst>
      </pc:sldChg>
      <pc:sldChg chg="modSp mod">
        <pc:chgData name="Asher Curtis" userId="35c297388724ba9a" providerId="LiveId" clId="{A4FC0AD2-B0F2-4A57-BDAF-7F9B57B5A19A}" dt="2026-10-12T01:05:12.049" v="75" actId="20577"/>
        <pc:sldMkLst>
          <pc:docMk/>
          <pc:sldMk cId="4272180523" sldId="300"/>
        </pc:sldMkLst>
        <pc:spChg chg="mod">
          <ac:chgData name="Asher Curtis" userId="35c297388724ba9a" providerId="LiveId" clId="{A4FC0AD2-B0F2-4A57-BDAF-7F9B57B5A19A}" dt="2026-10-12T01:05:12.049" v="75" actId="20577"/>
          <ac:spMkLst>
            <pc:docMk/>
            <pc:sldMk cId="4272180523" sldId="300"/>
            <ac:spMk id="2" creationId="{4BF555D3-14D1-2CA6-3E9F-FDB21F020B98}"/>
          </ac:spMkLst>
        </pc:spChg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1696637569" sldId="304"/>
        </pc:sldMkLst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2131598772" sldId="305"/>
        </pc:sldMkLst>
      </pc:sldChg>
      <pc:sldChg chg="del">
        <pc:chgData name="Asher Curtis" userId="35c297388724ba9a" providerId="LiveId" clId="{A4FC0AD2-B0F2-4A57-BDAF-7F9B57B5A19A}" dt="2026-10-12T01:33:22.516" v="549" actId="47"/>
        <pc:sldMkLst>
          <pc:docMk/>
          <pc:sldMk cId="570656343" sldId="370"/>
        </pc:sldMkLst>
      </pc:sldChg>
      <pc:sldChg chg="modSp mod">
        <pc:chgData name="Asher Curtis" userId="35c297388724ba9a" providerId="LiveId" clId="{A4FC0AD2-B0F2-4A57-BDAF-7F9B57B5A19A}" dt="2026-10-12T01:32:17.242" v="542" actId="20578"/>
        <pc:sldMkLst>
          <pc:docMk/>
          <pc:sldMk cId="3118862969" sldId="372"/>
        </pc:sldMkLst>
        <pc:spChg chg="mod">
          <ac:chgData name="Asher Curtis" userId="35c297388724ba9a" providerId="LiveId" clId="{A4FC0AD2-B0F2-4A57-BDAF-7F9B57B5A19A}" dt="2026-10-12T01:32:17.242" v="542" actId="20578"/>
          <ac:spMkLst>
            <pc:docMk/>
            <pc:sldMk cId="3118862969" sldId="372"/>
            <ac:spMk id="2" creationId="{3343B51B-0A83-EDC8-5496-64D3A58ABEEB}"/>
          </ac:spMkLst>
        </pc:spChg>
      </pc:sldChg>
      <pc:sldChg chg="del">
        <pc:chgData name="Asher Curtis" userId="35c297388724ba9a" providerId="LiveId" clId="{A4FC0AD2-B0F2-4A57-BDAF-7F9B57B5A19A}" dt="2026-10-12T01:34:00.451" v="551" actId="47"/>
        <pc:sldMkLst>
          <pc:docMk/>
          <pc:sldMk cId="3482232368" sldId="373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091657238" sldId="374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278704641" sldId="375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655998079" sldId="376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634257874" sldId="377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64400023" sldId="378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3213621824" sldId="379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819092637" sldId="380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540265557" sldId="381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444375410" sldId="382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645589117" sldId="383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969848769" sldId="384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12034344" sldId="385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4258292837" sldId="386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470874891" sldId="387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3630649099" sldId="388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147740412" sldId="389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64798861" sldId="390"/>
        </pc:sldMkLst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1088830480" sldId="391"/>
        </pc:sldMkLst>
      </pc:sldChg>
      <pc:sldChg chg="modSp add mod">
        <pc:chgData name="Asher Curtis" userId="35c297388724ba9a" providerId="LiveId" clId="{A4FC0AD2-B0F2-4A57-BDAF-7F9B57B5A19A}" dt="2026-10-12T01:06:05.283" v="90" actId="207"/>
        <pc:sldMkLst>
          <pc:docMk/>
          <pc:sldMk cId="742402286" sldId="392"/>
        </pc:sldMkLst>
        <pc:spChg chg="mod">
          <ac:chgData name="Asher Curtis" userId="35c297388724ba9a" providerId="LiveId" clId="{A4FC0AD2-B0F2-4A57-BDAF-7F9B57B5A19A}" dt="2026-10-12T01:06:05.283" v="90" actId="207"/>
          <ac:spMkLst>
            <pc:docMk/>
            <pc:sldMk cId="742402286" sldId="392"/>
            <ac:spMk id="2" creationId="{CD47C7C0-62E1-A912-7113-3B281A1B6A00}"/>
          </ac:spMkLst>
        </pc:spChg>
      </pc:sldChg>
      <pc:sldChg chg="modSp add mod">
        <pc:chgData name="Asher Curtis" userId="35c297388724ba9a" providerId="LiveId" clId="{A4FC0AD2-B0F2-4A57-BDAF-7F9B57B5A19A}" dt="2026-10-12T01:06:00.507" v="88" actId="207"/>
        <pc:sldMkLst>
          <pc:docMk/>
          <pc:sldMk cId="649561188" sldId="393"/>
        </pc:sldMkLst>
        <pc:spChg chg="mod">
          <ac:chgData name="Asher Curtis" userId="35c297388724ba9a" providerId="LiveId" clId="{A4FC0AD2-B0F2-4A57-BDAF-7F9B57B5A19A}" dt="2026-10-12T01:06:00.507" v="88" actId="207"/>
          <ac:spMkLst>
            <pc:docMk/>
            <pc:sldMk cId="649561188" sldId="393"/>
            <ac:spMk id="2" creationId="{834CBEC5-C4B6-5135-33DC-828D88BA2756}"/>
          </ac:spMkLst>
        </pc:spChg>
      </pc:sldChg>
      <pc:sldChg chg="modSp add mod">
        <pc:chgData name="Asher Curtis" userId="35c297388724ba9a" providerId="LiveId" clId="{A4FC0AD2-B0F2-4A57-BDAF-7F9B57B5A19A}" dt="2026-10-12T01:05:53.051" v="86" actId="113"/>
        <pc:sldMkLst>
          <pc:docMk/>
          <pc:sldMk cId="352860258" sldId="394"/>
        </pc:sldMkLst>
        <pc:spChg chg="mod">
          <ac:chgData name="Asher Curtis" userId="35c297388724ba9a" providerId="LiveId" clId="{A4FC0AD2-B0F2-4A57-BDAF-7F9B57B5A19A}" dt="2026-10-12T01:05:53.051" v="86" actId="113"/>
          <ac:spMkLst>
            <pc:docMk/>
            <pc:sldMk cId="352860258" sldId="394"/>
            <ac:spMk id="2" creationId="{14F1257F-FEF5-64EB-3CDD-F63C4469F24D}"/>
          </ac:spMkLst>
        </pc:spChg>
      </pc:sldChg>
      <pc:sldChg chg="add">
        <pc:chgData name="Asher Curtis" userId="35c297388724ba9a" providerId="LiveId" clId="{A4FC0AD2-B0F2-4A57-BDAF-7F9B57B5A19A}" dt="2026-10-12T01:06:28.287" v="91"/>
        <pc:sldMkLst>
          <pc:docMk/>
          <pc:sldMk cId="1768303522" sldId="395"/>
        </pc:sldMkLst>
      </pc:sldChg>
      <pc:sldChg chg="modSp add mod">
        <pc:chgData name="Asher Curtis" userId="35c297388724ba9a" providerId="LiveId" clId="{A4FC0AD2-B0F2-4A57-BDAF-7F9B57B5A19A}" dt="2026-10-12T01:20:06.319" v="117" actId="20577"/>
        <pc:sldMkLst>
          <pc:docMk/>
          <pc:sldMk cId="4039296105" sldId="396"/>
        </pc:sldMkLst>
        <pc:spChg chg="mod">
          <ac:chgData name="Asher Curtis" userId="35c297388724ba9a" providerId="LiveId" clId="{A4FC0AD2-B0F2-4A57-BDAF-7F9B57B5A19A}" dt="2026-10-12T01:20:06.319" v="117" actId="20577"/>
          <ac:spMkLst>
            <pc:docMk/>
            <pc:sldMk cId="4039296105" sldId="396"/>
            <ac:spMk id="2" creationId="{7A563DDF-411C-38ED-A0FB-F74283E54AFE}"/>
          </ac:spMkLst>
        </pc:spChg>
        <pc:spChg chg="mod">
          <ac:chgData name="Asher Curtis" userId="35c297388724ba9a" providerId="LiveId" clId="{A4FC0AD2-B0F2-4A57-BDAF-7F9B57B5A19A}" dt="2026-10-12T01:06:34.969" v="97" actId="20577"/>
          <ac:spMkLst>
            <pc:docMk/>
            <pc:sldMk cId="4039296105" sldId="396"/>
            <ac:spMk id="3" creationId="{A6B13E4C-DA7B-6C09-3CF3-40B2F4AECF6E}"/>
          </ac:spMkLst>
        </pc:spChg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152376829" sldId="859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82477658" sldId="873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1421970449" sldId="1160"/>
        </pc:sldMkLst>
      </pc:sldChg>
      <pc:sldChg chg="add ord">
        <pc:chgData name="Asher Curtis" userId="35c297388724ba9a" providerId="LiveId" clId="{A4FC0AD2-B0F2-4A57-BDAF-7F9B57B5A19A}" dt="2026-10-12T01:08:01.043" v="105"/>
        <pc:sldMkLst>
          <pc:docMk/>
          <pc:sldMk cId="1187461027" sldId="1161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603970790" sldId="1163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601593719" sldId="1165"/>
        </pc:sldMkLst>
      </pc:sldChg>
      <pc:sldChg chg="modSp add del mod">
        <pc:chgData name="Asher Curtis" userId="35c297388724ba9a" providerId="LiveId" clId="{A4FC0AD2-B0F2-4A57-BDAF-7F9B57B5A19A}" dt="2026-10-12T01:14:14.829" v="111" actId="1076"/>
        <pc:sldMkLst>
          <pc:docMk/>
          <pc:sldMk cId="0" sldId="1166"/>
        </pc:sldMkLst>
        <pc:spChg chg="mod">
          <ac:chgData name="Asher Curtis" userId="35c297388724ba9a" providerId="LiveId" clId="{A4FC0AD2-B0F2-4A57-BDAF-7F9B57B5A19A}" dt="2026-10-12T01:14:14.829" v="111" actId="1076"/>
          <ac:spMkLst>
            <pc:docMk/>
            <pc:sldMk cId="0" sldId="1166"/>
            <ac:spMk id="2" creationId="{00000000-0000-0000-0000-000000000000}"/>
          </ac:spMkLst>
        </pc:spChg>
      </pc:sldChg>
      <pc:sldChg chg="add del">
        <pc:chgData name="Asher Curtis" userId="35c297388724ba9a" providerId="LiveId" clId="{A4FC0AD2-B0F2-4A57-BDAF-7F9B57B5A19A}" dt="2026-10-12T01:07:58.621" v="103" actId="47"/>
        <pc:sldMkLst>
          <pc:docMk/>
          <pc:sldMk cId="1982114712" sldId="1166"/>
        </pc:sldMkLst>
      </pc:sldChg>
      <pc:sldChg chg="new">
        <pc:chgData name="Asher Curtis" userId="35c297388724ba9a" providerId="LiveId" clId="{A4FC0AD2-B0F2-4A57-BDAF-7F9B57B5A19A}" dt="2026-10-12T01:14:06.583" v="109" actId="680"/>
        <pc:sldMkLst>
          <pc:docMk/>
          <pc:sldMk cId="399387766" sldId="1167"/>
        </pc:sldMkLst>
      </pc:sldChg>
      <pc:sldChg chg="new del">
        <pc:chgData name="Asher Curtis" userId="35c297388724ba9a" providerId="LiveId" clId="{A4FC0AD2-B0F2-4A57-BDAF-7F9B57B5A19A}" dt="2026-10-12T01:16:32.596" v="114" actId="47"/>
        <pc:sldMkLst>
          <pc:docMk/>
          <pc:sldMk cId="2863557427" sldId="1168"/>
        </pc:sldMkLst>
      </pc:sldChg>
    </pc:docChg>
  </pc:docChgLst>
  <pc:docChgLst>
    <pc:chgData name="Asher Curtis" userId="494c4f5b-6d11-415a-9d9e-829c1135aa91" providerId="ADAL" clId="{FDEDEEF3-7275-4161-A24C-7071BE30F9A7}"/>
    <pc:docChg chg="addSld modSld sldOrd">
      <pc:chgData name="Asher Curtis" userId="494c4f5b-6d11-415a-9d9e-829c1135aa91" providerId="ADAL" clId="{FDEDEEF3-7275-4161-A24C-7071BE30F9A7}" dt="2026-10-07T16:31:07.117" v="23"/>
      <pc:docMkLst>
        <pc:docMk/>
      </pc:docMkLst>
      <pc:sldChg chg="ord">
        <pc:chgData name="Asher Curtis" userId="494c4f5b-6d11-415a-9d9e-829c1135aa91" providerId="ADAL" clId="{FDEDEEF3-7275-4161-A24C-7071BE30F9A7}" dt="2026-10-07T15:38:41.815" v="2"/>
        <pc:sldMkLst>
          <pc:docMk/>
          <pc:sldMk cId="2131598772" sldId="305"/>
        </pc:sldMkLst>
      </pc:sldChg>
      <pc:sldChg chg="add ord">
        <pc:chgData name="Asher Curtis" userId="494c4f5b-6d11-415a-9d9e-829c1135aa91" providerId="ADAL" clId="{FDEDEEF3-7275-4161-A24C-7071BE30F9A7}" dt="2026-10-07T15:38:34.617" v="1"/>
        <pc:sldMkLst>
          <pc:docMk/>
          <pc:sldMk cId="3482232368" sldId="373"/>
        </pc:sldMkLst>
      </pc:sldChg>
      <pc:sldChg chg="add">
        <pc:chgData name="Asher Curtis" userId="494c4f5b-6d11-415a-9d9e-829c1135aa91" providerId="ADAL" clId="{FDEDEEF3-7275-4161-A24C-7071BE30F9A7}" dt="2026-10-07T15:39:08.082" v="3"/>
        <pc:sldMkLst>
          <pc:docMk/>
          <pc:sldMk cId="2091657238" sldId="374"/>
        </pc:sldMkLst>
      </pc:sldChg>
      <pc:sldChg chg="modSp">
        <pc:chgData name="Asher Curtis" userId="494c4f5b-6d11-415a-9d9e-829c1135aa91" providerId="ADAL" clId="{FDEDEEF3-7275-4161-A24C-7071BE30F9A7}" dt="2026-10-07T15:49:53.649" v="10"/>
        <pc:sldMkLst>
          <pc:docMk/>
          <pc:sldMk cId="1278704641" sldId="375"/>
        </pc:sldMkLst>
        <pc:spChg chg="mod">
          <ac:chgData name="Asher Curtis" userId="494c4f5b-6d11-415a-9d9e-829c1135aa91" providerId="ADAL" clId="{FDEDEEF3-7275-4161-A24C-7071BE30F9A7}" dt="2026-10-07T15:49:53.649" v="10"/>
          <ac:spMkLst>
            <pc:docMk/>
            <pc:sldMk cId="1278704641" sldId="375"/>
            <ac:spMk id="2" creationId="{9D7E4574-F909-7F35-B5E7-D8AF8D9B0613}"/>
          </ac:spMkLst>
        </pc:spChg>
      </pc:sldChg>
      <pc:sldChg chg="modSp">
        <pc:chgData name="Asher Curtis" userId="494c4f5b-6d11-415a-9d9e-829c1135aa91" providerId="ADAL" clId="{FDEDEEF3-7275-4161-A24C-7071BE30F9A7}" dt="2026-10-07T15:43:30.133" v="5"/>
        <pc:sldMkLst>
          <pc:docMk/>
          <pc:sldMk cId="1655998079" sldId="376"/>
        </pc:sldMkLst>
        <pc:spChg chg="mod">
          <ac:chgData name="Asher Curtis" userId="494c4f5b-6d11-415a-9d9e-829c1135aa91" providerId="ADAL" clId="{FDEDEEF3-7275-4161-A24C-7071BE30F9A7}" dt="2026-10-07T15:43:06.902" v="4"/>
          <ac:spMkLst>
            <pc:docMk/>
            <pc:sldMk cId="1655998079" sldId="376"/>
            <ac:spMk id="2" creationId="{862B183C-E5ED-D77E-FE87-318B9C3A9C0E}"/>
          </ac:spMkLst>
        </pc:spChg>
        <pc:spChg chg="mod">
          <ac:chgData name="Asher Curtis" userId="494c4f5b-6d11-415a-9d9e-829c1135aa91" providerId="ADAL" clId="{FDEDEEF3-7275-4161-A24C-7071BE30F9A7}" dt="2026-10-07T15:43:30.133" v="5"/>
          <ac:spMkLst>
            <pc:docMk/>
            <pc:sldMk cId="1655998079" sldId="376"/>
            <ac:spMk id="3" creationId="{57479FA9-83BE-13F9-E30A-FE3E00755C2E}"/>
          </ac:spMkLst>
        </pc:spChg>
      </pc:sldChg>
      <pc:sldChg chg="modSp">
        <pc:chgData name="Asher Curtis" userId="494c4f5b-6d11-415a-9d9e-829c1135aa91" providerId="ADAL" clId="{FDEDEEF3-7275-4161-A24C-7071BE30F9A7}" dt="2026-10-07T15:51:21.861" v="12"/>
        <pc:sldMkLst>
          <pc:docMk/>
          <pc:sldMk cId="634257874" sldId="377"/>
        </pc:sldMkLst>
        <pc:spChg chg="mod">
          <ac:chgData name="Asher Curtis" userId="494c4f5b-6d11-415a-9d9e-829c1135aa91" providerId="ADAL" clId="{FDEDEEF3-7275-4161-A24C-7071BE30F9A7}" dt="2026-10-07T15:51:21.861" v="12"/>
          <ac:spMkLst>
            <pc:docMk/>
            <pc:sldMk cId="634257874" sldId="377"/>
            <ac:spMk id="2" creationId="{AEE372C9-B4C4-5B24-86AA-60DE5A10DD6E}"/>
          </ac:spMkLst>
        </pc:spChg>
      </pc:sldChg>
      <pc:sldChg chg="add">
        <pc:chgData name="Asher Curtis" userId="494c4f5b-6d11-415a-9d9e-829c1135aa91" providerId="ADAL" clId="{FDEDEEF3-7275-4161-A24C-7071BE30F9A7}" dt="2026-10-07T15:52:37.851" v="13"/>
        <pc:sldMkLst>
          <pc:docMk/>
          <pc:sldMk cId="2764400023" sldId="378"/>
        </pc:sldMkLst>
      </pc:sldChg>
      <pc:sldChg chg="modSp">
        <pc:chgData name="Asher Curtis" userId="494c4f5b-6d11-415a-9d9e-829c1135aa91" providerId="ADAL" clId="{FDEDEEF3-7275-4161-A24C-7071BE30F9A7}" dt="2026-10-07T15:53:42.107" v="14"/>
        <pc:sldMkLst>
          <pc:docMk/>
          <pc:sldMk cId="3213621824" sldId="379"/>
        </pc:sldMkLst>
        <pc:spChg chg="mod">
          <ac:chgData name="Asher Curtis" userId="494c4f5b-6d11-415a-9d9e-829c1135aa91" providerId="ADAL" clId="{FDEDEEF3-7275-4161-A24C-7071BE30F9A7}" dt="2026-10-07T15:53:42.107" v="14"/>
          <ac:spMkLst>
            <pc:docMk/>
            <pc:sldMk cId="3213621824" sldId="379"/>
            <ac:spMk id="2" creationId="{69B2657D-00DE-6D82-3773-FCE1E9A8F55A}"/>
          </ac:spMkLst>
        </pc:spChg>
      </pc:sldChg>
      <pc:sldChg chg="add">
        <pc:chgData name="Asher Curtis" userId="494c4f5b-6d11-415a-9d9e-829c1135aa91" providerId="ADAL" clId="{FDEDEEF3-7275-4161-A24C-7071BE30F9A7}" dt="2026-10-07T16:00:08.669" v="15"/>
        <pc:sldMkLst>
          <pc:docMk/>
          <pc:sldMk cId="2540265557" sldId="381"/>
        </pc:sldMkLst>
      </pc:sldChg>
      <pc:sldChg chg="modSp">
        <pc:chgData name="Asher Curtis" userId="494c4f5b-6d11-415a-9d9e-829c1135aa91" providerId="ADAL" clId="{FDEDEEF3-7275-4161-A24C-7071BE30F9A7}" dt="2026-10-07T16:13:10.150" v="17"/>
        <pc:sldMkLst>
          <pc:docMk/>
          <pc:sldMk cId="444375410" sldId="382"/>
        </pc:sldMkLst>
        <pc:spChg chg="mod">
          <ac:chgData name="Asher Curtis" userId="494c4f5b-6d11-415a-9d9e-829c1135aa91" providerId="ADAL" clId="{FDEDEEF3-7275-4161-A24C-7071BE30F9A7}" dt="2026-10-07T16:13:10.150" v="17"/>
          <ac:spMkLst>
            <pc:docMk/>
            <pc:sldMk cId="444375410" sldId="382"/>
            <ac:spMk id="2" creationId="{877848C4-D299-581D-1215-79F37A423D3E}"/>
          </ac:spMkLst>
        </pc:spChg>
      </pc:sldChg>
      <pc:sldChg chg="add">
        <pc:chgData name="Asher Curtis" userId="494c4f5b-6d11-415a-9d9e-829c1135aa91" providerId="ADAL" clId="{FDEDEEF3-7275-4161-A24C-7071BE30F9A7}" dt="2026-10-07T16:14:27.797" v="18"/>
        <pc:sldMkLst>
          <pc:docMk/>
          <pc:sldMk cId="2712034344" sldId="385"/>
        </pc:sldMkLst>
      </pc:sldChg>
      <pc:sldChg chg="modSp">
        <pc:chgData name="Asher Curtis" userId="494c4f5b-6d11-415a-9d9e-829c1135aa91" providerId="ADAL" clId="{FDEDEEF3-7275-4161-A24C-7071BE30F9A7}" dt="2026-10-07T16:18:41.399" v="19"/>
        <pc:sldMkLst>
          <pc:docMk/>
          <pc:sldMk cId="4258292837" sldId="386"/>
        </pc:sldMkLst>
        <pc:spChg chg="mod">
          <ac:chgData name="Asher Curtis" userId="494c4f5b-6d11-415a-9d9e-829c1135aa91" providerId="ADAL" clId="{FDEDEEF3-7275-4161-A24C-7071BE30F9A7}" dt="2026-10-07T16:18:41.399" v="19"/>
          <ac:spMkLst>
            <pc:docMk/>
            <pc:sldMk cId="4258292837" sldId="386"/>
            <ac:spMk id="2" creationId="{2D667EE2-5019-55BE-F037-B7EEC81AF35E}"/>
          </ac:spMkLst>
        </pc:spChg>
      </pc:sldChg>
      <pc:sldChg chg="modSp">
        <pc:chgData name="Asher Curtis" userId="494c4f5b-6d11-415a-9d9e-829c1135aa91" providerId="ADAL" clId="{FDEDEEF3-7275-4161-A24C-7071BE30F9A7}" dt="2026-10-07T16:22:04.652" v="20"/>
        <pc:sldMkLst>
          <pc:docMk/>
          <pc:sldMk cId="1470874891" sldId="387"/>
        </pc:sldMkLst>
        <pc:spChg chg="mod">
          <ac:chgData name="Asher Curtis" userId="494c4f5b-6d11-415a-9d9e-829c1135aa91" providerId="ADAL" clId="{FDEDEEF3-7275-4161-A24C-7071BE30F9A7}" dt="2026-10-07T16:22:04.652" v="20"/>
          <ac:spMkLst>
            <pc:docMk/>
            <pc:sldMk cId="1470874891" sldId="387"/>
            <ac:spMk id="2" creationId="{15E22C5F-7ADC-96D7-C434-49B1C5CF3C49}"/>
          </ac:spMkLst>
        </pc:spChg>
      </pc:sldChg>
      <pc:sldChg chg="addSp modSp">
        <pc:chgData name="Asher Curtis" userId="494c4f5b-6d11-415a-9d9e-829c1135aa91" providerId="ADAL" clId="{FDEDEEF3-7275-4161-A24C-7071BE30F9A7}" dt="2026-10-07T16:26:44.012" v="22" actId="767"/>
        <pc:sldMkLst>
          <pc:docMk/>
          <pc:sldMk cId="3630649099" sldId="388"/>
        </pc:sldMkLst>
        <pc:spChg chg="add mod">
          <ac:chgData name="Asher Curtis" userId="494c4f5b-6d11-415a-9d9e-829c1135aa91" providerId="ADAL" clId="{FDEDEEF3-7275-4161-A24C-7071BE30F9A7}" dt="2026-10-07T16:26:09.284" v="21" actId="767"/>
          <ac:spMkLst>
            <pc:docMk/>
            <pc:sldMk cId="3630649099" sldId="388"/>
            <ac:spMk id="13" creationId="{394E20B4-FCE4-4CDD-9A65-2700AD0CC424}"/>
          </ac:spMkLst>
        </pc:spChg>
        <pc:spChg chg="add mod">
          <ac:chgData name="Asher Curtis" userId="494c4f5b-6d11-415a-9d9e-829c1135aa91" providerId="ADAL" clId="{FDEDEEF3-7275-4161-A24C-7071BE30F9A7}" dt="2026-10-07T16:26:44.012" v="22" actId="767"/>
          <ac:spMkLst>
            <pc:docMk/>
            <pc:sldMk cId="3630649099" sldId="388"/>
            <ac:spMk id="15" creationId="{27690100-1097-3480-FEE5-D24BB0AB44CE}"/>
          </ac:spMkLst>
        </pc:spChg>
      </pc:sldChg>
      <pc:sldChg chg="add">
        <pc:chgData name="Asher Curtis" userId="494c4f5b-6d11-415a-9d9e-829c1135aa91" providerId="ADAL" clId="{FDEDEEF3-7275-4161-A24C-7071BE30F9A7}" dt="2026-10-07T16:31:07.117" v="23"/>
        <pc:sldMkLst>
          <pc:docMk/>
          <pc:sldMk cId="1088830480" sldId="3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CF3D2-9C26-5B1D-CC95-33BC95DC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FC183-9A8B-2F43-D9CD-04B7D7D03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D6410-CA03-127A-2B93-2F9ECCA92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3D2A9-850B-9789-CF6A-6C5E7E20C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63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ETL process: Introduction to Transforming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522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Analytics for Professional Accountants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MPAcc Class of 2027</a:t>
            </a:r>
          </a:p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05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/>
              <a:t>SQL check-in</a:t>
            </a:r>
          </a:p>
          <a:p>
            <a:pPr marL="457200" indent="-457200">
              <a:buAutoNum type="arabicPeriod"/>
            </a:pPr>
            <a:r>
              <a:rPr lang="en-US" dirty="0"/>
              <a:t>Class Exercises on Joining, Cleaning, and Transforming Data</a:t>
            </a:r>
          </a:p>
          <a:p>
            <a:pPr marL="1145100" lvl="1" indent="-457200">
              <a:buAutoNum type="arabicPeriod"/>
            </a:pPr>
            <a:r>
              <a:rPr lang="en-US" dirty="0" err="1"/>
              <a:t>PowerBI</a:t>
            </a:r>
            <a:r>
              <a:rPr lang="en-US" dirty="0"/>
              <a:t> approaches</a:t>
            </a:r>
          </a:p>
          <a:p>
            <a:pPr marL="1145100" lvl="1" indent="-457200">
              <a:buAutoNum type="arabicPeriod"/>
            </a:pPr>
            <a:r>
              <a:rPr lang="en-US" dirty="0"/>
              <a:t>Automated SQL approaches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0E5F-72E2-6B2C-66CE-19709562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648DE2-0358-0C5A-BA9E-F9F56A2FD6FF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830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41D1-6AFC-E150-7792-A2A6D35A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11D71E-05AB-9734-FD50-974AA8429ED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52983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Understanding how data are connected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Tools like Power BI make relational data useful. Relationships, transformations, and visualizations allow us to explore data without always combining everything into one table.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SQL allows us to query relational data. We can select, filter, join, and aggregate records to answer accounting and business questions.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B7B5BF-782F-B8AB-3C94-31A8A986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53031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5B8C-EEDC-A148-4895-8AACBA53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6180A2-FB8E-1C1B-7D25-36EA747097B8}"/>
              </a:ext>
            </a:extLst>
          </p:cNvPr>
          <p:cNvSpPr/>
          <p:nvPr/>
        </p:nvSpPr>
        <p:spPr>
          <a:xfrm>
            <a:off x="594360" y="1920240"/>
            <a:ext cx="3931920" cy="233172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96DD0-0D24-B07F-4FCE-3050C2BAAADF}"/>
              </a:ext>
            </a:extLst>
          </p:cNvPr>
          <p:cNvSpPr txBox="1"/>
          <p:nvPr/>
        </p:nvSpPr>
        <p:spPr>
          <a:xfrm>
            <a:off x="704088" y="19933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JELineItems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D3E2C-8A06-E211-9259-451113009128}"/>
              </a:ext>
            </a:extLst>
          </p:cNvPr>
          <p:cNvSpPr txBox="1"/>
          <p:nvPr/>
        </p:nvSpPr>
        <p:spPr>
          <a:xfrm>
            <a:off x="704088" y="23957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JENumber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0F1976-C246-61DB-E5B1-10B0686E4AA0}"/>
              </a:ext>
            </a:extLst>
          </p:cNvPr>
          <p:cNvSpPr txBox="1"/>
          <p:nvPr/>
        </p:nvSpPr>
        <p:spPr>
          <a:xfrm>
            <a:off x="704088" y="27066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GLAccountNumber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EFF01-E9CA-1882-C9CF-B4E794BC58A0}"/>
              </a:ext>
            </a:extLst>
          </p:cNvPr>
          <p:cNvSpPr txBox="1"/>
          <p:nvPr/>
        </p:nvSpPr>
        <p:spPr>
          <a:xfrm>
            <a:off x="704088" y="30175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BusinessUnitID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DC342-DA4E-2E3C-01FB-EAB8848B663F}"/>
              </a:ext>
            </a:extLst>
          </p:cNvPr>
          <p:cNvSpPr txBox="1"/>
          <p:nvPr/>
        </p:nvSpPr>
        <p:spPr>
          <a:xfrm>
            <a:off x="704088" y="33284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Amount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1317A9-434D-2EE0-D63A-D8568C7AE11B}"/>
              </a:ext>
            </a:extLst>
          </p:cNvPr>
          <p:cNvSpPr/>
          <p:nvPr/>
        </p:nvSpPr>
        <p:spPr>
          <a:xfrm>
            <a:off x="6629400" y="1508760"/>
            <a:ext cx="3977639" cy="132588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727F3-A426-FB28-A436-28D45D3CBB5C}"/>
              </a:ext>
            </a:extLst>
          </p:cNvPr>
          <p:cNvSpPr txBox="1"/>
          <p:nvPr/>
        </p:nvSpPr>
        <p:spPr>
          <a:xfrm>
            <a:off x="6739128" y="1581912"/>
            <a:ext cx="3794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ChartOfAccounts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A9B39C-1384-C7EB-665F-2D35B650080C}"/>
              </a:ext>
            </a:extLst>
          </p:cNvPr>
          <p:cNvSpPr txBox="1"/>
          <p:nvPr/>
        </p:nvSpPr>
        <p:spPr>
          <a:xfrm>
            <a:off x="6739128" y="1984248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GLAccountNumber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CF16E-1BFC-6666-0576-9209179AB34B}"/>
              </a:ext>
            </a:extLst>
          </p:cNvPr>
          <p:cNvSpPr txBox="1"/>
          <p:nvPr/>
        </p:nvSpPr>
        <p:spPr>
          <a:xfrm>
            <a:off x="6739128" y="2295144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GLAccountName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D626EE-6F9D-ABD3-FA7E-88413B7DFF62}"/>
              </a:ext>
            </a:extLst>
          </p:cNvPr>
          <p:cNvSpPr/>
          <p:nvPr/>
        </p:nvSpPr>
        <p:spPr>
          <a:xfrm>
            <a:off x="6629400" y="3474720"/>
            <a:ext cx="3977639" cy="132588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538EAA-D086-A2BD-BE3A-2FF4BDF58521}"/>
              </a:ext>
            </a:extLst>
          </p:cNvPr>
          <p:cNvSpPr txBox="1"/>
          <p:nvPr/>
        </p:nvSpPr>
        <p:spPr>
          <a:xfrm>
            <a:off x="6739128" y="3547872"/>
            <a:ext cx="3794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BusinessUnits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B7535F-2F63-7D98-FF10-762EF4B919A1}"/>
              </a:ext>
            </a:extLst>
          </p:cNvPr>
          <p:cNvSpPr txBox="1"/>
          <p:nvPr/>
        </p:nvSpPr>
        <p:spPr>
          <a:xfrm>
            <a:off x="6739128" y="3950208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BusinessUnitID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84C4D-FD06-74B4-5F83-0AD4A023FF8F}"/>
              </a:ext>
            </a:extLst>
          </p:cNvPr>
          <p:cNvSpPr txBox="1"/>
          <p:nvPr/>
        </p:nvSpPr>
        <p:spPr>
          <a:xfrm>
            <a:off x="6739128" y="4261104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BusinessUnit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70D4660E-B907-DBC3-F2C6-4D8F1F52F28D}"/>
              </a:ext>
            </a:extLst>
          </p:cNvPr>
          <p:cNvCxnSpPr/>
          <p:nvPr/>
        </p:nvCxnSpPr>
        <p:spPr>
          <a:xfrm>
            <a:off x="4526280" y="2834640"/>
            <a:ext cx="100584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7EEFBA25-446F-0EFE-252B-958BEC248F37}"/>
              </a:ext>
            </a:extLst>
          </p:cNvPr>
          <p:cNvCxnSpPr/>
          <p:nvPr/>
        </p:nvCxnSpPr>
        <p:spPr>
          <a:xfrm flipV="1">
            <a:off x="5532120" y="2194560"/>
            <a:ext cx="0" cy="64008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538B3543-71AA-1CDE-3CDA-FA8B3207482F}"/>
              </a:ext>
            </a:extLst>
          </p:cNvPr>
          <p:cNvCxnSpPr/>
          <p:nvPr/>
        </p:nvCxnSpPr>
        <p:spPr>
          <a:xfrm>
            <a:off x="5532120" y="2194560"/>
            <a:ext cx="109728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F448F215-5514-3033-4E6A-39AD9BB46879}"/>
              </a:ext>
            </a:extLst>
          </p:cNvPr>
          <p:cNvCxnSpPr/>
          <p:nvPr/>
        </p:nvCxnSpPr>
        <p:spPr>
          <a:xfrm>
            <a:off x="4526280" y="3474720"/>
            <a:ext cx="137160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B69786DA-E7B8-695C-0F4A-9166F6FE8834}"/>
              </a:ext>
            </a:extLst>
          </p:cNvPr>
          <p:cNvCxnSpPr/>
          <p:nvPr/>
        </p:nvCxnSpPr>
        <p:spPr>
          <a:xfrm>
            <a:off x="5897880" y="3474720"/>
            <a:ext cx="0" cy="64008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F3FE6235-448F-AF35-A266-E44A6CB8E3B6}"/>
              </a:ext>
            </a:extLst>
          </p:cNvPr>
          <p:cNvCxnSpPr/>
          <p:nvPr/>
        </p:nvCxnSpPr>
        <p:spPr>
          <a:xfrm>
            <a:off x="5897880" y="4114800"/>
            <a:ext cx="731520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7912F13-1C07-B00E-688B-8912A28BDFDC}"/>
              </a:ext>
            </a:extLst>
          </p:cNvPr>
          <p:cNvSpPr txBox="1"/>
          <p:nvPr/>
        </p:nvSpPr>
        <p:spPr>
          <a:xfrm>
            <a:off x="4709160" y="25146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*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51F573-82BD-2005-8B33-FE5161738914}"/>
              </a:ext>
            </a:extLst>
          </p:cNvPr>
          <p:cNvSpPr txBox="1"/>
          <p:nvPr/>
        </p:nvSpPr>
        <p:spPr>
          <a:xfrm>
            <a:off x="6309360" y="187451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08AF4B-6E60-DAAC-7936-2193B472A0C7}"/>
              </a:ext>
            </a:extLst>
          </p:cNvPr>
          <p:cNvSpPr txBox="1"/>
          <p:nvPr/>
        </p:nvSpPr>
        <p:spPr>
          <a:xfrm>
            <a:off x="4709160" y="31363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*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EDADD0-BE23-B3FE-706A-79A7C7DAC7EA}"/>
              </a:ext>
            </a:extLst>
          </p:cNvPr>
          <p:cNvSpPr txBox="1"/>
          <p:nvPr/>
        </p:nvSpPr>
        <p:spPr>
          <a:xfrm>
            <a:off x="6309360" y="380390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0DCE10-C954-5BAA-3AC0-AB5FF0E30E16}"/>
              </a:ext>
            </a:extLst>
          </p:cNvPr>
          <p:cNvSpPr txBox="1"/>
          <p:nvPr/>
        </p:nvSpPr>
        <p:spPr>
          <a:xfrm>
            <a:off x="625927" y="5733287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rPr dirty="0"/>
              <a:t>* = many     1 = one</a:t>
            </a:r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ED5FF3C6-EA88-B75C-98B9-05AD97CA5F93}"/>
              </a:ext>
            </a:extLst>
          </p:cNvPr>
          <p:cNvSpPr txBox="1">
            <a:spLocks/>
          </p:cNvSpPr>
          <p:nvPr/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/>
          <a:lstStyle>
            <a:lvl1pPr algn="l" defTabSz="609585">
              <a:spcBef>
                <a:spcPct val="0"/>
              </a:spcBef>
              <a:spcAft>
                <a:spcPct val="0"/>
              </a:spcAft>
              <a:buNone/>
              <a:defRPr sz="3200" b="1" i="0" kern="120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609585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1219170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1828754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438339" algn="ctr" defTabSz="609585">
              <a:spcBef>
                <a:spcPct val="0"/>
              </a:spcBef>
              <a:spcAft>
                <a:spcPct val="0"/>
              </a:spcAft>
              <a:buNone/>
              <a:defRPr sz="5867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r>
              <a:rPr lang="en-US"/>
              <a:t>How do Power BI relationships work?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9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FC1C4-695D-4C5F-4382-2834581AA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sual Representation of SQL Joins - CodeProject">
            <a:extLst>
              <a:ext uri="{FF2B5EF4-FFF2-40B4-BE49-F238E27FC236}">
                <a16:creationId xmlns:a16="http://schemas.microsoft.com/office/drawing/2014/main" id="{13DCA27D-9B3A-170B-0C5B-8AC873172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0"/>
            <a:ext cx="8716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8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24D5-A4F7-65D0-AC3E-227F7E4C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0F8426-A7CD-EA52-F0FC-DAC2E20706F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SQL check-in</a:t>
            </a:r>
          </a:p>
          <a:p>
            <a:pPr marL="457200" indent="-457200">
              <a:buAutoNum type="arabicPeriod"/>
            </a:pPr>
            <a:r>
              <a:rPr lang="en-US" dirty="0"/>
              <a:t>Class Exercises on Joining, Cleaning, and Transforming Data</a:t>
            </a:r>
          </a:p>
          <a:p>
            <a:pPr marL="1145100" lvl="1" indent="-457200">
              <a:buAutoNum type="arabicPeriod"/>
            </a:pPr>
            <a:r>
              <a:rPr lang="en-US" dirty="0" err="1"/>
              <a:t>PowerBI</a:t>
            </a:r>
            <a:r>
              <a:rPr lang="en-US" dirty="0"/>
              <a:t> approaches</a:t>
            </a:r>
          </a:p>
          <a:p>
            <a:pPr marL="1145100" lvl="1" indent="-457200">
              <a:buAutoNum type="arabicPeriod"/>
            </a:pPr>
            <a:r>
              <a:rPr lang="en-US" dirty="0"/>
              <a:t>Automated SQL approaches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227C24-BE31-743E-058F-51F4BC9C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56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E01B0-E7D0-8547-D3BD-8F9E9E33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C4B1BA-01CA-8CFE-6E59-DD14F09904A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SQL check-in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Class Exercises on Joining, Cleaning, and Transforming Data</a:t>
            </a:r>
          </a:p>
          <a:p>
            <a:pPr marL="1145100" lvl="1" indent="-457200">
              <a:buAutoNum type="arabicPeriod"/>
            </a:pPr>
            <a:r>
              <a:rPr lang="en-US" b="1" dirty="0" err="1">
                <a:solidFill>
                  <a:schemeClr val="tx2"/>
                </a:solidFill>
              </a:rPr>
              <a:t>PowerBI</a:t>
            </a:r>
            <a:r>
              <a:rPr lang="en-US" b="1" dirty="0">
                <a:solidFill>
                  <a:schemeClr val="tx2"/>
                </a:solidFill>
              </a:rPr>
              <a:t> approaches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Automated SQL approaches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2C4C-D716-2836-4FF9-C5463136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81744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9AF16E-7A5A-9D36-2C0C-017FFC5D893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77438"/>
          </a:xfrm>
        </p:spPr>
        <p:txBody>
          <a:bodyPr/>
          <a:lstStyle/>
          <a:p>
            <a:r>
              <a:rPr lang="en-US" dirty="0"/>
              <a:t>Use git pull to extract data from the class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981CD9-92DC-57BD-5329-3C551D75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labs</a:t>
            </a:r>
          </a:p>
        </p:txBody>
      </p:sp>
    </p:spTree>
    <p:extLst>
      <p:ext uri="{BB962C8B-B14F-4D97-AF65-F5344CB8AC3E}">
        <p14:creationId xmlns:p14="http://schemas.microsoft.com/office/powerpoint/2010/main" val="406450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6CD2-F989-B86A-0300-311F370F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553396-DD19-2ED9-E2F0-9A46173CB0E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SQL check-in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Class Exercises on Joining, Cleaning, and Transforming Data</a:t>
            </a:r>
          </a:p>
          <a:p>
            <a:pPr marL="1145100" lvl="1" indent="-457200">
              <a:buAutoNum type="arabicPeriod"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PowerBI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approaches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Automated SQL approaches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D83D7C-3B6A-9A41-DED4-497159CE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18882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5F03-0DF8-1984-8D11-C9E4B70A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0E289-0161-1503-061D-BD272D3C70B2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236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52983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Understanding how raw data is delivered and how we transform it is essential to producing reliable analytical evidence and automating repetitive workflows.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Once a process is understood, automating that process reliably becomes possible.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Workflows that are repetitive are good candidates for automation, tools like </a:t>
            </a:r>
            <a:r>
              <a:rPr lang="en-US" dirty="0" err="1"/>
              <a:t>sqlite</a:t>
            </a:r>
            <a:r>
              <a:rPr lang="en-US" dirty="0"/>
              <a:t> and </a:t>
            </a:r>
            <a:r>
              <a:rPr lang="en-US" dirty="0" err="1"/>
              <a:t>powerBI</a:t>
            </a:r>
            <a:r>
              <a:rPr lang="en-US" dirty="0"/>
              <a:t> (among many others) provide automation possibilities.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1886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The ETL Process: Advanced Data Transformations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Core Data Analytic Skill, advanced approaches to transforming data using formulas and regular expressions to create the data we want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Develops data skills with Regular Expressions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use a combination of python and </a:t>
            </a:r>
            <a:r>
              <a:rPr lang="en-US" dirty="0" err="1"/>
              <a:t>colabs</a:t>
            </a:r>
            <a:r>
              <a:rPr lang="en-US" dirty="0"/>
              <a:t> / </a:t>
            </a:r>
            <a:r>
              <a:rPr lang="en-US" dirty="0" err="1"/>
              <a:t>vscode</a:t>
            </a:r>
            <a:r>
              <a:rPr lang="en-US" dirty="0"/>
              <a:t>, and online regex tools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04735CF7814E419237D188CCA99D12" ma:contentTypeVersion="19" ma:contentTypeDescription="Create a new document." ma:contentTypeScope="" ma:versionID="d31b84baf1c1d87e10c4f1864579c1ec">
  <xsd:schema xmlns:xsd="http://www.w3.org/2001/XMLSchema" xmlns:xs="http://www.w3.org/2001/XMLSchema" xmlns:p="http://schemas.microsoft.com/office/2006/metadata/properties" xmlns:ns3="5c288162-3a0f-49b6-8fe2-59156172891e" xmlns:ns4="f8a977ae-6c68-4349-a9b4-32a805694cd6" targetNamespace="http://schemas.microsoft.com/office/2006/metadata/properties" ma:root="true" ma:fieldsID="36f997f5c1c69f924829323a5a1b6a65" ns3:_="" ns4:_="">
    <xsd:import namespace="5c288162-3a0f-49b6-8fe2-59156172891e"/>
    <xsd:import namespace="f8a977ae-6c68-4349-a9b4-32a805694c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288162-3a0f-49b6-8fe2-5915617289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977ae-6c68-4349-a9b4-32a805694c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288162-3a0f-49b6-8fe2-59156172891e" xsi:nil="true"/>
  </documentManagement>
</p:properties>
</file>

<file path=customXml/itemProps1.xml><?xml version="1.0" encoding="utf-8"?>
<ds:datastoreItem xmlns:ds="http://schemas.openxmlformats.org/officeDocument/2006/customXml" ds:itemID="{CD22BE40-0D91-48D4-87BE-D7A082BAFA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65EC0-0C53-47CE-9570-E8AE06BB59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288162-3a0f-49b6-8fe2-59156172891e"/>
    <ds:schemaRef ds:uri="f8a977ae-6c68-4349-a9b4-32a805694c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01661A-0F68-460B-8F55-68504EBEB764}">
  <ds:schemaRefs>
    <ds:schemaRef ds:uri="f8a977ae-6c68-4349-a9b4-32a805694cd6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microsoft.com/office/2006/metadata/properties"/>
    <ds:schemaRef ds:uri="5c288162-3a0f-49b6-8fe2-59156172891e"/>
    <ds:schemaRef ds:uri="http://schemas.openxmlformats.org/package/2006/metadata/core-properties"/>
    <ds:schemaRef ds:uri="http://purl.org/dc/elements/1.1/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356</Words>
  <Application>Microsoft Office PowerPoint</Application>
  <DocSecurity>0</DocSecurity>
  <PresentationFormat>Widescreen</PresentationFormat>
  <Paragraphs>72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PowerPoint Presentation</vt:lpstr>
      <vt:lpstr>Review</vt:lpstr>
      <vt:lpstr>PowerPoint Presentation</vt:lpstr>
      <vt:lpstr>PowerPoint Presentation</vt:lpstr>
      <vt:lpstr>Agenda</vt:lpstr>
      <vt:lpstr>Agenda</vt:lpstr>
      <vt:lpstr>Remote labs</vt:lpstr>
      <vt:lpstr>Agenda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5</cp:revision>
  <dcterms:created xsi:type="dcterms:W3CDTF">2026-09-29T01:46:38Z</dcterms:created>
  <dcterms:modified xsi:type="dcterms:W3CDTF">2026-10-14T16:33:54Z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0x0101007704735CF7814E419237D188CCA99D12</vt:lpwstr>
  </property>
</Properties>
</file>