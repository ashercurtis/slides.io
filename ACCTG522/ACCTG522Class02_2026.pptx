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sldIdLst>
    <p:sldId id="256" r:id="rId2"/>
    <p:sldId id="300" r:id="rId3"/>
    <p:sldId id="304" r:id="rId4"/>
    <p:sldId id="305" r:id="rId5"/>
    <p:sldId id="298" r:id="rId6"/>
    <p:sldId id="333" r:id="rId7"/>
    <p:sldId id="336" r:id="rId8"/>
    <p:sldId id="337" r:id="rId9"/>
    <p:sldId id="338" r:id="rId10"/>
    <p:sldId id="339" r:id="rId11"/>
    <p:sldId id="341" r:id="rId12"/>
    <p:sldId id="342" r:id="rId13"/>
    <p:sldId id="343" r:id="rId14"/>
    <p:sldId id="334" r:id="rId15"/>
    <p:sldId id="344" r:id="rId16"/>
    <p:sldId id="345" r:id="rId17"/>
    <p:sldId id="346" r:id="rId18"/>
    <p:sldId id="347" r:id="rId19"/>
    <p:sldId id="348" r:id="rId20"/>
    <p:sldId id="350" r:id="rId21"/>
    <p:sldId id="351" r:id="rId22"/>
    <p:sldId id="352" r:id="rId23"/>
    <p:sldId id="353" r:id="rId24"/>
    <p:sldId id="355" r:id="rId25"/>
    <p:sldId id="356" r:id="rId26"/>
    <p:sldId id="357" r:id="rId27"/>
    <p:sldId id="358" r:id="rId28"/>
    <p:sldId id="359" r:id="rId29"/>
    <p:sldId id="360" r:id="rId30"/>
    <p:sldId id="361" r:id="rId31"/>
    <p:sldId id="362" r:id="rId32"/>
    <p:sldId id="363" r:id="rId33"/>
    <p:sldId id="369" r:id="rId34"/>
    <p:sldId id="364" r:id="rId35"/>
    <p:sldId id="365" r:id="rId36"/>
    <p:sldId id="366" r:id="rId37"/>
    <p:sldId id="367" r:id="rId38"/>
    <p:sldId id="368" r:id="rId39"/>
    <p:sldId id="335" r:id="rId40"/>
    <p:sldId id="370" r:id="rId41"/>
    <p:sldId id="371" r:id="rId42"/>
    <p:sldId id="372" r:id="rId43"/>
    <p:sldId id="278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B9D165-1855-4DE1-A536-E9E6A52CDFE9}" v="77" dt="2026-10-05T16:28:37.7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158" autoAdjust="0"/>
  </p:normalViewPr>
  <p:slideViewPr>
    <p:cSldViewPr snapToGrid="0">
      <p:cViewPr varScale="1">
        <p:scale>
          <a:sx n="109" d="100"/>
          <a:sy n="109" d="100"/>
        </p:scale>
        <p:origin x="126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er Curtis" userId="494c4f5b-6d11-415a-9d9e-829c1135aa91" providerId="ADAL" clId="{FDEDEEF3-7275-4161-A24C-7071BE30F9A7}"/>
    <pc:docChg chg="custSel addSld delSld modSld sldOrd">
      <pc:chgData name="Asher Curtis" userId="494c4f5b-6d11-415a-9d9e-829c1135aa91" providerId="ADAL" clId="{FDEDEEF3-7275-4161-A24C-7071BE30F9A7}" dt="2026-10-05T16:29:43.482" v="1119" actId="20577"/>
      <pc:docMkLst>
        <pc:docMk/>
      </pc:docMkLst>
      <pc:sldChg chg="modSp">
        <pc:chgData name="Asher Curtis" userId="494c4f5b-6d11-415a-9d9e-829c1135aa91" providerId="ADAL" clId="{FDEDEEF3-7275-4161-A24C-7071BE30F9A7}" dt="2026-10-05T15:11:47.781" v="0"/>
        <pc:sldMkLst>
          <pc:docMk/>
          <pc:sldMk cId="4294885419" sldId="256"/>
        </pc:sldMkLst>
        <pc:spChg chg="mod">
          <ac:chgData name="Asher Curtis" userId="494c4f5b-6d11-415a-9d9e-829c1135aa91" providerId="ADAL" clId="{FDEDEEF3-7275-4161-A24C-7071BE30F9A7}" dt="2026-10-05T15:11:47.781" v="0"/>
          <ac:spMkLst>
            <pc:docMk/>
            <pc:sldMk cId="4294885419" sldId="256"/>
            <ac:spMk id="4" creationId="{42171E04-8C84-4649-B7E3-F266075EC7BB}"/>
          </ac:spMkLst>
        </pc:spChg>
      </pc:sldChg>
      <pc:sldChg chg="del">
        <pc:chgData name="Asher Curtis" userId="494c4f5b-6d11-415a-9d9e-829c1135aa91" providerId="ADAL" clId="{FDEDEEF3-7275-4161-A24C-7071BE30F9A7}" dt="2026-10-05T16:27:52.474" v="966" actId="47"/>
        <pc:sldMkLst>
          <pc:docMk/>
          <pc:sldMk cId="2931208946" sldId="258"/>
        </pc:sldMkLst>
      </pc:sldChg>
      <pc:sldChg chg="del">
        <pc:chgData name="Asher Curtis" userId="494c4f5b-6d11-415a-9d9e-829c1135aa91" providerId="ADAL" clId="{FDEDEEF3-7275-4161-A24C-7071BE30F9A7}" dt="2026-10-05T16:27:52.474" v="966" actId="47"/>
        <pc:sldMkLst>
          <pc:docMk/>
          <pc:sldMk cId="3575301172" sldId="265"/>
        </pc:sldMkLst>
      </pc:sldChg>
      <pc:sldChg chg="add del">
        <pc:chgData name="Asher Curtis" userId="494c4f5b-6d11-415a-9d9e-829c1135aa91" providerId="ADAL" clId="{FDEDEEF3-7275-4161-A24C-7071BE30F9A7}" dt="2026-10-05T15:55:21.841" v="44" actId="47"/>
        <pc:sldMkLst>
          <pc:docMk/>
          <pc:sldMk cId="0" sldId="266"/>
        </pc:sldMkLst>
      </pc:sldChg>
      <pc:sldChg chg="delSp modSp add del mod">
        <pc:chgData name="Asher Curtis" userId="494c4f5b-6d11-415a-9d9e-829c1135aa91" providerId="ADAL" clId="{FDEDEEF3-7275-4161-A24C-7071BE30F9A7}" dt="2026-10-05T15:55:21.841" v="44" actId="47"/>
        <pc:sldMkLst>
          <pc:docMk/>
          <pc:sldMk cId="0" sldId="267"/>
        </pc:sldMkLst>
        <pc:spChg chg="del mod">
          <ac:chgData name="Asher Curtis" userId="494c4f5b-6d11-415a-9d9e-829c1135aa91" providerId="ADAL" clId="{FDEDEEF3-7275-4161-A24C-7071BE30F9A7}" dt="2026-10-05T15:54:33.620" v="36"/>
          <ac:spMkLst>
            <pc:docMk/>
            <pc:sldMk cId="0" sldId="267"/>
            <ac:spMk id="2" creationId="{00000000-0000-0000-0000-000000000000}"/>
          </ac:spMkLst>
        </pc:spChg>
        <pc:spChg chg="del mod">
          <ac:chgData name="Asher Curtis" userId="494c4f5b-6d11-415a-9d9e-829c1135aa91" providerId="ADAL" clId="{FDEDEEF3-7275-4161-A24C-7071BE30F9A7}" dt="2026-10-05T15:54:43.244" v="40"/>
          <ac:spMkLst>
            <pc:docMk/>
            <pc:sldMk cId="0" sldId="267"/>
            <ac:spMk id="3" creationId="{00000000-0000-0000-0000-000000000000}"/>
          </ac:spMkLst>
        </pc:spChg>
      </pc:sldChg>
      <pc:sldChg chg="del">
        <pc:chgData name="Asher Curtis" userId="494c4f5b-6d11-415a-9d9e-829c1135aa91" providerId="ADAL" clId="{FDEDEEF3-7275-4161-A24C-7071BE30F9A7}" dt="2026-10-05T16:27:52.474" v="966" actId="47"/>
        <pc:sldMkLst>
          <pc:docMk/>
          <pc:sldMk cId="3011197103" sldId="273"/>
        </pc:sldMkLst>
      </pc:sldChg>
      <pc:sldChg chg="del">
        <pc:chgData name="Asher Curtis" userId="494c4f5b-6d11-415a-9d9e-829c1135aa91" providerId="ADAL" clId="{FDEDEEF3-7275-4161-A24C-7071BE30F9A7}" dt="2026-10-05T16:27:52.474" v="966" actId="47"/>
        <pc:sldMkLst>
          <pc:docMk/>
          <pc:sldMk cId="2931208946" sldId="274"/>
        </pc:sldMkLst>
      </pc:sldChg>
      <pc:sldChg chg="del">
        <pc:chgData name="Asher Curtis" userId="494c4f5b-6d11-415a-9d9e-829c1135aa91" providerId="ADAL" clId="{FDEDEEF3-7275-4161-A24C-7071BE30F9A7}" dt="2026-10-05T16:27:52.474" v="966" actId="47"/>
        <pc:sldMkLst>
          <pc:docMk/>
          <pc:sldMk cId="2931208946" sldId="277"/>
        </pc:sldMkLst>
      </pc:sldChg>
      <pc:sldChg chg="modSp mod">
        <pc:chgData name="Asher Curtis" userId="494c4f5b-6d11-415a-9d9e-829c1135aa91" providerId="ADAL" clId="{FDEDEEF3-7275-4161-A24C-7071BE30F9A7}" dt="2026-10-05T16:29:43.482" v="1119" actId="20577"/>
        <pc:sldMkLst>
          <pc:docMk/>
          <pc:sldMk cId="2931208946" sldId="278"/>
        </pc:sldMkLst>
        <pc:spChg chg="mod">
          <ac:chgData name="Asher Curtis" userId="494c4f5b-6d11-415a-9d9e-829c1135aa91" providerId="ADAL" clId="{FDEDEEF3-7275-4161-A24C-7071BE30F9A7}" dt="2026-10-05T16:29:43.482" v="1119" actId="20577"/>
          <ac:spMkLst>
            <pc:docMk/>
            <pc:sldMk cId="2931208946" sldId="278"/>
            <ac:spMk id="2" creationId="{11EC96EB-8371-4B7E-A0C3-573FD660BBA7}"/>
          </ac:spMkLst>
        </pc:spChg>
        <pc:spChg chg="mod">
          <ac:chgData name="Asher Curtis" userId="494c4f5b-6d11-415a-9d9e-829c1135aa91" providerId="ADAL" clId="{FDEDEEF3-7275-4161-A24C-7071BE30F9A7}" dt="2026-10-05T16:27:59.534" v="969" actId="20577"/>
          <ac:spMkLst>
            <pc:docMk/>
            <pc:sldMk cId="2931208946" sldId="278"/>
            <ac:spMk id="5" creationId="{084B59F3-FA70-48A1-8B0F-551483EAAA2F}"/>
          </ac:spMkLst>
        </pc:spChg>
      </pc:sldChg>
      <pc:sldChg chg="del">
        <pc:chgData name="Asher Curtis" userId="494c4f5b-6d11-415a-9d9e-829c1135aa91" providerId="ADAL" clId="{FDEDEEF3-7275-4161-A24C-7071BE30F9A7}" dt="2026-10-05T16:27:52.474" v="966" actId="47"/>
        <pc:sldMkLst>
          <pc:docMk/>
          <pc:sldMk cId="2571182236" sldId="294"/>
        </pc:sldMkLst>
      </pc:sldChg>
      <pc:sldChg chg="ord">
        <pc:chgData name="Asher Curtis" userId="494c4f5b-6d11-415a-9d9e-829c1135aa91" providerId="ADAL" clId="{FDEDEEF3-7275-4161-A24C-7071BE30F9A7}" dt="2026-10-05T15:41:09.337" v="11"/>
        <pc:sldMkLst>
          <pc:docMk/>
          <pc:sldMk cId="3613419159" sldId="298"/>
        </pc:sldMkLst>
      </pc:sldChg>
      <pc:sldChg chg="del">
        <pc:chgData name="Asher Curtis" userId="494c4f5b-6d11-415a-9d9e-829c1135aa91" providerId="ADAL" clId="{FDEDEEF3-7275-4161-A24C-7071BE30F9A7}" dt="2026-10-05T16:27:52.474" v="966" actId="47"/>
        <pc:sldMkLst>
          <pc:docMk/>
          <pc:sldMk cId="1907467536" sldId="299"/>
        </pc:sldMkLst>
      </pc:sldChg>
      <pc:sldChg chg="modSp">
        <pc:chgData name="Asher Curtis" userId="494c4f5b-6d11-415a-9d9e-829c1135aa91" providerId="ADAL" clId="{FDEDEEF3-7275-4161-A24C-7071BE30F9A7}" dt="2026-10-05T15:40:26.855" v="9"/>
        <pc:sldMkLst>
          <pc:docMk/>
          <pc:sldMk cId="4272180523" sldId="300"/>
        </pc:sldMkLst>
        <pc:spChg chg="mod">
          <ac:chgData name="Asher Curtis" userId="494c4f5b-6d11-415a-9d9e-829c1135aa91" providerId="ADAL" clId="{FDEDEEF3-7275-4161-A24C-7071BE30F9A7}" dt="2026-10-05T15:40:26.855" v="9"/>
          <ac:spMkLst>
            <pc:docMk/>
            <pc:sldMk cId="4272180523" sldId="300"/>
            <ac:spMk id="2" creationId="{4BF555D3-14D1-2CA6-3E9F-FDB21F020B98}"/>
          </ac:spMkLst>
        </pc:spChg>
      </pc:sldChg>
      <pc:sldChg chg="del ord">
        <pc:chgData name="Asher Curtis" userId="494c4f5b-6d11-415a-9d9e-829c1135aa91" providerId="ADAL" clId="{FDEDEEF3-7275-4161-A24C-7071BE30F9A7}" dt="2026-10-05T16:27:52.474" v="966" actId="47"/>
        <pc:sldMkLst>
          <pc:docMk/>
          <pc:sldMk cId="505843381" sldId="301"/>
        </pc:sldMkLst>
      </pc:sldChg>
      <pc:sldChg chg="del">
        <pc:chgData name="Asher Curtis" userId="494c4f5b-6d11-415a-9d9e-829c1135aa91" providerId="ADAL" clId="{FDEDEEF3-7275-4161-A24C-7071BE30F9A7}" dt="2026-10-05T16:27:52.474" v="966" actId="47"/>
        <pc:sldMkLst>
          <pc:docMk/>
          <pc:sldMk cId="3869822987" sldId="302"/>
        </pc:sldMkLst>
      </pc:sldChg>
      <pc:sldChg chg="del">
        <pc:chgData name="Asher Curtis" userId="494c4f5b-6d11-415a-9d9e-829c1135aa91" providerId="ADAL" clId="{FDEDEEF3-7275-4161-A24C-7071BE30F9A7}" dt="2026-10-05T16:27:52.474" v="966" actId="47"/>
        <pc:sldMkLst>
          <pc:docMk/>
          <pc:sldMk cId="2382680563" sldId="303"/>
        </pc:sldMkLst>
      </pc:sldChg>
      <pc:sldChg chg="ord">
        <pc:chgData name="Asher Curtis" userId="494c4f5b-6d11-415a-9d9e-829c1135aa91" providerId="ADAL" clId="{FDEDEEF3-7275-4161-A24C-7071BE30F9A7}" dt="2026-10-05T15:41:09.337" v="11"/>
        <pc:sldMkLst>
          <pc:docMk/>
          <pc:sldMk cId="1696637569" sldId="304"/>
        </pc:sldMkLst>
      </pc:sldChg>
      <pc:sldChg chg="ord">
        <pc:chgData name="Asher Curtis" userId="494c4f5b-6d11-415a-9d9e-829c1135aa91" providerId="ADAL" clId="{FDEDEEF3-7275-4161-A24C-7071BE30F9A7}" dt="2026-10-05T15:41:09.337" v="11"/>
        <pc:sldMkLst>
          <pc:docMk/>
          <pc:sldMk cId="2131598772" sldId="305"/>
        </pc:sldMkLst>
      </pc:sldChg>
      <pc:sldChg chg="del">
        <pc:chgData name="Asher Curtis" userId="494c4f5b-6d11-415a-9d9e-829c1135aa91" providerId="ADAL" clId="{FDEDEEF3-7275-4161-A24C-7071BE30F9A7}" dt="2026-10-05T16:27:52.474" v="966" actId="47"/>
        <pc:sldMkLst>
          <pc:docMk/>
          <pc:sldMk cId="258464405" sldId="306"/>
        </pc:sldMkLst>
      </pc:sldChg>
      <pc:sldChg chg="del">
        <pc:chgData name="Asher Curtis" userId="494c4f5b-6d11-415a-9d9e-829c1135aa91" providerId="ADAL" clId="{FDEDEEF3-7275-4161-A24C-7071BE30F9A7}" dt="2026-10-05T16:27:52.474" v="966" actId="47"/>
        <pc:sldMkLst>
          <pc:docMk/>
          <pc:sldMk cId="3049864656" sldId="308"/>
        </pc:sldMkLst>
      </pc:sldChg>
      <pc:sldChg chg="del">
        <pc:chgData name="Asher Curtis" userId="494c4f5b-6d11-415a-9d9e-829c1135aa91" providerId="ADAL" clId="{FDEDEEF3-7275-4161-A24C-7071BE30F9A7}" dt="2026-10-05T16:27:52.474" v="966" actId="47"/>
        <pc:sldMkLst>
          <pc:docMk/>
          <pc:sldMk cId="3083667328" sldId="309"/>
        </pc:sldMkLst>
      </pc:sldChg>
      <pc:sldChg chg="del">
        <pc:chgData name="Asher Curtis" userId="494c4f5b-6d11-415a-9d9e-829c1135aa91" providerId="ADAL" clId="{FDEDEEF3-7275-4161-A24C-7071BE30F9A7}" dt="2026-10-05T16:27:52.474" v="966" actId="47"/>
        <pc:sldMkLst>
          <pc:docMk/>
          <pc:sldMk cId="716878735" sldId="310"/>
        </pc:sldMkLst>
      </pc:sldChg>
      <pc:sldChg chg="del">
        <pc:chgData name="Asher Curtis" userId="494c4f5b-6d11-415a-9d9e-829c1135aa91" providerId="ADAL" clId="{FDEDEEF3-7275-4161-A24C-7071BE30F9A7}" dt="2026-10-05T16:27:52.474" v="966" actId="47"/>
        <pc:sldMkLst>
          <pc:docMk/>
          <pc:sldMk cId="1263295255" sldId="311"/>
        </pc:sldMkLst>
      </pc:sldChg>
      <pc:sldChg chg="del">
        <pc:chgData name="Asher Curtis" userId="494c4f5b-6d11-415a-9d9e-829c1135aa91" providerId="ADAL" clId="{FDEDEEF3-7275-4161-A24C-7071BE30F9A7}" dt="2026-10-05T16:27:52.474" v="966" actId="47"/>
        <pc:sldMkLst>
          <pc:docMk/>
          <pc:sldMk cId="1517994696" sldId="312"/>
        </pc:sldMkLst>
      </pc:sldChg>
      <pc:sldChg chg="del">
        <pc:chgData name="Asher Curtis" userId="494c4f5b-6d11-415a-9d9e-829c1135aa91" providerId="ADAL" clId="{FDEDEEF3-7275-4161-A24C-7071BE30F9A7}" dt="2026-10-05T16:27:52.474" v="966" actId="47"/>
        <pc:sldMkLst>
          <pc:docMk/>
          <pc:sldMk cId="387540461" sldId="313"/>
        </pc:sldMkLst>
      </pc:sldChg>
      <pc:sldChg chg="del">
        <pc:chgData name="Asher Curtis" userId="494c4f5b-6d11-415a-9d9e-829c1135aa91" providerId="ADAL" clId="{FDEDEEF3-7275-4161-A24C-7071BE30F9A7}" dt="2026-10-05T16:27:52.474" v="966" actId="47"/>
        <pc:sldMkLst>
          <pc:docMk/>
          <pc:sldMk cId="3561455569" sldId="314"/>
        </pc:sldMkLst>
      </pc:sldChg>
      <pc:sldChg chg="del">
        <pc:chgData name="Asher Curtis" userId="494c4f5b-6d11-415a-9d9e-829c1135aa91" providerId="ADAL" clId="{FDEDEEF3-7275-4161-A24C-7071BE30F9A7}" dt="2026-10-05T16:27:52.474" v="966" actId="47"/>
        <pc:sldMkLst>
          <pc:docMk/>
          <pc:sldMk cId="177755721" sldId="315"/>
        </pc:sldMkLst>
      </pc:sldChg>
      <pc:sldChg chg="del">
        <pc:chgData name="Asher Curtis" userId="494c4f5b-6d11-415a-9d9e-829c1135aa91" providerId="ADAL" clId="{FDEDEEF3-7275-4161-A24C-7071BE30F9A7}" dt="2026-10-05T16:27:52.474" v="966" actId="47"/>
        <pc:sldMkLst>
          <pc:docMk/>
          <pc:sldMk cId="1572263721" sldId="316"/>
        </pc:sldMkLst>
      </pc:sldChg>
      <pc:sldChg chg="del">
        <pc:chgData name="Asher Curtis" userId="494c4f5b-6d11-415a-9d9e-829c1135aa91" providerId="ADAL" clId="{FDEDEEF3-7275-4161-A24C-7071BE30F9A7}" dt="2026-10-05T16:27:52.474" v="966" actId="47"/>
        <pc:sldMkLst>
          <pc:docMk/>
          <pc:sldMk cId="631319117" sldId="322"/>
        </pc:sldMkLst>
      </pc:sldChg>
      <pc:sldChg chg="del">
        <pc:chgData name="Asher Curtis" userId="494c4f5b-6d11-415a-9d9e-829c1135aa91" providerId="ADAL" clId="{FDEDEEF3-7275-4161-A24C-7071BE30F9A7}" dt="2026-10-05T16:27:52.474" v="966" actId="47"/>
        <pc:sldMkLst>
          <pc:docMk/>
          <pc:sldMk cId="169923284" sldId="323"/>
        </pc:sldMkLst>
      </pc:sldChg>
      <pc:sldChg chg="del">
        <pc:chgData name="Asher Curtis" userId="494c4f5b-6d11-415a-9d9e-829c1135aa91" providerId="ADAL" clId="{FDEDEEF3-7275-4161-A24C-7071BE30F9A7}" dt="2026-10-05T16:27:52.474" v="966" actId="47"/>
        <pc:sldMkLst>
          <pc:docMk/>
          <pc:sldMk cId="3969321988" sldId="324"/>
        </pc:sldMkLst>
      </pc:sldChg>
      <pc:sldChg chg="del">
        <pc:chgData name="Asher Curtis" userId="494c4f5b-6d11-415a-9d9e-829c1135aa91" providerId="ADAL" clId="{FDEDEEF3-7275-4161-A24C-7071BE30F9A7}" dt="2026-10-05T16:27:52.474" v="966" actId="47"/>
        <pc:sldMkLst>
          <pc:docMk/>
          <pc:sldMk cId="2668263630" sldId="325"/>
        </pc:sldMkLst>
      </pc:sldChg>
      <pc:sldChg chg="del">
        <pc:chgData name="Asher Curtis" userId="494c4f5b-6d11-415a-9d9e-829c1135aa91" providerId="ADAL" clId="{FDEDEEF3-7275-4161-A24C-7071BE30F9A7}" dt="2026-10-05T16:27:52.474" v="966" actId="47"/>
        <pc:sldMkLst>
          <pc:docMk/>
          <pc:sldMk cId="2680360260" sldId="326"/>
        </pc:sldMkLst>
      </pc:sldChg>
      <pc:sldChg chg="del">
        <pc:chgData name="Asher Curtis" userId="494c4f5b-6d11-415a-9d9e-829c1135aa91" providerId="ADAL" clId="{FDEDEEF3-7275-4161-A24C-7071BE30F9A7}" dt="2026-10-05T16:27:52.474" v="966" actId="47"/>
        <pc:sldMkLst>
          <pc:docMk/>
          <pc:sldMk cId="969758090" sldId="327"/>
        </pc:sldMkLst>
      </pc:sldChg>
      <pc:sldChg chg="del">
        <pc:chgData name="Asher Curtis" userId="494c4f5b-6d11-415a-9d9e-829c1135aa91" providerId="ADAL" clId="{FDEDEEF3-7275-4161-A24C-7071BE30F9A7}" dt="2026-10-05T16:27:52.474" v="966" actId="47"/>
        <pc:sldMkLst>
          <pc:docMk/>
          <pc:sldMk cId="4285794097" sldId="328"/>
        </pc:sldMkLst>
      </pc:sldChg>
      <pc:sldChg chg="del">
        <pc:chgData name="Asher Curtis" userId="494c4f5b-6d11-415a-9d9e-829c1135aa91" providerId="ADAL" clId="{FDEDEEF3-7275-4161-A24C-7071BE30F9A7}" dt="2026-10-05T16:27:52.474" v="966" actId="47"/>
        <pc:sldMkLst>
          <pc:docMk/>
          <pc:sldMk cId="4273456307" sldId="329"/>
        </pc:sldMkLst>
      </pc:sldChg>
      <pc:sldChg chg="del">
        <pc:chgData name="Asher Curtis" userId="494c4f5b-6d11-415a-9d9e-829c1135aa91" providerId="ADAL" clId="{FDEDEEF3-7275-4161-A24C-7071BE30F9A7}" dt="2026-10-05T16:27:52.474" v="966" actId="47"/>
        <pc:sldMkLst>
          <pc:docMk/>
          <pc:sldMk cId="2816520152" sldId="330"/>
        </pc:sldMkLst>
      </pc:sldChg>
      <pc:sldChg chg="del">
        <pc:chgData name="Asher Curtis" userId="494c4f5b-6d11-415a-9d9e-829c1135aa91" providerId="ADAL" clId="{FDEDEEF3-7275-4161-A24C-7071BE30F9A7}" dt="2026-10-05T16:27:52.474" v="966" actId="47"/>
        <pc:sldMkLst>
          <pc:docMk/>
          <pc:sldMk cId="731686168" sldId="331"/>
        </pc:sldMkLst>
      </pc:sldChg>
      <pc:sldChg chg="del">
        <pc:chgData name="Asher Curtis" userId="494c4f5b-6d11-415a-9d9e-829c1135aa91" providerId="ADAL" clId="{FDEDEEF3-7275-4161-A24C-7071BE30F9A7}" dt="2026-10-05T16:27:52.474" v="966" actId="47"/>
        <pc:sldMkLst>
          <pc:docMk/>
          <pc:sldMk cId="163399147" sldId="332"/>
        </pc:sldMkLst>
      </pc:sldChg>
      <pc:sldChg chg="modSp">
        <pc:chgData name="Asher Curtis" userId="494c4f5b-6d11-415a-9d9e-829c1135aa91" providerId="ADAL" clId="{FDEDEEF3-7275-4161-A24C-7071BE30F9A7}" dt="2026-10-05T15:40:22.093" v="8"/>
        <pc:sldMkLst>
          <pc:docMk/>
          <pc:sldMk cId="2428794465" sldId="333"/>
        </pc:sldMkLst>
        <pc:spChg chg="mod">
          <ac:chgData name="Asher Curtis" userId="494c4f5b-6d11-415a-9d9e-829c1135aa91" providerId="ADAL" clId="{FDEDEEF3-7275-4161-A24C-7071BE30F9A7}" dt="2026-10-05T15:40:22.093" v="8"/>
          <ac:spMkLst>
            <pc:docMk/>
            <pc:sldMk cId="2428794465" sldId="333"/>
            <ac:spMk id="2" creationId="{B1C78984-A869-C537-063A-A0DA265A2337}"/>
          </ac:spMkLst>
        </pc:spChg>
      </pc:sldChg>
      <pc:sldChg chg="modSp">
        <pc:chgData name="Asher Curtis" userId="494c4f5b-6d11-415a-9d9e-829c1135aa91" providerId="ADAL" clId="{FDEDEEF3-7275-4161-A24C-7071BE30F9A7}" dt="2026-10-05T15:40:36.659" v="10"/>
        <pc:sldMkLst>
          <pc:docMk/>
          <pc:sldMk cId="2379907945" sldId="335"/>
        </pc:sldMkLst>
        <pc:spChg chg="mod">
          <ac:chgData name="Asher Curtis" userId="494c4f5b-6d11-415a-9d9e-829c1135aa91" providerId="ADAL" clId="{FDEDEEF3-7275-4161-A24C-7071BE30F9A7}" dt="2026-10-05T15:40:36.659" v="10"/>
          <ac:spMkLst>
            <pc:docMk/>
            <pc:sldMk cId="2379907945" sldId="335"/>
            <ac:spMk id="2" creationId="{3D3E90D4-E3DC-85C9-1B77-22E560AADE0F}"/>
          </ac:spMkLst>
        </pc:spChg>
      </pc:sldChg>
      <pc:sldChg chg="modSp">
        <pc:chgData name="Asher Curtis" userId="494c4f5b-6d11-415a-9d9e-829c1135aa91" providerId="ADAL" clId="{FDEDEEF3-7275-4161-A24C-7071BE30F9A7}" dt="2026-10-05T15:45:02.172" v="13"/>
        <pc:sldMkLst>
          <pc:docMk/>
          <pc:sldMk cId="3937551633" sldId="336"/>
        </pc:sldMkLst>
        <pc:spChg chg="mod">
          <ac:chgData name="Asher Curtis" userId="494c4f5b-6d11-415a-9d9e-829c1135aa91" providerId="ADAL" clId="{FDEDEEF3-7275-4161-A24C-7071BE30F9A7}" dt="2026-10-05T15:44:27.571" v="12"/>
          <ac:spMkLst>
            <pc:docMk/>
            <pc:sldMk cId="3937551633" sldId="336"/>
            <ac:spMk id="2" creationId="{4CDF9DEA-0C5F-7324-3E86-A6A724716277}"/>
          </ac:spMkLst>
        </pc:spChg>
        <pc:spChg chg="mod">
          <ac:chgData name="Asher Curtis" userId="494c4f5b-6d11-415a-9d9e-829c1135aa91" providerId="ADAL" clId="{FDEDEEF3-7275-4161-A24C-7071BE30F9A7}" dt="2026-10-05T15:45:02.172" v="13"/>
          <ac:spMkLst>
            <pc:docMk/>
            <pc:sldMk cId="3937551633" sldId="336"/>
            <ac:spMk id="4" creationId="{7BE83AF3-2932-75B0-A647-F2212CB5CD9A}"/>
          </ac:spMkLst>
        </pc:spChg>
      </pc:sldChg>
      <pc:sldChg chg="modSp">
        <pc:chgData name="Asher Curtis" userId="494c4f5b-6d11-415a-9d9e-829c1135aa91" providerId="ADAL" clId="{FDEDEEF3-7275-4161-A24C-7071BE30F9A7}" dt="2026-10-05T15:47:16.113" v="15"/>
        <pc:sldMkLst>
          <pc:docMk/>
          <pc:sldMk cId="1714388298" sldId="337"/>
        </pc:sldMkLst>
        <pc:spChg chg="mod">
          <ac:chgData name="Asher Curtis" userId="494c4f5b-6d11-415a-9d9e-829c1135aa91" providerId="ADAL" clId="{FDEDEEF3-7275-4161-A24C-7071BE30F9A7}" dt="2026-10-05T15:47:16.113" v="15"/>
          <ac:spMkLst>
            <pc:docMk/>
            <pc:sldMk cId="1714388298" sldId="337"/>
            <ac:spMk id="2" creationId="{1953E27F-1CE7-13CC-846A-28BE7A25CE20}"/>
          </ac:spMkLst>
        </pc:spChg>
        <pc:spChg chg="mod">
          <ac:chgData name="Asher Curtis" userId="494c4f5b-6d11-415a-9d9e-829c1135aa91" providerId="ADAL" clId="{FDEDEEF3-7275-4161-A24C-7071BE30F9A7}" dt="2026-10-05T15:47:00.337" v="14"/>
          <ac:spMkLst>
            <pc:docMk/>
            <pc:sldMk cId="1714388298" sldId="337"/>
            <ac:spMk id="3" creationId="{278B517D-761A-ED1C-5D66-6B2ABF7B3EDB}"/>
          </ac:spMkLst>
        </pc:spChg>
      </pc:sldChg>
      <pc:sldChg chg="modSp">
        <pc:chgData name="Asher Curtis" userId="494c4f5b-6d11-415a-9d9e-829c1135aa91" providerId="ADAL" clId="{FDEDEEF3-7275-4161-A24C-7071BE30F9A7}" dt="2026-10-05T15:48:24.017" v="18"/>
        <pc:sldMkLst>
          <pc:docMk/>
          <pc:sldMk cId="1460355075" sldId="338"/>
        </pc:sldMkLst>
        <pc:spChg chg="mod">
          <ac:chgData name="Asher Curtis" userId="494c4f5b-6d11-415a-9d9e-829c1135aa91" providerId="ADAL" clId="{FDEDEEF3-7275-4161-A24C-7071BE30F9A7}" dt="2026-10-05T15:48:24.017" v="18"/>
          <ac:spMkLst>
            <pc:docMk/>
            <pc:sldMk cId="1460355075" sldId="338"/>
            <ac:spMk id="2" creationId="{849B0204-E059-71A8-3DD8-E1C88E73B8DA}"/>
          </ac:spMkLst>
        </pc:spChg>
        <pc:spChg chg="mod">
          <ac:chgData name="Asher Curtis" userId="494c4f5b-6d11-415a-9d9e-829c1135aa91" providerId="ADAL" clId="{FDEDEEF3-7275-4161-A24C-7071BE30F9A7}" dt="2026-10-05T15:48:01.764" v="16"/>
          <ac:spMkLst>
            <pc:docMk/>
            <pc:sldMk cId="1460355075" sldId="338"/>
            <ac:spMk id="3" creationId="{608C50D0-6CB1-1EC3-647B-DEB29ACCD215}"/>
          </ac:spMkLst>
        </pc:spChg>
      </pc:sldChg>
      <pc:sldChg chg="modSp">
        <pc:chgData name="Asher Curtis" userId="494c4f5b-6d11-415a-9d9e-829c1135aa91" providerId="ADAL" clId="{FDEDEEF3-7275-4161-A24C-7071BE30F9A7}" dt="2026-10-05T15:50:21.372" v="19"/>
        <pc:sldMkLst>
          <pc:docMk/>
          <pc:sldMk cId="4175343837" sldId="339"/>
        </pc:sldMkLst>
        <pc:spChg chg="mod">
          <ac:chgData name="Asher Curtis" userId="494c4f5b-6d11-415a-9d9e-829c1135aa91" providerId="ADAL" clId="{FDEDEEF3-7275-4161-A24C-7071BE30F9A7}" dt="2026-10-05T15:50:21.372" v="19"/>
          <ac:spMkLst>
            <pc:docMk/>
            <pc:sldMk cId="4175343837" sldId="339"/>
            <ac:spMk id="3" creationId="{CBCF5A0B-BCFD-4E21-D219-3365E5D784EB}"/>
          </ac:spMkLst>
        </pc:spChg>
      </pc:sldChg>
      <pc:sldChg chg="delSp modSp add del mod">
        <pc:chgData name="Asher Curtis" userId="494c4f5b-6d11-415a-9d9e-829c1135aa91" providerId="ADAL" clId="{FDEDEEF3-7275-4161-A24C-7071BE30F9A7}" dt="2026-10-05T15:55:21.841" v="44" actId="47"/>
        <pc:sldMkLst>
          <pc:docMk/>
          <pc:sldMk cId="0" sldId="340"/>
        </pc:sldMkLst>
        <pc:spChg chg="del">
          <ac:chgData name="Asher Curtis" userId="494c4f5b-6d11-415a-9d9e-829c1135aa91" providerId="ADAL" clId="{FDEDEEF3-7275-4161-A24C-7071BE30F9A7}" dt="2026-10-05T15:52:13.266" v="23"/>
          <ac:spMkLst>
            <pc:docMk/>
            <pc:sldMk cId="0" sldId="340"/>
            <ac:spMk id="2" creationId="{00000000-0000-0000-0000-000000000000}"/>
          </ac:spMkLst>
        </pc:spChg>
        <pc:spChg chg="del mod">
          <ac:chgData name="Asher Curtis" userId="494c4f5b-6d11-415a-9d9e-829c1135aa91" providerId="ADAL" clId="{FDEDEEF3-7275-4161-A24C-7071BE30F9A7}" dt="2026-10-05T15:53:21.283" v="27"/>
          <ac:spMkLst>
            <pc:docMk/>
            <pc:sldMk cId="0" sldId="340"/>
            <ac:spMk id="3" creationId="{00000000-0000-0000-0000-000000000000}"/>
          </ac:spMkLst>
        </pc:spChg>
      </pc:sldChg>
      <pc:sldChg chg="modSp">
        <pc:chgData name="Asher Curtis" userId="494c4f5b-6d11-415a-9d9e-829c1135aa91" providerId="ADAL" clId="{FDEDEEF3-7275-4161-A24C-7071BE30F9A7}" dt="2026-10-05T15:53:22.951" v="28"/>
        <pc:sldMkLst>
          <pc:docMk/>
          <pc:sldMk cId="3478850183" sldId="341"/>
        </pc:sldMkLst>
        <pc:spChg chg="mod">
          <ac:chgData name="Asher Curtis" userId="494c4f5b-6d11-415a-9d9e-829c1135aa91" providerId="ADAL" clId="{FDEDEEF3-7275-4161-A24C-7071BE30F9A7}" dt="2026-10-05T15:53:22.951" v="28"/>
          <ac:spMkLst>
            <pc:docMk/>
            <pc:sldMk cId="3478850183" sldId="341"/>
            <ac:spMk id="2" creationId="{DB1AF3DF-94A1-296D-E13F-6C24C69979F9}"/>
          </ac:spMkLst>
        </pc:spChg>
        <pc:spChg chg="mod">
          <ac:chgData name="Asher Curtis" userId="494c4f5b-6d11-415a-9d9e-829c1135aa91" providerId="ADAL" clId="{FDEDEEF3-7275-4161-A24C-7071BE30F9A7}" dt="2026-10-05T15:52:18.468" v="24"/>
          <ac:spMkLst>
            <pc:docMk/>
            <pc:sldMk cId="3478850183" sldId="341"/>
            <ac:spMk id="3" creationId="{DEC54E1B-7C39-8D5C-DF40-8E60EC503331}"/>
          </ac:spMkLst>
        </pc:spChg>
      </pc:sldChg>
      <pc:sldChg chg="modSp new mod">
        <pc:chgData name="Asher Curtis" userId="494c4f5b-6d11-415a-9d9e-829c1135aa91" providerId="ADAL" clId="{FDEDEEF3-7275-4161-A24C-7071BE30F9A7}" dt="2026-10-05T15:54:04.311" v="32"/>
        <pc:sldMkLst>
          <pc:docMk/>
          <pc:sldMk cId="866056707" sldId="342"/>
        </pc:sldMkLst>
        <pc:spChg chg="mod">
          <ac:chgData name="Asher Curtis" userId="494c4f5b-6d11-415a-9d9e-829c1135aa91" providerId="ADAL" clId="{FDEDEEF3-7275-4161-A24C-7071BE30F9A7}" dt="2026-10-05T15:54:04.311" v="32"/>
          <ac:spMkLst>
            <pc:docMk/>
            <pc:sldMk cId="866056707" sldId="342"/>
            <ac:spMk id="2" creationId="{6E3BA3F6-8FFD-323B-7C71-6130027E1AFD}"/>
          </ac:spMkLst>
        </pc:spChg>
        <pc:spChg chg="mod">
          <ac:chgData name="Asher Curtis" userId="494c4f5b-6d11-415a-9d9e-829c1135aa91" providerId="ADAL" clId="{FDEDEEF3-7275-4161-A24C-7071BE30F9A7}" dt="2026-10-05T15:53:55.957" v="31" actId="20577"/>
          <ac:spMkLst>
            <pc:docMk/>
            <pc:sldMk cId="866056707" sldId="342"/>
            <ac:spMk id="3" creationId="{409E0AA5-3DE5-000E-59EA-81F0E129224C}"/>
          </ac:spMkLst>
        </pc:spChg>
      </pc:sldChg>
      <pc:sldChg chg="modSp new mod">
        <pc:chgData name="Asher Curtis" userId="494c4f5b-6d11-415a-9d9e-829c1135aa91" providerId="ADAL" clId="{FDEDEEF3-7275-4161-A24C-7071BE30F9A7}" dt="2026-10-05T15:55:05.613" v="43" actId="6549"/>
        <pc:sldMkLst>
          <pc:docMk/>
          <pc:sldMk cId="4136147729" sldId="343"/>
        </pc:sldMkLst>
        <pc:spChg chg="mod">
          <ac:chgData name="Asher Curtis" userId="494c4f5b-6d11-415a-9d9e-829c1135aa91" providerId="ADAL" clId="{FDEDEEF3-7275-4161-A24C-7071BE30F9A7}" dt="2026-10-05T15:55:05.613" v="43" actId="6549"/>
          <ac:spMkLst>
            <pc:docMk/>
            <pc:sldMk cId="4136147729" sldId="343"/>
            <ac:spMk id="2" creationId="{2FAA8BF6-4F80-D511-E11B-B2A9A795C113}"/>
          </ac:spMkLst>
        </pc:spChg>
        <pc:spChg chg="mod">
          <ac:chgData name="Asher Curtis" userId="494c4f5b-6d11-415a-9d9e-829c1135aa91" providerId="ADAL" clId="{FDEDEEF3-7275-4161-A24C-7071BE30F9A7}" dt="2026-10-05T15:54:35.188" v="37"/>
          <ac:spMkLst>
            <pc:docMk/>
            <pc:sldMk cId="4136147729" sldId="343"/>
            <ac:spMk id="3" creationId="{4A3F5A76-A1B6-625C-8433-08D8D45BB7FD}"/>
          </ac:spMkLst>
        </pc:spChg>
      </pc:sldChg>
      <pc:sldChg chg="modSp new mod">
        <pc:chgData name="Asher Curtis" userId="494c4f5b-6d11-415a-9d9e-829c1135aa91" providerId="ADAL" clId="{FDEDEEF3-7275-4161-A24C-7071BE30F9A7}" dt="2026-10-05T15:57:39.774" v="281" actId="14100"/>
        <pc:sldMkLst>
          <pc:docMk/>
          <pc:sldMk cId="2578865972" sldId="344"/>
        </pc:sldMkLst>
        <pc:spChg chg="mod">
          <ac:chgData name="Asher Curtis" userId="494c4f5b-6d11-415a-9d9e-829c1135aa91" providerId="ADAL" clId="{FDEDEEF3-7275-4161-A24C-7071BE30F9A7}" dt="2026-10-05T15:57:39.774" v="281" actId="14100"/>
          <ac:spMkLst>
            <pc:docMk/>
            <pc:sldMk cId="2578865972" sldId="344"/>
            <ac:spMk id="2" creationId="{ECE9F3CB-CB18-91B7-AB7B-D71D662D0581}"/>
          </ac:spMkLst>
        </pc:spChg>
        <pc:spChg chg="mod">
          <ac:chgData name="Asher Curtis" userId="494c4f5b-6d11-415a-9d9e-829c1135aa91" providerId="ADAL" clId="{FDEDEEF3-7275-4161-A24C-7071BE30F9A7}" dt="2026-10-05T15:55:50.939" v="82" actId="20577"/>
          <ac:spMkLst>
            <pc:docMk/>
            <pc:sldMk cId="2578865972" sldId="344"/>
            <ac:spMk id="3" creationId="{42E3F2E8-1BE4-033A-1597-064A22E18F46}"/>
          </ac:spMkLst>
        </pc:spChg>
      </pc:sldChg>
      <pc:sldChg chg="modSp new mod">
        <pc:chgData name="Asher Curtis" userId="494c4f5b-6d11-415a-9d9e-829c1135aa91" providerId="ADAL" clId="{FDEDEEF3-7275-4161-A24C-7071BE30F9A7}" dt="2026-10-05T15:59:32.132" v="456" actId="6549"/>
        <pc:sldMkLst>
          <pc:docMk/>
          <pc:sldMk cId="231464039" sldId="345"/>
        </pc:sldMkLst>
        <pc:spChg chg="mod">
          <ac:chgData name="Asher Curtis" userId="494c4f5b-6d11-415a-9d9e-829c1135aa91" providerId="ADAL" clId="{FDEDEEF3-7275-4161-A24C-7071BE30F9A7}" dt="2026-10-05T15:59:32.132" v="456" actId="6549"/>
          <ac:spMkLst>
            <pc:docMk/>
            <pc:sldMk cId="231464039" sldId="345"/>
            <ac:spMk id="2" creationId="{DF83CEC4-F579-D01E-8F0D-CAD348705565}"/>
          </ac:spMkLst>
        </pc:spChg>
        <pc:spChg chg="mod">
          <ac:chgData name="Asher Curtis" userId="494c4f5b-6d11-415a-9d9e-829c1135aa91" providerId="ADAL" clId="{FDEDEEF3-7275-4161-A24C-7071BE30F9A7}" dt="2026-10-05T15:58:05.755" v="296" actId="20577"/>
          <ac:spMkLst>
            <pc:docMk/>
            <pc:sldMk cId="231464039" sldId="345"/>
            <ac:spMk id="3" creationId="{0722B2A7-F542-20D3-F654-A46FE70175D3}"/>
          </ac:spMkLst>
        </pc:spChg>
      </pc:sldChg>
      <pc:sldChg chg="modSp new mod">
        <pc:chgData name="Asher Curtis" userId="494c4f5b-6d11-415a-9d9e-829c1135aa91" providerId="ADAL" clId="{FDEDEEF3-7275-4161-A24C-7071BE30F9A7}" dt="2026-10-05T16:00:10.792" v="467" actId="14100"/>
        <pc:sldMkLst>
          <pc:docMk/>
          <pc:sldMk cId="3376092559" sldId="346"/>
        </pc:sldMkLst>
        <pc:spChg chg="mod">
          <ac:chgData name="Asher Curtis" userId="494c4f5b-6d11-415a-9d9e-829c1135aa91" providerId="ADAL" clId="{FDEDEEF3-7275-4161-A24C-7071BE30F9A7}" dt="2026-10-05T16:00:10.792" v="467" actId="14100"/>
          <ac:spMkLst>
            <pc:docMk/>
            <pc:sldMk cId="3376092559" sldId="346"/>
            <ac:spMk id="2" creationId="{37F4A544-AF00-6674-4335-2D574F197CE9}"/>
          </ac:spMkLst>
        </pc:spChg>
        <pc:spChg chg="mod">
          <ac:chgData name="Asher Curtis" userId="494c4f5b-6d11-415a-9d9e-829c1135aa91" providerId="ADAL" clId="{FDEDEEF3-7275-4161-A24C-7071BE30F9A7}" dt="2026-10-05T15:59:57.617" v="465" actId="20577"/>
          <ac:spMkLst>
            <pc:docMk/>
            <pc:sldMk cId="3376092559" sldId="346"/>
            <ac:spMk id="3" creationId="{CD0B343A-84C8-B36E-5B65-5FD235EB7DA8}"/>
          </ac:spMkLst>
        </pc:spChg>
      </pc:sldChg>
      <pc:sldChg chg="modSp new mod">
        <pc:chgData name="Asher Curtis" userId="494c4f5b-6d11-415a-9d9e-829c1135aa91" providerId="ADAL" clId="{FDEDEEF3-7275-4161-A24C-7071BE30F9A7}" dt="2026-10-05T16:01:01.801" v="475" actId="14100"/>
        <pc:sldMkLst>
          <pc:docMk/>
          <pc:sldMk cId="2763889586" sldId="347"/>
        </pc:sldMkLst>
        <pc:spChg chg="mod">
          <ac:chgData name="Asher Curtis" userId="494c4f5b-6d11-415a-9d9e-829c1135aa91" providerId="ADAL" clId="{FDEDEEF3-7275-4161-A24C-7071BE30F9A7}" dt="2026-10-05T16:01:01.801" v="475" actId="14100"/>
          <ac:spMkLst>
            <pc:docMk/>
            <pc:sldMk cId="2763889586" sldId="347"/>
            <ac:spMk id="2" creationId="{3481E8EC-66F7-57D2-FA7B-FB9D475A9AC3}"/>
          </ac:spMkLst>
        </pc:spChg>
        <pc:spChg chg="mod">
          <ac:chgData name="Asher Curtis" userId="494c4f5b-6d11-415a-9d9e-829c1135aa91" providerId="ADAL" clId="{FDEDEEF3-7275-4161-A24C-7071BE30F9A7}" dt="2026-10-05T16:00:42.235" v="472" actId="20577"/>
          <ac:spMkLst>
            <pc:docMk/>
            <pc:sldMk cId="2763889586" sldId="347"/>
            <ac:spMk id="3" creationId="{448A37F0-8191-9C7E-F465-87F6BEF9A2D7}"/>
          </ac:spMkLst>
        </pc:spChg>
      </pc:sldChg>
      <pc:sldChg chg="modSp add mod">
        <pc:chgData name="Asher Curtis" userId="494c4f5b-6d11-415a-9d9e-829c1135aa91" providerId="ADAL" clId="{FDEDEEF3-7275-4161-A24C-7071BE30F9A7}" dt="2026-10-05T16:02:01.734" v="481" actId="113"/>
        <pc:sldMkLst>
          <pc:docMk/>
          <pc:sldMk cId="4000959900" sldId="348"/>
        </pc:sldMkLst>
        <pc:spChg chg="mod">
          <ac:chgData name="Asher Curtis" userId="494c4f5b-6d11-415a-9d9e-829c1135aa91" providerId="ADAL" clId="{FDEDEEF3-7275-4161-A24C-7071BE30F9A7}" dt="2026-10-05T16:02:01.734" v="481" actId="113"/>
          <ac:spMkLst>
            <pc:docMk/>
            <pc:sldMk cId="4000959900" sldId="348"/>
            <ac:spMk id="2" creationId="{014399AD-E466-F301-8B01-529735C97895}"/>
          </ac:spMkLst>
        </pc:spChg>
      </pc:sldChg>
      <pc:sldChg chg="modSp add del mod">
        <pc:chgData name="Asher Curtis" userId="494c4f5b-6d11-415a-9d9e-829c1135aa91" providerId="ADAL" clId="{FDEDEEF3-7275-4161-A24C-7071BE30F9A7}" dt="2026-10-05T16:26:17.834" v="937" actId="47"/>
        <pc:sldMkLst>
          <pc:docMk/>
          <pc:sldMk cId="363759049" sldId="349"/>
        </pc:sldMkLst>
        <pc:spChg chg="mod">
          <ac:chgData name="Asher Curtis" userId="494c4f5b-6d11-415a-9d9e-829c1135aa91" providerId="ADAL" clId="{FDEDEEF3-7275-4161-A24C-7071BE30F9A7}" dt="2026-10-05T16:01:49.528" v="479" actId="113"/>
          <ac:spMkLst>
            <pc:docMk/>
            <pc:sldMk cId="363759049" sldId="349"/>
            <ac:spMk id="2" creationId="{2578F049-FCD9-4C37-039B-610362037C03}"/>
          </ac:spMkLst>
        </pc:spChg>
      </pc:sldChg>
      <pc:sldChg chg="modSp new mod">
        <pc:chgData name="Asher Curtis" userId="494c4f5b-6d11-415a-9d9e-829c1135aa91" providerId="ADAL" clId="{FDEDEEF3-7275-4161-A24C-7071BE30F9A7}" dt="2026-10-05T16:13:30.649" v="776" actId="20577"/>
        <pc:sldMkLst>
          <pc:docMk/>
          <pc:sldMk cId="648968488" sldId="350"/>
        </pc:sldMkLst>
        <pc:spChg chg="mod">
          <ac:chgData name="Asher Curtis" userId="494c4f5b-6d11-415a-9d9e-829c1135aa91" providerId="ADAL" clId="{FDEDEEF3-7275-4161-A24C-7071BE30F9A7}" dt="2026-10-05T16:13:30.649" v="776" actId="20577"/>
          <ac:spMkLst>
            <pc:docMk/>
            <pc:sldMk cId="648968488" sldId="350"/>
            <ac:spMk id="2" creationId="{B78B9DA7-D652-F2F8-23E7-2636B9A4C4DF}"/>
          </ac:spMkLst>
        </pc:spChg>
        <pc:spChg chg="mod">
          <ac:chgData name="Asher Curtis" userId="494c4f5b-6d11-415a-9d9e-829c1135aa91" providerId="ADAL" clId="{FDEDEEF3-7275-4161-A24C-7071BE30F9A7}" dt="2026-10-05T16:06:32.159" v="502" actId="20577"/>
          <ac:spMkLst>
            <pc:docMk/>
            <pc:sldMk cId="648968488" sldId="350"/>
            <ac:spMk id="3" creationId="{2933251F-C9C6-E307-AD87-B30285590FA6}"/>
          </ac:spMkLst>
        </pc:spChg>
      </pc:sldChg>
      <pc:sldChg chg="modSp new mod">
        <pc:chgData name="Asher Curtis" userId="494c4f5b-6d11-415a-9d9e-829c1135aa91" providerId="ADAL" clId="{FDEDEEF3-7275-4161-A24C-7071BE30F9A7}" dt="2026-10-05T16:14:20.969" v="781" actId="20577"/>
        <pc:sldMkLst>
          <pc:docMk/>
          <pc:sldMk cId="214262798" sldId="351"/>
        </pc:sldMkLst>
        <pc:spChg chg="mod">
          <ac:chgData name="Asher Curtis" userId="494c4f5b-6d11-415a-9d9e-829c1135aa91" providerId="ADAL" clId="{FDEDEEF3-7275-4161-A24C-7071BE30F9A7}" dt="2026-10-05T16:14:20.969" v="781" actId="20577"/>
          <ac:spMkLst>
            <pc:docMk/>
            <pc:sldMk cId="214262798" sldId="351"/>
            <ac:spMk id="2" creationId="{22D8281C-7228-5713-F354-9EDFB0A67E92}"/>
          </ac:spMkLst>
        </pc:spChg>
        <pc:spChg chg="mod">
          <ac:chgData name="Asher Curtis" userId="494c4f5b-6d11-415a-9d9e-829c1135aa91" providerId="ADAL" clId="{FDEDEEF3-7275-4161-A24C-7071BE30F9A7}" dt="2026-10-05T16:14:12.860" v="779" actId="20577"/>
          <ac:spMkLst>
            <pc:docMk/>
            <pc:sldMk cId="214262798" sldId="351"/>
            <ac:spMk id="3" creationId="{BB04BE2B-750E-CE7F-1B2E-77776633540E}"/>
          </ac:spMkLst>
        </pc:spChg>
      </pc:sldChg>
      <pc:sldChg chg="modSp new mod">
        <pc:chgData name="Asher Curtis" userId="494c4f5b-6d11-415a-9d9e-829c1135aa91" providerId="ADAL" clId="{FDEDEEF3-7275-4161-A24C-7071BE30F9A7}" dt="2026-10-05T16:16:04.075" v="812" actId="20577"/>
        <pc:sldMkLst>
          <pc:docMk/>
          <pc:sldMk cId="3658075713" sldId="352"/>
        </pc:sldMkLst>
        <pc:spChg chg="mod">
          <ac:chgData name="Asher Curtis" userId="494c4f5b-6d11-415a-9d9e-829c1135aa91" providerId="ADAL" clId="{FDEDEEF3-7275-4161-A24C-7071BE30F9A7}" dt="2026-10-05T16:16:04.075" v="812" actId="20577"/>
          <ac:spMkLst>
            <pc:docMk/>
            <pc:sldMk cId="3658075713" sldId="352"/>
            <ac:spMk id="2" creationId="{2EE3143A-1816-E58B-9A92-0F6C68126A09}"/>
          </ac:spMkLst>
        </pc:spChg>
        <pc:spChg chg="mod">
          <ac:chgData name="Asher Curtis" userId="494c4f5b-6d11-415a-9d9e-829c1135aa91" providerId="ADAL" clId="{FDEDEEF3-7275-4161-A24C-7071BE30F9A7}" dt="2026-10-05T16:15:00.473" v="785" actId="20577"/>
          <ac:spMkLst>
            <pc:docMk/>
            <pc:sldMk cId="3658075713" sldId="352"/>
            <ac:spMk id="3" creationId="{04C62D21-B0EF-4893-1861-BAD77AE7B97E}"/>
          </ac:spMkLst>
        </pc:spChg>
      </pc:sldChg>
      <pc:sldChg chg="modSp new mod">
        <pc:chgData name="Asher Curtis" userId="494c4f5b-6d11-415a-9d9e-829c1135aa91" providerId="ADAL" clId="{FDEDEEF3-7275-4161-A24C-7071BE30F9A7}" dt="2026-10-05T16:16:34.156" v="817" actId="14100"/>
        <pc:sldMkLst>
          <pc:docMk/>
          <pc:sldMk cId="4187797775" sldId="353"/>
        </pc:sldMkLst>
        <pc:spChg chg="mod">
          <ac:chgData name="Asher Curtis" userId="494c4f5b-6d11-415a-9d9e-829c1135aa91" providerId="ADAL" clId="{FDEDEEF3-7275-4161-A24C-7071BE30F9A7}" dt="2026-10-05T16:16:34.156" v="817" actId="14100"/>
          <ac:spMkLst>
            <pc:docMk/>
            <pc:sldMk cId="4187797775" sldId="353"/>
            <ac:spMk id="2" creationId="{74041510-8738-EC74-33BF-9871C34D3A6D}"/>
          </ac:spMkLst>
        </pc:spChg>
        <pc:spChg chg="mod">
          <ac:chgData name="Asher Curtis" userId="494c4f5b-6d11-415a-9d9e-829c1135aa91" providerId="ADAL" clId="{FDEDEEF3-7275-4161-A24C-7071BE30F9A7}" dt="2026-10-05T16:16:19.938" v="814" actId="20577"/>
          <ac:spMkLst>
            <pc:docMk/>
            <pc:sldMk cId="4187797775" sldId="353"/>
            <ac:spMk id="3" creationId="{AB281A72-B9B6-DD2C-13CB-45282611B429}"/>
          </ac:spMkLst>
        </pc:spChg>
      </pc:sldChg>
      <pc:sldChg chg="modSp new del mod">
        <pc:chgData name="Asher Curtis" userId="494c4f5b-6d11-415a-9d9e-829c1135aa91" providerId="ADAL" clId="{FDEDEEF3-7275-4161-A24C-7071BE30F9A7}" dt="2026-10-05T16:19:48.055" v="871" actId="47"/>
        <pc:sldMkLst>
          <pc:docMk/>
          <pc:sldMk cId="4032625527" sldId="354"/>
        </pc:sldMkLst>
        <pc:spChg chg="mod">
          <ac:chgData name="Asher Curtis" userId="494c4f5b-6d11-415a-9d9e-829c1135aa91" providerId="ADAL" clId="{FDEDEEF3-7275-4161-A24C-7071BE30F9A7}" dt="2026-10-05T16:16:51.782" v="845" actId="20577"/>
          <ac:spMkLst>
            <pc:docMk/>
            <pc:sldMk cId="4032625527" sldId="354"/>
            <ac:spMk id="3" creationId="{5148F8FB-6CC3-FA31-2BE7-C862559AFF6A}"/>
          </ac:spMkLst>
        </pc:spChg>
      </pc:sldChg>
      <pc:sldChg chg="modSp new mod">
        <pc:chgData name="Asher Curtis" userId="494c4f5b-6d11-415a-9d9e-829c1135aa91" providerId="ADAL" clId="{FDEDEEF3-7275-4161-A24C-7071BE30F9A7}" dt="2026-10-05T16:17:15.106" v="849"/>
        <pc:sldMkLst>
          <pc:docMk/>
          <pc:sldMk cId="1192364682" sldId="355"/>
        </pc:sldMkLst>
        <pc:spChg chg="mod">
          <ac:chgData name="Asher Curtis" userId="494c4f5b-6d11-415a-9d9e-829c1135aa91" providerId="ADAL" clId="{FDEDEEF3-7275-4161-A24C-7071BE30F9A7}" dt="2026-10-05T16:17:15.106" v="849"/>
          <ac:spMkLst>
            <pc:docMk/>
            <pc:sldMk cId="1192364682" sldId="355"/>
            <ac:spMk id="2" creationId="{0471F05F-D189-08AB-FA51-5F98F48DF62B}"/>
          </ac:spMkLst>
        </pc:spChg>
        <pc:spChg chg="mod">
          <ac:chgData name="Asher Curtis" userId="494c4f5b-6d11-415a-9d9e-829c1135aa91" providerId="ADAL" clId="{FDEDEEF3-7275-4161-A24C-7071BE30F9A7}" dt="2026-10-05T16:17:06.037" v="848" actId="20577"/>
          <ac:spMkLst>
            <pc:docMk/>
            <pc:sldMk cId="1192364682" sldId="355"/>
            <ac:spMk id="3" creationId="{5D7B0B81-5AEE-AD4A-3AF8-3C615732589A}"/>
          </ac:spMkLst>
        </pc:spChg>
      </pc:sldChg>
      <pc:sldChg chg="modSp new mod">
        <pc:chgData name="Asher Curtis" userId="494c4f5b-6d11-415a-9d9e-829c1135aa91" providerId="ADAL" clId="{FDEDEEF3-7275-4161-A24C-7071BE30F9A7}" dt="2026-10-05T16:17:47.431" v="854" actId="20577"/>
        <pc:sldMkLst>
          <pc:docMk/>
          <pc:sldMk cId="690138176" sldId="356"/>
        </pc:sldMkLst>
        <pc:spChg chg="mod">
          <ac:chgData name="Asher Curtis" userId="494c4f5b-6d11-415a-9d9e-829c1135aa91" providerId="ADAL" clId="{FDEDEEF3-7275-4161-A24C-7071BE30F9A7}" dt="2026-10-05T16:17:38.655" v="852" actId="14100"/>
          <ac:spMkLst>
            <pc:docMk/>
            <pc:sldMk cId="690138176" sldId="356"/>
            <ac:spMk id="2" creationId="{6C6A0875-667C-4501-96CC-71B23BC84C40}"/>
          </ac:spMkLst>
        </pc:spChg>
        <pc:spChg chg="mod">
          <ac:chgData name="Asher Curtis" userId="494c4f5b-6d11-415a-9d9e-829c1135aa91" providerId="ADAL" clId="{FDEDEEF3-7275-4161-A24C-7071BE30F9A7}" dt="2026-10-05T16:17:47.431" v="854" actId="20577"/>
          <ac:spMkLst>
            <pc:docMk/>
            <pc:sldMk cId="690138176" sldId="356"/>
            <ac:spMk id="3" creationId="{8124BA6E-D4FB-0F90-9CA4-13CC863FA7EE}"/>
          </ac:spMkLst>
        </pc:spChg>
      </pc:sldChg>
      <pc:sldChg chg="modSp new mod">
        <pc:chgData name="Asher Curtis" userId="494c4f5b-6d11-415a-9d9e-829c1135aa91" providerId="ADAL" clId="{FDEDEEF3-7275-4161-A24C-7071BE30F9A7}" dt="2026-10-05T16:18:17.367" v="859" actId="14100"/>
        <pc:sldMkLst>
          <pc:docMk/>
          <pc:sldMk cId="1931783138" sldId="357"/>
        </pc:sldMkLst>
        <pc:spChg chg="mod">
          <ac:chgData name="Asher Curtis" userId="494c4f5b-6d11-415a-9d9e-829c1135aa91" providerId="ADAL" clId="{FDEDEEF3-7275-4161-A24C-7071BE30F9A7}" dt="2026-10-05T16:18:17.367" v="859" actId="14100"/>
          <ac:spMkLst>
            <pc:docMk/>
            <pc:sldMk cId="1931783138" sldId="357"/>
            <ac:spMk id="2" creationId="{9A6C6F4A-91CE-5694-58F8-EECBBE36CD76}"/>
          </ac:spMkLst>
        </pc:spChg>
        <pc:spChg chg="mod">
          <ac:chgData name="Asher Curtis" userId="494c4f5b-6d11-415a-9d9e-829c1135aa91" providerId="ADAL" clId="{FDEDEEF3-7275-4161-A24C-7071BE30F9A7}" dt="2026-10-05T16:18:04.983" v="857" actId="20577"/>
          <ac:spMkLst>
            <pc:docMk/>
            <pc:sldMk cId="1931783138" sldId="357"/>
            <ac:spMk id="3" creationId="{3B64EFB7-212F-219F-8363-105EEF663D84}"/>
          </ac:spMkLst>
        </pc:spChg>
      </pc:sldChg>
      <pc:sldChg chg="modSp new mod">
        <pc:chgData name="Asher Curtis" userId="494c4f5b-6d11-415a-9d9e-829c1135aa91" providerId="ADAL" clId="{FDEDEEF3-7275-4161-A24C-7071BE30F9A7}" dt="2026-10-05T16:18:52.013" v="864" actId="14100"/>
        <pc:sldMkLst>
          <pc:docMk/>
          <pc:sldMk cId="2010977493" sldId="358"/>
        </pc:sldMkLst>
        <pc:spChg chg="mod">
          <ac:chgData name="Asher Curtis" userId="494c4f5b-6d11-415a-9d9e-829c1135aa91" providerId="ADAL" clId="{FDEDEEF3-7275-4161-A24C-7071BE30F9A7}" dt="2026-10-05T16:18:52.013" v="864" actId="14100"/>
          <ac:spMkLst>
            <pc:docMk/>
            <pc:sldMk cId="2010977493" sldId="358"/>
            <ac:spMk id="2" creationId="{25A2CC53-53AC-D768-E237-0A4976B7A38B}"/>
          </ac:spMkLst>
        </pc:spChg>
        <pc:spChg chg="mod">
          <ac:chgData name="Asher Curtis" userId="494c4f5b-6d11-415a-9d9e-829c1135aa91" providerId="ADAL" clId="{FDEDEEF3-7275-4161-A24C-7071BE30F9A7}" dt="2026-10-05T16:18:43.212" v="862" actId="20577"/>
          <ac:spMkLst>
            <pc:docMk/>
            <pc:sldMk cId="2010977493" sldId="358"/>
            <ac:spMk id="3" creationId="{EB595103-CB1F-7572-AD40-C729DA0D2050}"/>
          </ac:spMkLst>
        </pc:spChg>
      </pc:sldChg>
      <pc:sldChg chg="modSp new mod">
        <pc:chgData name="Asher Curtis" userId="494c4f5b-6d11-415a-9d9e-829c1135aa91" providerId="ADAL" clId="{FDEDEEF3-7275-4161-A24C-7071BE30F9A7}" dt="2026-10-05T16:19:43.867" v="870" actId="14100"/>
        <pc:sldMkLst>
          <pc:docMk/>
          <pc:sldMk cId="75164100" sldId="359"/>
        </pc:sldMkLst>
        <pc:spChg chg="mod">
          <ac:chgData name="Asher Curtis" userId="494c4f5b-6d11-415a-9d9e-829c1135aa91" providerId="ADAL" clId="{FDEDEEF3-7275-4161-A24C-7071BE30F9A7}" dt="2026-10-05T16:19:43.867" v="870" actId="14100"/>
          <ac:spMkLst>
            <pc:docMk/>
            <pc:sldMk cId="75164100" sldId="359"/>
            <ac:spMk id="2" creationId="{53D56FF3-9D8A-C886-8C65-BBE298F5CE73}"/>
          </ac:spMkLst>
        </pc:spChg>
        <pc:spChg chg="mod">
          <ac:chgData name="Asher Curtis" userId="494c4f5b-6d11-415a-9d9e-829c1135aa91" providerId="ADAL" clId="{FDEDEEF3-7275-4161-A24C-7071BE30F9A7}" dt="2026-10-05T16:19:10.790" v="867" actId="20577"/>
          <ac:spMkLst>
            <pc:docMk/>
            <pc:sldMk cId="75164100" sldId="359"/>
            <ac:spMk id="3" creationId="{AE9A7FAA-FCFF-7588-A749-0240BD5EA8C2}"/>
          </ac:spMkLst>
        </pc:spChg>
      </pc:sldChg>
      <pc:sldChg chg="modSp new mod">
        <pc:chgData name="Asher Curtis" userId="494c4f5b-6d11-415a-9d9e-829c1135aa91" providerId="ADAL" clId="{FDEDEEF3-7275-4161-A24C-7071BE30F9A7}" dt="2026-10-05T16:20:09.279" v="875"/>
        <pc:sldMkLst>
          <pc:docMk/>
          <pc:sldMk cId="2043434820" sldId="360"/>
        </pc:sldMkLst>
        <pc:spChg chg="mod">
          <ac:chgData name="Asher Curtis" userId="494c4f5b-6d11-415a-9d9e-829c1135aa91" providerId="ADAL" clId="{FDEDEEF3-7275-4161-A24C-7071BE30F9A7}" dt="2026-10-05T16:20:09.279" v="875"/>
          <ac:spMkLst>
            <pc:docMk/>
            <pc:sldMk cId="2043434820" sldId="360"/>
            <ac:spMk id="2" creationId="{11C9F22B-520D-9F53-CF84-B44178EF9DEF}"/>
          </ac:spMkLst>
        </pc:spChg>
        <pc:spChg chg="mod">
          <ac:chgData name="Asher Curtis" userId="494c4f5b-6d11-415a-9d9e-829c1135aa91" providerId="ADAL" clId="{FDEDEEF3-7275-4161-A24C-7071BE30F9A7}" dt="2026-10-05T16:20:02.536" v="874" actId="20577"/>
          <ac:spMkLst>
            <pc:docMk/>
            <pc:sldMk cId="2043434820" sldId="360"/>
            <ac:spMk id="3" creationId="{131C0A75-CD6F-C882-959B-DB5350CB84BB}"/>
          </ac:spMkLst>
        </pc:spChg>
      </pc:sldChg>
      <pc:sldChg chg="modSp new mod">
        <pc:chgData name="Asher Curtis" userId="494c4f5b-6d11-415a-9d9e-829c1135aa91" providerId="ADAL" clId="{FDEDEEF3-7275-4161-A24C-7071BE30F9A7}" dt="2026-10-05T16:20:51.503" v="882" actId="14100"/>
        <pc:sldMkLst>
          <pc:docMk/>
          <pc:sldMk cId="1537338311" sldId="361"/>
        </pc:sldMkLst>
        <pc:spChg chg="mod">
          <ac:chgData name="Asher Curtis" userId="494c4f5b-6d11-415a-9d9e-829c1135aa91" providerId="ADAL" clId="{FDEDEEF3-7275-4161-A24C-7071BE30F9A7}" dt="2026-10-05T16:20:51.503" v="882" actId="14100"/>
          <ac:spMkLst>
            <pc:docMk/>
            <pc:sldMk cId="1537338311" sldId="361"/>
            <ac:spMk id="2" creationId="{D290BE65-5539-B246-05D2-E3D77C8CE8F6}"/>
          </ac:spMkLst>
        </pc:spChg>
        <pc:spChg chg="mod">
          <ac:chgData name="Asher Curtis" userId="494c4f5b-6d11-415a-9d9e-829c1135aa91" providerId="ADAL" clId="{FDEDEEF3-7275-4161-A24C-7071BE30F9A7}" dt="2026-10-05T16:20:25.803" v="878" actId="20577"/>
          <ac:spMkLst>
            <pc:docMk/>
            <pc:sldMk cId="1537338311" sldId="361"/>
            <ac:spMk id="3" creationId="{A49D3CCF-D8DE-B880-2C4E-F53771EF6BB8}"/>
          </ac:spMkLst>
        </pc:spChg>
      </pc:sldChg>
      <pc:sldChg chg="modSp new mod">
        <pc:chgData name="Asher Curtis" userId="494c4f5b-6d11-415a-9d9e-829c1135aa91" providerId="ADAL" clId="{FDEDEEF3-7275-4161-A24C-7071BE30F9A7}" dt="2026-10-05T16:21:15.359" v="888" actId="14100"/>
        <pc:sldMkLst>
          <pc:docMk/>
          <pc:sldMk cId="517829881" sldId="362"/>
        </pc:sldMkLst>
        <pc:spChg chg="mod">
          <ac:chgData name="Asher Curtis" userId="494c4f5b-6d11-415a-9d9e-829c1135aa91" providerId="ADAL" clId="{FDEDEEF3-7275-4161-A24C-7071BE30F9A7}" dt="2026-10-05T16:21:15.359" v="888" actId="14100"/>
          <ac:spMkLst>
            <pc:docMk/>
            <pc:sldMk cId="517829881" sldId="362"/>
            <ac:spMk id="2" creationId="{2733F00F-5FB1-47BD-68FD-7DD7A964C274}"/>
          </ac:spMkLst>
        </pc:spChg>
        <pc:spChg chg="mod">
          <ac:chgData name="Asher Curtis" userId="494c4f5b-6d11-415a-9d9e-829c1135aa91" providerId="ADAL" clId="{FDEDEEF3-7275-4161-A24C-7071BE30F9A7}" dt="2026-10-05T16:21:03.027" v="885" actId="20577"/>
          <ac:spMkLst>
            <pc:docMk/>
            <pc:sldMk cId="517829881" sldId="362"/>
            <ac:spMk id="3" creationId="{4B357DD2-7894-D6D0-3EE2-EA3546B5A7EB}"/>
          </ac:spMkLst>
        </pc:spChg>
      </pc:sldChg>
      <pc:sldChg chg="modSp new mod">
        <pc:chgData name="Asher Curtis" userId="494c4f5b-6d11-415a-9d9e-829c1135aa91" providerId="ADAL" clId="{FDEDEEF3-7275-4161-A24C-7071BE30F9A7}" dt="2026-10-05T16:22:32.357" v="893" actId="20577"/>
        <pc:sldMkLst>
          <pc:docMk/>
          <pc:sldMk cId="2503853540" sldId="363"/>
        </pc:sldMkLst>
        <pc:spChg chg="mod">
          <ac:chgData name="Asher Curtis" userId="494c4f5b-6d11-415a-9d9e-829c1135aa91" providerId="ADAL" clId="{FDEDEEF3-7275-4161-A24C-7071BE30F9A7}" dt="2026-10-05T16:22:24.968" v="891" actId="14100"/>
          <ac:spMkLst>
            <pc:docMk/>
            <pc:sldMk cId="2503853540" sldId="363"/>
            <ac:spMk id="2" creationId="{CE6319B5-B715-2B1C-6346-5FB034FC43AB}"/>
          </ac:spMkLst>
        </pc:spChg>
        <pc:spChg chg="mod">
          <ac:chgData name="Asher Curtis" userId="494c4f5b-6d11-415a-9d9e-829c1135aa91" providerId="ADAL" clId="{FDEDEEF3-7275-4161-A24C-7071BE30F9A7}" dt="2026-10-05T16:22:32.357" v="893" actId="20577"/>
          <ac:spMkLst>
            <pc:docMk/>
            <pc:sldMk cId="2503853540" sldId="363"/>
            <ac:spMk id="3" creationId="{D00DF740-0836-6F91-1DFD-0B9A0B2D0D28}"/>
          </ac:spMkLst>
        </pc:spChg>
      </pc:sldChg>
      <pc:sldChg chg="modSp new mod">
        <pc:chgData name="Asher Curtis" userId="494c4f5b-6d11-415a-9d9e-829c1135aa91" providerId="ADAL" clId="{FDEDEEF3-7275-4161-A24C-7071BE30F9A7}" dt="2026-10-05T16:23:25.480" v="909" actId="14100"/>
        <pc:sldMkLst>
          <pc:docMk/>
          <pc:sldMk cId="2999793650" sldId="364"/>
        </pc:sldMkLst>
        <pc:spChg chg="mod">
          <ac:chgData name="Asher Curtis" userId="494c4f5b-6d11-415a-9d9e-829c1135aa91" providerId="ADAL" clId="{FDEDEEF3-7275-4161-A24C-7071BE30F9A7}" dt="2026-10-05T16:23:25.480" v="909" actId="14100"/>
          <ac:spMkLst>
            <pc:docMk/>
            <pc:sldMk cId="2999793650" sldId="364"/>
            <ac:spMk id="2" creationId="{B086EC7D-DB93-927F-5644-ACF883DC04A5}"/>
          </ac:spMkLst>
        </pc:spChg>
        <pc:spChg chg="mod">
          <ac:chgData name="Asher Curtis" userId="494c4f5b-6d11-415a-9d9e-829c1135aa91" providerId="ADAL" clId="{FDEDEEF3-7275-4161-A24C-7071BE30F9A7}" dt="2026-10-05T16:23:15.638" v="907" actId="20577"/>
          <ac:spMkLst>
            <pc:docMk/>
            <pc:sldMk cId="2999793650" sldId="364"/>
            <ac:spMk id="3" creationId="{9BF6D1FA-7992-B952-AC69-7635D828DA72}"/>
          </ac:spMkLst>
        </pc:spChg>
      </pc:sldChg>
      <pc:sldChg chg="modSp new mod">
        <pc:chgData name="Asher Curtis" userId="494c4f5b-6d11-415a-9d9e-829c1135aa91" providerId="ADAL" clId="{FDEDEEF3-7275-4161-A24C-7071BE30F9A7}" dt="2026-10-05T16:24:22.457" v="913" actId="14100"/>
        <pc:sldMkLst>
          <pc:docMk/>
          <pc:sldMk cId="3904992661" sldId="365"/>
        </pc:sldMkLst>
        <pc:spChg chg="mod">
          <ac:chgData name="Asher Curtis" userId="494c4f5b-6d11-415a-9d9e-829c1135aa91" providerId="ADAL" clId="{FDEDEEF3-7275-4161-A24C-7071BE30F9A7}" dt="2026-10-05T16:24:22.457" v="913" actId="14100"/>
          <ac:spMkLst>
            <pc:docMk/>
            <pc:sldMk cId="3904992661" sldId="365"/>
            <ac:spMk id="2" creationId="{4001E195-A8E8-38A1-223B-0BE797C37A14}"/>
          </ac:spMkLst>
        </pc:spChg>
        <pc:spChg chg="mod">
          <ac:chgData name="Asher Curtis" userId="494c4f5b-6d11-415a-9d9e-829c1135aa91" providerId="ADAL" clId="{FDEDEEF3-7275-4161-A24C-7071BE30F9A7}" dt="2026-10-05T16:24:14.240" v="911" actId="20577"/>
          <ac:spMkLst>
            <pc:docMk/>
            <pc:sldMk cId="3904992661" sldId="365"/>
            <ac:spMk id="3" creationId="{62AF1F8A-F301-B333-C181-E90D5FB008C2}"/>
          </ac:spMkLst>
        </pc:spChg>
      </pc:sldChg>
      <pc:sldChg chg="modSp new mod">
        <pc:chgData name="Asher Curtis" userId="494c4f5b-6d11-415a-9d9e-829c1135aa91" providerId="ADAL" clId="{FDEDEEF3-7275-4161-A24C-7071BE30F9A7}" dt="2026-10-05T16:24:53.107" v="926" actId="14100"/>
        <pc:sldMkLst>
          <pc:docMk/>
          <pc:sldMk cId="2143173257" sldId="366"/>
        </pc:sldMkLst>
        <pc:spChg chg="mod">
          <ac:chgData name="Asher Curtis" userId="494c4f5b-6d11-415a-9d9e-829c1135aa91" providerId="ADAL" clId="{FDEDEEF3-7275-4161-A24C-7071BE30F9A7}" dt="2026-10-05T16:24:53.107" v="926" actId="14100"/>
          <ac:spMkLst>
            <pc:docMk/>
            <pc:sldMk cId="2143173257" sldId="366"/>
            <ac:spMk id="2" creationId="{D7090604-F453-929F-309B-33643E0728C9}"/>
          </ac:spMkLst>
        </pc:spChg>
        <pc:spChg chg="mod">
          <ac:chgData name="Asher Curtis" userId="494c4f5b-6d11-415a-9d9e-829c1135aa91" providerId="ADAL" clId="{FDEDEEF3-7275-4161-A24C-7071BE30F9A7}" dt="2026-10-05T16:24:44.366" v="924" actId="6549"/>
          <ac:spMkLst>
            <pc:docMk/>
            <pc:sldMk cId="2143173257" sldId="366"/>
            <ac:spMk id="3" creationId="{D35E2D0D-F098-D0EF-F9BB-417297CB28B8}"/>
          </ac:spMkLst>
        </pc:spChg>
      </pc:sldChg>
      <pc:sldChg chg="modSp new mod">
        <pc:chgData name="Asher Curtis" userId="494c4f5b-6d11-415a-9d9e-829c1135aa91" providerId="ADAL" clId="{FDEDEEF3-7275-4161-A24C-7071BE30F9A7}" dt="2026-10-05T16:25:40.049" v="933" actId="114"/>
        <pc:sldMkLst>
          <pc:docMk/>
          <pc:sldMk cId="107656901" sldId="367"/>
        </pc:sldMkLst>
        <pc:spChg chg="mod">
          <ac:chgData name="Asher Curtis" userId="494c4f5b-6d11-415a-9d9e-829c1135aa91" providerId="ADAL" clId="{FDEDEEF3-7275-4161-A24C-7071BE30F9A7}" dt="2026-10-05T16:25:40.049" v="933" actId="114"/>
          <ac:spMkLst>
            <pc:docMk/>
            <pc:sldMk cId="107656901" sldId="367"/>
            <ac:spMk id="2" creationId="{3EB039E6-8032-5B0C-D316-9FA9F6CE2E4B}"/>
          </ac:spMkLst>
        </pc:spChg>
        <pc:spChg chg="mod">
          <ac:chgData name="Asher Curtis" userId="494c4f5b-6d11-415a-9d9e-829c1135aa91" providerId="ADAL" clId="{FDEDEEF3-7275-4161-A24C-7071BE30F9A7}" dt="2026-10-05T16:25:20.285" v="928" actId="20577"/>
          <ac:spMkLst>
            <pc:docMk/>
            <pc:sldMk cId="107656901" sldId="367"/>
            <ac:spMk id="3" creationId="{7241FC42-6DCC-E773-920F-B84F10211829}"/>
          </ac:spMkLst>
        </pc:spChg>
      </pc:sldChg>
      <pc:sldChg chg="modSp new mod">
        <pc:chgData name="Asher Curtis" userId="494c4f5b-6d11-415a-9d9e-829c1135aa91" providerId="ADAL" clId="{FDEDEEF3-7275-4161-A24C-7071BE30F9A7}" dt="2026-10-05T16:26:00.802" v="936"/>
        <pc:sldMkLst>
          <pc:docMk/>
          <pc:sldMk cId="250468866" sldId="368"/>
        </pc:sldMkLst>
        <pc:spChg chg="mod">
          <ac:chgData name="Asher Curtis" userId="494c4f5b-6d11-415a-9d9e-829c1135aa91" providerId="ADAL" clId="{FDEDEEF3-7275-4161-A24C-7071BE30F9A7}" dt="2026-10-05T16:26:00.802" v="936"/>
          <ac:spMkLst>
            <pc:docMk/>
            <pc:sldMk cId="250468866" sldId="368"/>
            <ac:spMk id="2" creationId="{D83DE81A-4980-592B-CD74-BD9EB200EFD8}"/>
          </ac:spMkLst>
        </pc:spChg>
        <pc:spChg chg="mod">
          <ac:chgData name="Asher Curtis" userId="494c4f5b-6d11-415a-9d9e-829c1135aa91" providerId="ADAL" clId="{FDEDEEF3-7275-4161-A24C-7071BE30F9A7}" dt="2026-10-05T16:25:54.251" v="935" actId="20577"/>
          <ac:spMkLst>
            <pc:docMk/>
            <pc:sldMk cId="250468866" sldId="368"/>
            <ac:spMk id="3" creationId="{37370835-C35C-4221-F7FC-DAC963455D17}"/>
          </ac:spMkLst>
        </pc:spChg>
      </pc:sldChg>
      <pc:sldChg chg="modSp new mod ord">
        <pc:chgData name="Asher Curtis" userId="494c4f5b-6d11-415a-9d9e-829c1135aa91" providerId="ADAL" clId="{FDEDEEF3-7275-4161-A24C-7071BE30F9A7}" dt="2026-10-05T16:23:11.746" v="905"/>
        <pc:sldMkLst>
          <pc:docMk/>
          <pc:sldMk cId="4205244047" sldId="369"/>
        </pc:sldMkLst>
        <pc:spChg chg="mod">
          <ac:chgData name="Asher Curtis" userId="494c4f5b-6d11-415a-9d9e-829c1135aa91" providerId="ADAL" clId="{FDEDEEF3-7275-4161-A24C-7071BE30F9A7}" dt="2026-10-05T16:23:00.661" v="903" actId="14100"/>
          <ac:spMkLst>
            <pc:docMk/>
            <pc:sldMk cId="4205244047" sldId="369"/>
            <ac:spMk id="2" creationId="{D33CE745-6575-2DE9-0DCC-212B8E6F64B2}"/>
          </ac:spMkLst>
        </pc:spChg>
        <pc:spChg chg="mod">
          <ac:chgData name="Asher Curtis" userId="494c4f5b-6d11-415a-9d9e-829c1135aa91" providerId="ADAL" clId="{FDEDEEF3-7275-4161-A24C-7071BE30F9A7}" dt="2026-10-05T16:22:50.849" v="901" actId="20577"/>
          <ac:spMkLst>
            <pc:docMk/>
            <pc:sldMk cId="4205244047" sldId="369"/>
            <ac:spMk id="3" creationId="{C08924DD-53DC-3156-B5BC-1445770C7ADA}"/>
          </ac:spMkLst>
        </pc:spChg>
      </pc:sldChg>
      <pc:sldChg chg="add">
        <pc:chgData name="Asher Curtis" userId="494c4f5b-6d11-415a-9d9e-829c1135aa91" providerId="ADAL" clId="{FDEDEEF3-7275-4161-A24C-7071BE30F9A7}" dt="2026-10-05T16:26:46.642" v="938"/>
        <pc:sldMkLst>
          <pc:docMk/>
          <pc:sldMk cId="570656343" sldId="370"/>
        </pc:sldMkLst>
      </pc:sldChg>
      <pc:sldChg chg="add">
        <pc:chgData name="Asher Curtis" userId="494c4f5b-6d11-415a-9d9e-829c1135aa91" providerId="ADAL" clId="{FDEDEEF3-7275-4161-A24C-7071BE30F9A7}" dt="2026-10-05T16:26:46.642" v="938"/>
        <pc:sldMkLst>
          <pc:docMk/>
          <pc:sldMk cId="3912361377" sldId="371"/>
        </pc:sldMkLst>
      </pc:sldChg>
      <pc:sldChg chg="modSp new mod">
        <pc:chgData name="Asher Curtis" userId="494c4f5b-6d11-415a-9d9e-829c1135aa91" providerId="ADAL" clId="{FDEDEEF3-7275-4161-A24C-7071BE30F9A7}" dt="2026-10-05T16:27:43.830" v="965" actId="20577"/>
        <pc:sldMkLst>
          <pc:docMk/>
          <pc:sldMk cId="3118862969" sldId="372"/>
        </pc:sldMkLst>
        <pc:spChg chg="mod">
          <ac:chgData name="Asher Curtis" userId="494c4f5b-6d11-415a-9d9e-829c1135aa91" providerId="ADAL" clId="{FDEDEEF3-7275-4161-A24C-7071BE30F9A7}" dt="2026-10-05T16:27:43.830" v="965" actId="20577"/>
          <ac:spMkLst>
            <pc:docMk/>
            <pc:sldMk cId="3118862969" sldId="372"/>
            <ac:spMk id="2" creationId="{3343B51B-0A83-EDC8-5496-64D3A58ABEEB}"/>
          </ac:spMkLst>
        </pc:spChg>
        <pc:spChg chg="mod">
          <ac:chgData name="Asher Curtis" userId="494c4f5b-6d11-415a-9d9e-829c1135aa91" providerId="ADAL" clId="{FDEDEEF3-7275-4161-A24C-7071BE30F9A7}" dt="2026-10-05T16:27:01.605" v="946" actId="20577"/>
          <ac:spMkLst>
            <pc:docMk/>
            <pc:sldMk cId="3118862969" sldId="372"/>
            <ac:spMk id="3" creationId="{8DD6B6A5-AB1F-874C-8C41-DE2C1859330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8F18F-2AF7-8CBB-6C7B-13A95DD6A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1C7910-023C-E0E3-49A1-4D0680D269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165766-E0F3-1079-455B-4EC77449B4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0FF118-1954-8D3D-CBEB-E4CD150FF34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904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alkin slide">
    <p:bg>
      <p:bgPr>
        <a:blipFill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9CFC0D3D-31F1-39A9-7186-66397F2588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4D2F92D-2232-B825-2B2D-AC671306A0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Walkin slid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3EDC79F-91AA-B3FB-6403-6121F91C5FC6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-7969" y="163926"/>
            <a:ext cx="12192000" cy="532262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CLICK ICON TO ADD PICTURE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CFC0D3D-31F1-39A9-7186-66397F2588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1" y="2895781"/>
            <a:ext cx="4609352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4D2F92D-2232-B825-2B2D-AC671306A0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11" name="Picture 4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C840783-3AB7-4D7E-82CD-FC31657F7C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2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A38FA88-52D3-47C2-90DE-627C0B1361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11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ta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37DFD003-31A4-8340-0A89-F3F70E0F5A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9672DC9-106D-3DF9-16B9-F24BCF5E50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ction header_purpl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40223BA2-E77E-B0A1-9266-0D49F8CF83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bg2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F38BED7-E369-0B67-7D56-7D3F31FC32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33D3F72-2015-4C6B-A20F-F5C3095135D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0" y="1744134"/>
            <a:ext cx="7315200" cy="2252796"/>
          </a:xfrm>
        </p:spPr>
        <p:txBody>
          <a:bodyPr/>
          <a:lstStyle>
            <a:lvl1pPr>
              <a:buNone/>
              <a:defRPr sz="1867" b="0" i="0"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1867" b="0" i="0"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1867" b="0" i="0"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1867" b="0" i="0"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1867" b="0" i="0">
                <a:latin typeface="Open Sans Light"/>
                <a:ea typeface="Open Sans Light"/>
                <a:cs typeface="Open Sans Light"/>
              </a:defRPr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41C90-5ECB-21EE-9F34-0F9BBB60AD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4F63E328-8C9C-DE2A-7308-E8BBCD69BEF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6316276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B2E75EFE-336F-8122-928E-E0E85EA4EA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927" y="641802"/>
            <a:ext cx="6316276" cy="584775"/>
          </a:xfrm>
        </p:spPr>
        <p:txBody>
          <a:bodyPr/>
          <a:lstStyle/>
          <a:p>
            <a:r>
              <a:t>CLICK TO EDIT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0C6CCC-8AA2-B4C9-2718-27DD013B166E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7437968" y="0"/>
            <a:ext cx="4754033" cy="532262"/>
          </a:xfrm>
        </p:spPr>
        <p:txBody>
          <a:bodyPr/>
          <a:lstStyle/>
          <a:p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4F63E328-8C9C-DE2A-7308-E8BBCD69BEF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0" y="1744134"/>
            <a:ext cx="6592901" cy="2252796"/>
          </a:xfrm>
        </p:spPr>
        <p:txBody>
          <a:bodyPr/>
          <a:lstStyle>
            <a:lvl1pPr>
              <a:buNone/>
              <a:defRPr sz="1867" b="1">
                <a:solidFill>
                  <a:schemeClr val="tx1"/>
                </a:solidFill>
              </a:defRPr>
            </a:lvl1pPr>
            <a:lvl2pPr>
              <a:buNone/>
              <a:defRPr sz="1867">
                <a:solidFill>
                  <a:schemeClr val="tx1"/>
                </a:solidFill>
              </a:defRPr>
            </a:lvl2pPr>
            <a:lvl3pPr>
              <a:buNone/>
              <a:defRPr sz="1867">
                <a:solidFill>
                  <a:schemeClr val="tx1"/>
                </a:solidFill>
              </a:defRPr>
            </a:lvl3pPr>
            <a:lvl4pPr>
              <a:buNone/>
              <a:defRPr sz="1867">
                <a:solidFill>
                  <a:schemeClr val="tx1"/>
                </a:solidFill>
              </a:defRPr>
            </a:lvl4pPr>
            <a:lvl5pPr>
              <a:buNone/>
              <a:defRPr sz="1867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EDEE5A-694C-C4D4-2519-94E57145AE4D}"/>
              </a:ext>
            </a:extLst>
          </p:cNvPr>
          <p:cNvSpPr>
            <a:spLocks noGrp="1"/>
          </p:cNvSpPr>
          <p:nvPr/>
        </p:nvSpPr>
        <p:spPr>
          <a:xfrm>
            <a:off x="8342490" y="0"/>
            <a:ext cx="3849511" cy="6858000"/>
          </a:xfrm>
          <a:prstGeom prst="rect">
            <a:avLst/>
          </a:prstGeom>
          <a:blipFill rotWithShape="1">
            <a:blip r:embed="rId2"/>
            <a:srcRect/>
            <a:stretch>
              <a:fillRect l="-102790" r="-64464"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7514D8-5214-F82C-BCBF-B5E202DCD6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927" y="641802"/>
            <a:ext cx="6576575" cy="584775"/>
          </a:xfrm>
        </p:spPr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D5776-2479-4379-A703-2C22D497D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196A19D-20D7-4BE0-91CF-70BE1A51836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8928" y="2455592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9F63A1E-80AC-873A-7B08-C7265BB5967D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48928" y="3451618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69324E9C-60EB-28A4-B685-42B2774AEFAF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48928" y="4013459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D8CB4E0-D660-D5F2-909F-028F7EFFCD95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70794" y="2455592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D09874F-B2CF-BD5A-EE3E-7444C4E16C8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70794" y="4013459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C492763-7F70-C5FA-0820-3577947AC99F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48928" y="1884075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DDAFFA5-C05C-EA69-DBA3-676A18E8CEF7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6263396" y="3451618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FEE20B9-CD1F-8C9B-BEA0-B9D319CCC2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63396" y="1884075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79EC0-41F0-4247-9C45-69A7F8DF62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9E53213-570B-4A18-BD1C-150302F61DED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312126" y="1744133"/>
            <a:ext cx="5300133" cy="533480"/>
          </a:xfrm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406E4740-29FB-D70A-8FD0-D37379CFCD0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270276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327B15-003C-B57F-47CD-422B701435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C5F2F5B-6F0D-D207-EBEE-C1FD4E77DD2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88974" y="5822909"/>
            <a:ext cx="1220513" cy="646331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buNone/>
              <a:defRPr sz="1200"/>
            </a:lvl1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5B892A-4F81-3DE8-DAB9-C9ACD1E4B2D0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370667" y="0"/>
            <a:ext cx="9821333" cy="532262"/>
          </a:xfrm>
        </p:spPr>
        <p:txBody>
          <a:bodyPr/>
          <a:lstStyle/>
          <a:p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&amp;A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1EFCB-4C82-A339-B669-A9027A837A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EEF7E41-47AD-7303-E02A-CD4A30B4D13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590903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&amp;A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1EFCB-4C82-A339-B669-A9027A837A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EEF7E41-47AD-7303-E02A-CD4A30B4D13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167087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&amp;A Go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2A43680B-0C4E-035C-8289-47EE40A3E9E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86595" y="1966666"/>
            <a:ext cx="9414933" cy="1990288"/>
          </a:xfrm>
        </p:spPr>
        <p:txBody>
          <a:bodyPr/>
          <a:lstStyle>
            <a:lvl1pPr marL="0" marR="0" indent="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None/>
              <a:defRPr sz="2400">
                <a:solidFill>
                  <a:schemeClr val="tx1"/>
                </a:solidFill>
              </a:defRPr>
            </a:lvl1pPr>
          </a:lstStyle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  <a:p>
            <a:pPr lvl="0">
              <a:buNone/>
            </a:pPr>
            <a:endParaRPr/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endParaRPr/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F6B5C0D-562C-B668-B0FD-B003E2FB72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_purpl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hank You_ta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5BA17-DAF9-681D-B819-7BDD9530A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10759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44413B94-6844-4A70-89C7-90215F307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r>
              <a:t>CLICK TO EDIT HEADER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849ED6-60C4-4512-8605-1E9E2FBFD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927" y="1529769"/>
            <a:ext cx="10894141" cy="2375522"/>
          </a:xfrm>
          <a:prstGeom prst="rect">
            <a:avLst/>
          </a:prstGeom>
        </p:spPr>
        <p:txBody>
          <a:bodyPr vert="horz" wrap="square" lIns="137160" tIns="45720" rIns="91440" bIns="45720">
            <a:spAutoFit/>
          </a:bodyPr>
          <a:lstStyle/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DCE893-6A75-F770-3EBA-345A9472F0A7}"/>
              </a:ext>
            </a:extLst>
          </p:cNvPr>
          <p:cNvSpPr>
            <a:spLocks noGrp="1"/>
          </p:cNvSpPr>
          <p:nvPr/>
        </p:nvSpPr>
        <p:spPr>
          <a:xfrm>
            <a:off x="381193" y="6409578"/>
            <a:ext cx="4274987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33" b="0" i="0" spc="27">
                <a:solidFill>
                  <a:schemeClr val="tx1">
                    <a:lumMod val="65000"/>
                    <a:lumOff val="35000"/>
                  </a:schemeClr>
                </a:solidFill>
                <a:latin typeface="Uni Sans Book"/>
                <a:ea typeface="Uni Sans Book"/>
                <a:cs typeface="Uni Sans Book"/>
              </a:rPr>
              <a:t> FOSTER SCHOOL OF BUSINESS, UNIVERSITY OF WASHINGTON</a:t>
            </a:r>
            <a:endParaRPr sz="2133" b="0" spc="27" baseline="0">
              <a:solidFill>
                <a:schemeClr val="tx1">
                  <a:lumMod val="65000"/>
                  <a:lumOff val="35000"/>
                </a:schemeClr>
              </a:solidFill>
              <a:latin typeface="Uni Sans Book"/>
              <a:ea typeface="Uni Sans Book"/>
              <a:cs typeface="Uni Sans Book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B5DED1-6392-63AA-0761-1325CD3A98B5}"/>
              </a:ext>
            </a:extLst>
          </p:cNvPr>
          <p:cNvSpPr>
            <a:spLocks noGrp="1"/>
          </p:cNvSpPr>
          <p:nvPr/>
        </p:nvSpPr>
        <p:spPr>
          <a:xfrm>
            <a:off x="8243235" y="6409577"/>
            <a:ext cx="3427347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933" b="0" i="0">
                <a:solidFill>
                  <a:schemeClr val="tx1">
                    <a:lumMod val="65000"/>
                    <a:lumOff val="35000"/>
                  </a:schemeClr>
                </a:solidFill>
                <a:latin typeface="Encode Sans Normal Medium"/>
                <a:ea typeface="Encode Sans Normal Medium"/>
                <a:cs typeface="Encode Sans Normal Medium"/>
              </a:rPr>
              <a:t>foster.uw.edu</a:t>
            </a:r>
            <a:endParaRPr sz="2133" b="0" i="0">
              <a:solidFill>
                <a:schemeClr val="tx1">
                  <a:lumMod val="65000"/>
                  <a:lumOff val="35000"/>
                </a:schemeClr>
              </a:solidFill>
              <a:latin typeface="Encode Sans Normal Medium"/>
              <a:ea typeface="Encode Sans Normal Medium"/>
              <a:cs typeface="Encode Sans Normal Medium"/>
            </a:endParaRP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B19E5F83-CC4C-4422-956B-0374695BFA28}"/>
              </a:ext>
            </a:extLst>
          </p:cNvPr>
          <p:cNvSpPr>
            <a:spLocks noGrp="1"/>
          </p:cNvSpPr>
          <p:nvPr/>
        </p:nvSpPr>
        <p:spPr>
          <a:xfrm>
            <a:off x="522515" y="6316617"/>
            <a:ext cx="11043559" cy="0"/>
          </a:xfrm>
          <a:prstGeom prst="line">
            <a:avLst/>
          </a:prstGeom>
          <a:ln>
            <a:solidFill>
              <a:srgbClr val="C09F29">
                <a:alpha val="34419"/>
              </a:srgb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729" r:id="rId19"/>
  </p:sldLayoutIdLst>
  <p:txStyles>
    <p:titleStyle>
      <a:lvl1pPr algn="l" defTabSz="609585">
        <a:spcBef>
          <a:spcPct val="0"/>
        </a:spcBef>
        <a:spcAft>
          <a:spcPct val="0"/>
        </a:spcAft>
        <a:buNone/>
        <a:defRPr sz="3200" b="1" i="0" kern="1200">
          <a:solidFill>
            <a:srgbClr val="32006E"/>
          </a:solidFill>
          <a:latin typeface="Encode Sans Normal ExtraBold"/>
          <a:ea typeface="Encode Sans Normal ExtraBold"/>
          <a:cs typeface="Encode Sans Normal ExtraBold"/>
        </a:defRPr>
      </a:lvl1pPr>
      <a:lvl2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2pPr>
      <a:lvl3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3pPr>
      <a:lvl4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4pPr>
      <a:lvl5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5pPr>
      <a:lvl6pPr marL="609585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6pPr>
      <a:lvl7pPr marL="1219170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7pPr>
      <a:lvl8pPr marL="1828754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8pPr>
      <a:lvl9pPr marL="2438339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9pPr>
    </p:titleStyle>
    <p:bodyStyle>
      <a:lvl1pPr marL="0" indent="0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None/>
        <a:defRPr sz="2133" kern="1200">
          <a:solidFill>
            <a:schemeClr val="tx1"/>
          </a:solidFill>
          <a:latin typeface="Open Sans Light"/>
          <a:ea typeface="Open Sans Light"/>
          <a:cs typeface="Open Sans Light"/>
        </a:defRPr>
      </a:lvl1pPr>
      <a:lvl2pPr marL="687900" indent="-23282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2133" kern="1200">
          <a:solidFill>
            <a:schemeClr val="tx1"/>
          </a:solidFill>
          <a:latin typeface="Open Sans Light"/>
          <a:ea typeface="Open Sans Light"/>
          <a:cs typeface="Open Sans Light"/>
        </a:defRPr>
      </a:lvl2pPr>
      <a:lvl3pPr marL="914377" indent="-22647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3pPr>
      <a:lvl4pPr marL="1140855" indent="-22647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4pPr>
      <a:lvl5pPr marL="1375799" indent="-234945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5pPr>
      <a:lvl6pPr marL="3352716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6pPr>
      <a:lvl7pPr marL="3962301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7pPr>
      <a:lvl8pPr marL="4571886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8pPr>
      <a:lvl9pPr marL="5181470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09585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219170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828754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4pPr>
      <a:lvl5pPr marL="2438339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5pPr>
      <a:lvl6pPr marL="3047924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6pPr>
      <a:lvl7pPr marL="3657509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7pPr>
      <a:lvl8pPr marL="4267093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8pPr>
      <a:lvl9pPr marL="4876678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  <p15:guide id="3" pos="288">
          <p15:clr>
            <a:srgbClr val="F26B43"/>
          </p15:clr>
        </p15:guide>
        <p15:guide id="4" orient="horz" pos="279">
          <p15:clr>
            <a:srgbClr val="F26B43"/>
          </p15:clr>
        </p15:guide>
        <p15:guide id="5" orient="horz" pos="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171E04-8C84-4649-B7E3-F266075EC7BB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1057275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lang="en-US" sz="40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Introduction to the Extract, Transform and Load (ETL) Process</a:t>
            </a:r>
            <a:endParaRPr sz="3600" b="1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B64F9C-E20B-4CE2-B941-28E4B429B518}"/>
              </a:ext>
            </a:extLst>
          </p:cNvPr>
          <p:cNvSpPr>
            <a:spLocks noGrp="1"/>
          </p:cNvSpPr>
          <p:nvPr/>
        </p:nvSpPr>
        <p:spPr>
          <a:xfrm>
            <a:off x="609600" y="3679307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ACCTG 522</a:t>
            </a:r>
          </a:p>
          <a:p>
            <a:pPr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Data Analytics for Professional Accountants</a:t>
            </a:r>
            <a:endParaRPr sz="2400" b="1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E99166-AAF5-498F-B46D-82D42CECC71B}"/>
              </a:ext>
            </a:extLst>
          </p:cNvPr>
          <p:cNvSpPr>
            <a:spLocks noGrp="1"/>
          </p:cNvSpPr>
          <p:nvPr/>
        </p:nvSpPr>
        <p:spPr>
          <a:xfrm>
            <a:off x="609600" y="4757183"/>
            <a:ext cx="10001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B7A579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B7A579"/>
                </a:solidFill>
                <a:latin typeface="Segoe UI"/>
                <a:ea typeface="Segoe UI"/>
                <a:cs typeface="Segoe UI"/>
              </a:rPr>
              <a:t>MPAcc Class of 2027</a:t>
            </a:r>
          </a:p>
          <a:p>
            <a:pPr>
              <a:defRPr sz="2400" b="1">
                <a:solidFill>
                  <a:srgbClr val="B7A579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B7A579"/>
                </a:solidFill>
                <a:latin typeface="Segoe UI"/>
              </a:rPr>
              <a:t>Class 02 | Autumn | 2026</a:t>
            </a:r>
            <a:endParaRPr sz="2400" b="1" dirty="0">
              <a:solidFill>
                <a:srgbClr val="B7A579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294885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F555D3-14D1-2CA6-3E9F-FDB21F020B9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3140475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Review </a:t>
            </a:r>
          </a:p>
          <a:p>
            <a:pPr marL="457200" indent="-457200">
              <a:buAutoNum type="arabicPeriod"/>
            </a:pPr>
            <a:r>
              <a:rPr lang="en-US" dirty="0"/>
              <a:t>ETL Overview</a:t>
            </a:r>
          </a:p>
          <a:p>
            <a:pPr marL="457200" indent="-457200">
              <a:buAutoNum type="arabicPeriod"/>
            </a:pPr>
            <a:r>
              <a:rPr lang="en-US" dirty="0"/>
              <a:t>Class Exercises</a:t>
            </a:r>
          </a:p>
          <a:p>
            <a:pPr marL="1145100" lvl="1" indent="-457200">
              <a:buAutoNum type="arabicPeriod"/>
            </a:pPr>
            <a:r>
              <a:rPr lang="en-US" dirty="0"/>
              <a:t>Scavenger Hunt</a:t>
            </a:r>
          </a:p>
          <a:p>
            <a:pPr marL="1145100" lvl="1" indent="-457200">
              <a:buAutoNum type="arabicPeriod"/>
            </a:pPr>
            <a:r>
              <a:rPr lang="en-US" dirty="0"/>
              <a:t>Data Limitations (PPP dataset)</a:t>
            </a:r>
          </a:p>
          <a:p>
            <a:pPr marL="1145100" lvl="1" indent="-457200">
              <a:buFont typeface="Arial"/>
              <a:buAutoNum type="arabicPeriod"/>
            </a:pPr>
            <a:r>
              <a:rPr lang="en-US" dirty="0"/>
              <a:t>Introduction to Data Profiling and Data Quality </a:t>
            </a:r>
          </a:p>
          <a:p>
            <a:pPr marL="457200" indent="-457200">
              <a:buAutoNum type="arabicPeriod"/>
            </a:pPr>
            <a:r>
              <a:rPr lang="en-US" dirty="0"/>
              <a:t>Conclusion &amp;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57129C-F48B-B91A-202B-99600A6CD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4272180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FFB5A-138E-91D3-90B5-0E2055DD9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9A1F7B9-0BCC-6ABD-C9AA-3C0A84A205E6}"/>
              </a:ext>
            </a:extLst>
          </p:cNvPr>
          <p:cNvSpPr>
            <a:spLocks noGrp="1"/>
          </p:cNvSpPr>
          <p:nvPr/>
        </p:nvSpPr>
        <p:spPr>
          <a:xfrm>
            <a:off x="628650" y="638175"/>
            <a:ext cx="108966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4B2E83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MPAcc mindsets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133326-9B53-B06E-2A34-0894DB5FA9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322" y="1394734"/>
            <a:ext cx="9221355" cy="406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637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A2536-9297-4C08-C800-4787BCDDE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C0A2D1-C7D1-92E9-D359-61DFDBDB788B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42" y="68263"/>
            <a:ext cx="10986915" cy="61801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31598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D113A2-2147-CDE1-C1D3-ED0F3D3BBBF6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" r="2512" b="1"/>
          <a:stretch>
            <a:fillRect/>
          </a:stretch>
        </p:blipFill>
        <p:spPr>
          <a:xfrm>
            <a:off x="241300" y="61175"/>
            <a:ext cx="11950700" cy="61801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13419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58241-4A8F-4BAB-0E37-69A2F20F5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1C78984-A869-C537-063A-A0DA265A23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3140475"/>
          </a:xfrm>
        </p:spPr>
        <p:txBody>
          <a:bodyPr/>
          <a:lstStyle/>
          <a:p>
            <a:pPr marL="457200" indent="-457200">
              <a:buFont typeface="Arial"/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Review </a:t>
            </a:r>
          </a:p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ETL Overview</a:t>
            </a:r>
          </a:p>
          <a:p>
            <a:pPr marL="457200" indent="-457200">
              <a:buAutoNum type="arabicPeriod"/>
            </a:pPr>
            <a:r>
              <a:rPr lang="en-US" dirty="0"/>
              <a:t>Class Exercises</a:t>
            </a:r>
          </a:p>
          <a:p>
            <a:pPr marL="1145100" lvl="1" indent="-457200">
              <a:buAutoNum type="arabicPeriod"/>
            </a:pPr>
            <a:r>
              <a:rPr lang="en-US" dirty="0"/>
              <a:t>Scavenger Hunt</a:t>
            </a:r>
          </a:p>
          <a:p>
            <a:pPr marL="1145100" lvl="1" indent="-457200">
              <a:buAutoNum type="arabicPeriod"/>
            </a:pPr>
            <a:r>
              <a:rPr lang="en-US" dirty="0"/>
              <a:t>Data Limitations (PPP dataset)</a:t>
            </a:r>
          </a:p>
          <a:p>
            <a:pPr marL="1145100" lvl="1" indent="-457200">
              <a:buFont typeface="Arial"/>
              <a:buAutoNum type="arabicPeriod"/>
            </a:pPr>
            <a:r>
              <a:rPr lang="en-US" dirty="0"/>
              <a:t>Introduction to Data Profiling and Data Quality </a:t>
            </a:r>
          </a:p>
          <a:p>
            <a:pPr marL="457200" indent="-457200">
              <a:buAutoNum type="arabicPeriod"/>
            </a:pPr>
            <a:r>
              <a:rPr lang="en-US" dirty="0"/>
              <a:t>Conclusion &amp;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0C5EDC-EFA5-5799-D022-C8F93EF13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428794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DF9DEA-0C5F-7324-3E86-A6A72471627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3234603"/>
          </a:xfrm>
        </p:spPr>
        <p:txBody>
          <a:bodyPr/>
          <a:lstStyle/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The data we would ideally collect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The data that actually exist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The data that we can access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The data that we can correctly interpret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The data that are suitable for our analytical question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56E1DC-0C72-B7A3-951D-3F6903550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The data we want is not always the data we have</a:t>
            </a: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7BE83AF3-2932-75B0-A647-F2212CB5CD9A}"/>
              </a:ext>
            </a:extLst>
          </p:cNvPr>
          <p:cNvSpPr/>
          <p:nvPr/>
        </p:nvSpPr>
        <p:spPr>
          <a:xfrm>
            <a:off x="7649308" y="1600200"/>
            <a:ext cx="404446" cy="2813538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197A9C-D64D-B086-E940-8E6A052DD708}"/>
              </a:ext>
            </a:extLst>
          </p:cNvPr>
          <p:cNvSpPr txBox="1"/>
          <p:nvPr/>
        </p:nvSpPr>
        <p:spPr>
          <a:xfrm>
            <a:off x="8260373" y="2806914"/>
            <a:ext cx="33894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rPr lang="en-US" sz="2000" b="1" dirty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These may all be different.</a:t>
            </a:r>
          </a:p>
        </p:txBody>
      </p:sp>
    </p:spTree>
    <p:extLst>
      <p:ext uri="{BB962C8B-B14F-4D97-AF65-F5344CB8AC3E}">
        <p14:creationId xmlns:p14="http://schemas.microsoft.com/office/powerpoint/2010/main" val="3937551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53E27F-1CE7-13CC-846A-28BE7A25CE2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4619598"/>
          </a:xfrm>
        </p:spPr>
        <p:txBody>
          <a:bodyPr/>
          <a:lstStyle/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b="1" dirty="0"/>
              <a:t>Extract — obtain data from its source.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b="1" dirty="0"/>
              <a:t>Transform — clean, combine, standardize, validate, and restructure data.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b="1" dirty="0"/>
              <a:t>Load — place the resulting data where it can be used for analysis or storage.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ETL is a process, not a particular software product.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The process should be understandable, </a:t>
            </a:r>
            <a:r>
              <a:rPr lang="en-US" b="1" dirty="0"/>
              <a:t>reproducible</a:t>
            </a:r>
            <a:r>
              <a:rPr lang="en-US" dirty="0"/>
              <a:t>, and validated.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78B517D-761A-ED1C-5D66-6B2ABF7B3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ETL: from available data to usable evidence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F50F6E-95B0-CE11-4F86-4FF59D58D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1497" y="1424064"/>
            <a:ext cx="4440503" cy="260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388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9B0204-E059-71A8-3DD8-E1C88E73B8D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10635762" cy="3724681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Different sources require different ways of obtaining and interpreting data: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Files → file readers and format rules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Databases → connections and queries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APIs → requests and structured responses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Websites → web interfaces / extraction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Documents → parsing or extraction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The analytical question can remain the same while the extraction method changes.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8C50D0-6CB1-1EC3-647B-DEB29ACCD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Extract is an interface problem</a:t>
            </a:r>
          </a:p>
        </p:txBody>
      </p:sp>
    </p:spTree>
    <p:extLst>
      <p:ext uri="{BB962C8B-B14F-4D97-AF65-F5344CB8AC3E}">
        <p14:creationId xmlns:p14="http://schemas.microsoft.com/office/powerpoint/2010/main" val="1460355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38214A-BCB5-714A-773F-CC87C99C800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3558667"/>
          </a:xfrm>
        </p:spPr>
        <p:txBody>
          <a:bodyPr/>
          <a:lstStyle/>
          <a:p>
            <a:r>
              <a:rPr lang="en-US" dirty="0"/>
              <a:t>ETL: Extract → Transform → Load</a:t>
            </a:r>
          </a:p>
          <a:p>
            <a:r>
              <a:rPr lang="en-US" dirty="0"/>
              <a:t>Transform before loading into the analytical destination.</a:t>
            </a:r>
          </a:p>
          <a:p>
            <a:r>
              <a:rPr lang="en-US" dirty="0"/>
              <a:t>ELT: Extract → Load → Transform</a:t>
            </a:r>
          </a:p>
          <a:p>
            <a:r>
              <a:rPr lang="en-US" dirty="0"/>
              <a:t>Retain raw data in a destination platform and perform transformations there.</a:t>
            </a:r>
          </a:p>
          <a:p>
            <a:r>
              <a:rPr lang="en-US" dirty="0"/>
              <a:t>The important idea today is not the acronym: preserve provenance and make transformations reproducible.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CF5A0B-BCFD-4E21-D219-3365E5D78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ETL and ELT</a:t>
            </a:r>
          </a:p>
        </p:txBody>
      </p:sp>
    </p:spTree>
    <p:extLst>
      <p:ext uri="{BB962C8B-B14F-4D97-AF65-F5344CB8AC3E}">
        <p14:creationId xmlns:p14="http://schemas.microsoft.com/office/powerpoint/2010/main" val="4175343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1AF3DF-94A1-296D-E13F-6C24C69979F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4704237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What type of file is it?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How is information represented inside it?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What software or library can interpret it?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What additional rules are required?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Delimiter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Encoding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Version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Schema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C54E1B-7C39-8D5C-DF40-8E60EC503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Before we analyze data, we have to interpret it</a:t>
            </a:r>
          </a:p>
        </p:txBody>
      </p:sp>
    </p:spTree>
    <p:extLst>
      <p:ext uri="{BB962C8B-B14F-4D97-AF65-F5344CB8AC3E}">
        <p14:creationId xmlns:p14="http://schemas.microsoft.com/office/powerpoint/2010/main" val="3478850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3BA3F6-8FFD-323B-7C71-6130027E1AF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4157933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File extension — a label commonly used to identify a format.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File format — rules governing how information is represented.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Encoding — rules mapping stored bytes to characters or values.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Schema — structure and meaning of fields/elements.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Application — software that knows how to interpret one or more formats.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9E0AA5-3DE5-000E-59EA-81F0E1292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fr-FR" dirty="0"/>
              <a:t>File extension ≠ file format ≠ application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056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AA8BF6-4F80-D511-E11B-B2A9A795C11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10706100" cy="4639283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Text / broadly documented representations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CSV — delimited text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JSON — objects and arrays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XML — tagged hierarchical data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Application-specific formats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Excel — .xlsx / .</a:t>
            </a:r>
            <a:r>
              <a:rPr lang="en-US" dirty="0" err="1"/>
              <a:t>xls</a:t>
            </a:r>
            <a:endParaRPr lang="en-US" dirty="0"/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Alteryx — .</a:t>
            </a:r>
            <a:r>
              <a:rPr lang="en-US" dirty="0" err="1"/>
              <a:t>yxdb</a:t>
            </a:r>
            <a:endParaRPr lang="en-US" dirty="0"/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Tableau — .hyper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A format can be open even when we usually interact with it through a particular application.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3F5A76-A1B6-625C-8433-08D8D45BB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1077218"/>
          </a:xfrm>
        </p:spPr>
        <p:txBody>
          <a:bodyPr/>
          <a:lstStyle/>
          <a:p>
            <a:r>
              <a:rPr lang="en-US" dirty="0"/>
              <a:t>Open and application-specific representations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147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15154-ACBB-9565-AD13-98F31D058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E9C487-3F45-1F8C-CC95-663A57DE841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3140475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Review 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ETL Overview</a:t>
            </a:r>
          </a:p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Class Exercises</a:t>
            </a:r>
          </a:p>
          <a:p>
            <a:pPr marL="1145100" lvl="1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Scavenger Hunt</a:t>
            </a:r>
          </a:p>
          <a:p>
            <a:pPr marL="1145100" lvl="1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Data Limitations (PPP dataset)</a:t>
            </a:r>
          </a:p>
          <a:p>
            <a:pPr marL="1145100" lvl="1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Introduction to Data Profiling and Data Quality </a:t>
            </a:r>
          </a:p>
          <a:p>
            <a:pPr marL="457200" indent="-457200">
              <a:buAutoNum type="arabicPeriod"/>
            </a:pPr>
            <a:r>
              <a:rPr lang="en-US" dirty="0"/>
              <a:t>Conclusion &amp;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602A947-A884-4972-4178-8C1FA70C8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378577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E9F3CB-CB18-91B7-AB7B-D71D662D058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10574216" cy="4459169"/>
          </a:xfrm>
        </p:spPr>
        <p:txBody>
          <a:bodyPr/>
          <a:lstStyle/>
          <a:p>
            <a:r>
              <a:rPr lang="en-US" dirty="0"/>
              <a:t>Go to remote labs:</a:t>
            </a:r>
          </a:p>
          <a:p>
            <a:r>
              <a:rPr lang="en-US" dirty="0"/>
              <a:t>Navigate to your U: Drive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 the windows path, type </a:t>
            </a:r>
            <a:r>
              <a:rPr lang="en-US" b="1" i="1" dirty="0" err="1"/>
              <a:t>cmd</a:t>
            </a:r>
            <a:r>
              <a:rPr lang="en-US" dirty="0"/>
              <a:t> then enter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command window will open up inside the U-Drive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Write the following commands (enter after each one):</a:t>
            </a:r>
          </a:p>
          <a:p>
            <a:pPr marL="1030800" lvl="1" indent="-342900" rtl="0">
              <a:buFont typeface="Arial" panose="020B0604020202020204" pitchFamily="34" charset="0"/>
              <a:buChar char="•"/>
            </a:pPr>
            <a:r>
              <a:rPr lang="en-US" dirty="0"/>
              <a:t>git clone --filter=</a:t>
            </a:r>
            <a:r>
              <a:rPr lang="en-US" dirty="0" err="1"/>
              <a:t>blob:none</a:t>
            </a:r>
            <a:r>
              <a:rPr lang="en-US" dirty="0"/>
              <a:t> --sparse https://github.com/ashercurtis/datasets.io.git</a:t>
            </a:r>
          </a:p>
          <a:p>
            <a:pPr marL="1030800" lvl="1" indent="-342900" rtl="0">
              <a:buFont typeface="Arial" panose="020B0604020202020204" pitchFamily="34" charset="0"/>
              <a:buChar char="•"/>
            </a:pPr>
            <a:r>
              <a:rPr lang="en-US" dirty="0"/>
              <a:t>cd datasets.io</a:t>
            </a:r>
          </a:p>
          <a:p>
            <a:pPr marL="1030800" lvl="1" indent="-342900" rtl="0">
              <a:buFont typeface="Arial" panose="020B0604020202020204" pitchFamily="34" charset="0"/>
              <a:buChar char="•"/>
            </a:pPr>
            <a:r>
              <a:rPr lang="en-US" dirty="0"/>
              <a:t>git sparse-checkout set acctg522</a:t>
            </a:r>
          </a:p>
          <a:p>
            <a:pPr marL="1030800" lvl="1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E3F2E8-1BE4-033A-1597-064A22E18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1: Scavenger Hunt</a:t>
            </a:r>
          </a:p>
        </p:txBody>
      </p:sp>
    </p:spTree>
    <p:extLst>
      <p:ext uri="{BB962C8B-B14F-4D97-AF65-F5344CB8AC3E}">
        <p14:creationId xmlns:p14="http://schemas.microsoft.com/office/powerpoint/2010/main" val="2578865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83CEC4-F579-D01E-8F0D-CAD34870556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1796133"/>
          </a:xfrm>
        </p:spPr>
        <p:txBody>
          <a:bodyPr/>
          <a:lstStyle/>
          <a:p>
            <a:r>
              <a:rPr lang="en-US" dirty="0"/>
              <a:t>Can you decode the message?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6 files contain hidden keywords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Open the files to find the keywords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Write the words in order to decode the message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722B2A7-F542-20D3-F654-A46FE701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Scavenger Hunt</a:t>
            </a:r>
          </a:p>
        </p:txBody>
      </p:sp>
    </p:spTree>
    <p:extLst>
      <p:ext uri="{BB962C8B-B14F-4D97-AF65-F5344CB8AC3E}">
        <p14:creationId xmlns:p14="http://schemas.microsoft.com/office/powerpoint/2010/main" val="2314640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F4A544-AF00-6674-4335-2D574F197CE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9589477" cy="4709366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Can the file be inspected in a text editor?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Is the content human-readable?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Does the beginning of the file contain recognizable structure or a signature?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Does a particular application recognize the contents?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What happens if the extension is changed?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What did the extension contribute, and what remained unchanged?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0B343A-84C8-B36E-5B65-5FD235EB7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Scavenger Hunt: Clues</a:t>
            </a:r>
          </a:p>
        </p:txBody>
      </p:sp>
    </p:spTree>
    <p:extLst>
      <p:ext uri="{BB962C8B-B14F-4D97-AF65-F5344CB8AC3E}">
        <p14:creationId xmlns:p14="http://schemas.microsoft.com/office/powerpoint/2010/main" val="33760925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81E8EC-66F7-57D2-FA7B-FB9D475A9AC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10894141" cy="5081263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Data are encoded according to rules.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Software must know enough about those rules to interpret the data correctly.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A successful 'open' does not guarantee a correct interpretation.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Extraction therefore includes understanding what was extracted and how it was represented.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This becomes increasingly important when retrieval is automated.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8A37F0-8191-9C7E-F465-87F6BEF9A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1077218"/>
          </a:xfrm>
        </p:spPr>
        <p:txBody>
          <a:bodyPr/>
          <a:lstStyle/>
          <a:p>
            <a:r>
              <a:rPr lang="en-US" dirty="0"/>
              <a:t>Scavenger Hunt: MPAcc debrief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8895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3D2CB-50C4-0FBA-A3DC-65B2BA87C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14399AD-E466-F301-8B01-529735C9789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3140475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Review 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ETL Overview</a:t>
            </a:r>
          </a:p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Class Exercises</a:t>
            </a:r>
          </a:p>
          <a:p>
            <a:pPr marL="1145100" lvl="1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Scavenger Hunt</a:t>
            </a:r>
          </a:p>
          <a:p>
            <a:pPr marL="1145100" lvl="1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Data Limitations (PPP dataset)</a:t>
            </a:r>
          </a:p>
          <a:p>
            <a:pPr marL="1145100" lvl="1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Introduction to Data Profiling and Data Quality </a:t>
            </a:r>
          </a:p>
          <a:p>
            <a:pPr marL="457200" indent="-457200">
              <a:buAutoNum type="arabicPeriod"/>
            </a:pPr>
            <a:r>
              <a:rPr lang="en-US" dirty="0"/>
              <a:t>Conclusion &amp;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900A96-BA07-93E2-EA39-78CC2B5BB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40009599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8B9DA7-D652-F2F8-23E7-2636B9A4C4D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9879623" cy="4028154"/>
          </a:xfrm>
        </p:spPr>
        <p:txBody>
          <a:bodyPr/>
          <a:lstStyle/>
          <a:p>
            <a:r>
              <a:rPr lang="en-US" dirty="0"/>
              <a:t>Navigate to your datasets.io/ACCTG522 folder and look for: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02_PPP_extract/ in this folder is a file “PPP Data – Washington sample.csv”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In teams read the data using different programs, try: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PowerBI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Tableau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Notepad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Excel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VSCode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33251F-C9C6-E307-AD87-B30285590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2: PPP data</a:t>
            </a:r>
          </a:p>
        </p:txBody>
      </p:sp>
    </p:spTree>
    <p:extLst>
      <p:ext uri="{BB962C8B-B14F-4D97-AF65-F5344CB8AC3E}">
        <p14:creationId xmlns:p14="http://schemas.microsoft.com/office/powerpoint/2010/main" val="6489684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D8281C-7228-5713-F354-9EDFB0A67E92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4087850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What would we like to know?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Who received PPP loans?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Where did the money go?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Which industries received the most support?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Did PPP preserve jobs?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Did recipients comply with program requirements?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Was there fraud?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Different questions require different evidence.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04BE2B-750E-CE7F-1B2E-777766335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Start with the analytical question</a:t>
            </a:r>
          </a:p>
        </p:txBody>
      </p:sp>
    </p:spTree>
    <p:extLst>
      <p:ext uri="{BB962C8B-B14F-4D97-AF65-F5344CB8AC3E}">
        <p14:creationId xmlns:p14="http://schemas.microsoft.com/office/powerpoint/2010/main" val="2142627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E3143A-1816-E58B-9A92-0F6C68126A0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3813416"/>
          </a:xfrm>
        </p:spPr>
        <p:txBody>
          <a:bodyPr/>
          <a:lstStyle/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Business activity / underlying economic reality ↓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Applicant supplies information ↓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Lender records and validates information ↓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Government systems receive and process information ↓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Public PPP dataset ↓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Our ETL process ↓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Analytical dataset and conclusion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C62D21-B0EF-4893-1861-BAD77AE7B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Data provenance: where did this row come from?</a:t>
            </a:r>
          </a:p>
        </p:txBody>
      </p:sp>
    </p:spTree>
    <p:extLst>
      <p:ext uri="{BB962C8B-B14F-4D97-AF65-F5344CB8AC3E}">
        <p14:creationId xmlns:p14="http://schemas.microsoft.com/office/powerpoint/2010/main" val="36580757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041510-8738-EC74-33BF-9871C34D3A6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5"/>
            <a:ext cx="10503877" cy="3909320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Applicant — error, misunderstanding, omission, or intentional misstatement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Lender — procedures, interpretation, validation, and data entry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Program administration — changing rules, system design, aggregation, publication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Our extraction — wrong file, incomplete pull, parsing problem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Our transformation — incorrect filtering, joining, recoding, or aggregation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Our interpretation — assuming a field measures something it does not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281A72-B9B6-DD2C-13CB-45282611B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Where can error or uncertainty enter?</a:t>
            </a:r>
          </a:p>
        </p:txBody>
      </p:sp>
    </p:spTree>
    <p:extLst>
      <p:ext uri="{BB962C8B-B14F-4D97-AF65-F5344CB8AC3E}">
        <p14:creationId xmlns:p14="http://schemas.microsoft.com/office/powerpoint/2010/main" val="41877977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71F05F-D189-08AB-FA51-5F98F48DF62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4152804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Suppose </a:t>
            </a:r>
            <a:r>
              <a:rPr lang="en-US" dirty="0" err="1"/>
              <a:t>JobsReported</a:t>
            </a:r>
            <a:r>
              <a:rPr lang="en-US" dirty="0"/>
              <a:t> = 25.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Does that mean: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25 people worked at the business?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25 jobs were supported by the loan?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25 jobs would have disappeared without PPP?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25 is the value reported through the program process?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A field name is not a complete measurement definition.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D7B0B81-5AEE-AD4A-3AF8-3C6157325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What does a field actually measure?</a:t>
            </a:r>
          </a:p>
        </p:txBody>
      </p:sp>
    </p:spTree>
    <p:extLst>
      <p:ext uri="{BB962C8B-B14F-4D97-AF65-F5344CB8AC3E}">
        <p14:creationId xmlns:p14="http://schemas.microsoft.com/office/powerpoint/2010/main" val="11923646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6A0875-667C-4501-96CC-71B23BC84C4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10248900" cy="5119735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Suppose </a:t>
            </a:r>
            <a:r>
              <a:rPr lang="en-US" dirty="0" err="1"/>
              <a:t>JobsReported</a:t>
            </a:r>
            <a:r>
              <a:rPr lang="en-US" dirty="0"/>
              <a:t> = 0.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Possible explanations: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A true zero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Missing information encoded as zero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Applicant misunderstanding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A transformation performed upstream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A valid but unusual observation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An unusual value is a reason to investigate — not automatically a reason to delete.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24BA6E-D4FB-0F90-9CA4-13CC863FA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Unusual value or data error?</a:t>
            </a:r>
          </a:p>
        </p:txBody>
      </p:sp>
    </p:spTree>
    <p:extLst>
      <p:ext uri="{BB962C8B-B14F-4D97-AF65-F5344CB8AC3E}">
        <p14:creationId xmlns:p14="http://schemas.microsoft.com/office/powerpoint/2010/main" val="6901381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6C6F4A-91CE-5694-58F8-EECBBE36CD7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9440008" cy="4481099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Some conditions can provide strong evidence of invalid data.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Example: a field violates a documented allowable value or logical constraint.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Other conditions identify observations that deserve investigation.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Example: an unusually large loan or </a:t>
            </a:r>
            <a:r>
              <a:rPr lang="en-US" dirty="0" err="1"/>
              <a:t>JobsReported</a:t>
            </a:r>
            <a:r>
              <a:rPr lang="en-US" dirty="0"/>
              <a:t> = 0.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Profiling should distinguish 'impossible under our rules' from 'unusual.'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B64EFB7-212F-219F-8363-105EEF663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Validity rules versus investigation rules</a:t>
            </a:r>
          </a:p>
        </p:txBody>
      </p:sp>
    </p:spTree>
    <p:extLst>
      <p:ext uri="{BB962C8B-B14F-4D97-AF65-F5344CB8AC3E}">
        <p14:creationId xmlns:p14="http://schemas.microsoft.com/office/powerpoint/2010/main" val="19317831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A2CC53-53AC-D768-E237-0A4976B7A38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9853246" cy="4157933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Question: Did PPP save jobs?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Available field: </a:t>
            </a:r>
            <a:r>
              <a:rPr lang="en-US" dirty="0" err="1"/>
              <a:t>JobsReported</a:t>
            </a:r>
            <a:endParaRPr lang="en-US" dirty="0"/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Even if </a:t>
            </a:r>
            <a:r>
              <a:rPr lang="en-US" dirty="0" err="1"/>
              <a:t>JobsReported</a:t>
            </a:r>
            <a:r>
              <a:rPr lang="en-US" dirty="0"/>
              <a:t> is recorded perfectly, it may not identify the counterfactual: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'How many jobs would have existed without PPP?'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Data quality and identification / suitability are different problems.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B595103-CB1F-7572-AD40-C729DA0D2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Measurement versus the question</a:t>
            </a:r>
          </a:p>
        </p:txBody>
      </p:sp>
    </p:spTree>
    <p:extLst>
      <p:ext uri="{BB962C8B-B14F-4D97-AF65-F5344CB8AC3E}">
        <p14:creationId xmlns:p14="http://schemas.microsoft.com/office/powerpoint/2010/main" val="20109774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D56FF3-9D8A-C886-8C65-BBE298F5CE7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9941169" cy="3821397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Initial question: Did PPP save jobs?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Inspect available data: </a:t>
            </a:r>
            <a:r>
              <a:rPr lang="en-US" dirty="0" err="1"/>
              <a:t>JobsReported</a:t>
            </a:r>
            <a:r>
              <a:rPr lang="en-US" dirty="0"/>
              <a:t> exists, but the counterfactual does not.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Possible responses: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Refine the question to something the data can support.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Obtain additional data.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Use a stronger analytical/research design.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The data have changed what question we can responsibly answer.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9A7FAA-FCFF-7588-A749-0240BD5EA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The recursive framework in practice</a:t>
            </a:r>
          </a:p>
        </p:txBody>
      </p:sp>
    </p:spTree>
    <p:extLst>
      <p:ext uri="{BB962C8B-B14F-4D97-AF65-F5344CB8AC3E}">
        <p14:creationId xmlns:p14="http://schemas.microsoft.com/office/powerpoint/2010/main" val="751641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C9F22B-520D-9F53-CF84-B44178EF9DE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4888902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Rows × columns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Field names and definitions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Data types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Missingness by field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Unique values and category frequencies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Numeric ranges and distributions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Potential duplicates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Unexpected values or relationships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1C0A75-CD6F-C882-959B-DB5350CB8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Before transforming: profile the data</a:t>
            </a:r>
          </a:p>
        </p:txBody>
      </p:sp>
    </p:spTree>
    <p:extLst>
      <p:ext uri="{BB962C8B-B14F-4D97-AF65-F5344CB8AC3E}">
        <p14:creationId xmlns:p14="http://schemas.microsoft.com/office/powerpoint/2010/main" val="20434348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90BE65-5539-B246-05D2-E3D77C8CE8F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9571892" cy="4322558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Before trying to answer a PPP question, build a profile of the dataset.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Identify: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What is one row?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Which fields appear complete or sparse?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Which categorical fields need interpretation?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Which numeric fields have surprising ranges?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What might constitute a duplicate?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Which observations should be investigated?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9D3CCF-D8DE-B880-2C4E-F53771EF6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PPP activity — profile the Washington sample</a:t>
            </a:r>
          </a:p>
        </p:txBody>
      </p:sp>
    </p:spTree>
    <p:extLst>
      <p:ext uri="{BB962C8B-B14F-4D97-AF65-F5344CB8AC3E}">
        <p14:creationId xmlns:p14="http://schemas.microsoft.com/office/powerpoint/2010/main" val="15373383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33F00F-5FB1-47BD-68FD-7DD7A964C27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10257692" cy="4709366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Two identical rows?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Two records with the same borrower name?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Same borrower + address?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Same borrower + loan amount?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Could the same business legitimately receive more than one record?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Duplicate detection requires a definition of the entity and transaction represented by each row.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357DD2-7894-D6D0-3EE2-EA3546B5A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What is a duplicate?</a:t>
            </a:r>
          </a:p>
        </p:txBody>
      </p:sp>
    </p:spTree>
    <p:extLst>
      <p:ext uri="{BB962C8B-B14F-4D97-AF65-F5344CB8AC3E}">
        <p14:creationId xmlns:p14="http://schemas.microsoft.com/office/powerpoint/2010/main" val="5178298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6319B5-B715-2B1C-6346-5FB034FC43A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10275277" cy="5029967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1. Data quality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A recorded value may be wrong, incomplete, duplicated, or inconsistent.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2. Measurement / definition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A field may not mean what we initially assume it means.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3. Data suitability / identification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Even perfectly recorded data may not support the inference we want.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Cleaning cannot solve all three.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0DF740-0836-6F91-1DFD-0B9A0B2D0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Three different problems</a:t>
            </a:r>
          </a:p>
        </p:txBody>
      </p:sp>
    </p:spTree>
    <p:extLst>
      <p:ext uri="{BB962C8B-B14F-4D97-AF65-F5344CB8AC3E}">
        <p14:creationId xmlns:p14="http://schemas.microsoft.com/office/powerpoint/2010/main" val="25038535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3CE745-6575-2DE9-0DCC-212B8E6F64B2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8534400" cy="4709366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Accuracy — does the value reflect the underlying reality?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Completeness — are required observations or fields present?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Consistency — are comparable items represented consistently?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Validity — do values conform to expected rules?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Uniqueness — are records duplicated?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Timeliness — are the data appropriate for the relevant period?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8924DD-53DC-3156-B5BC-1445770C7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Data quality dimensions</a:t>
            </a:r>
          </a:p>
        </p:txBody>
      </p:sp>
    </p:spTree>
    <p:extLst>
      <p:ext uri="{BB962C8B-B14F-4D97-AF65-F5344CB8AC3E}">
        <p14:creationId xmlns:p14="http://schemas.microsoft.com/office/powerpoint/2010/main" val="42052440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86EC7D-DB93-927F-5644-ACF883DC04A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10609385" cy="5076133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Government publication provides provenance and credibility about the dataset's source.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But individual values may originate with applicants, lenders, or upstream systems.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Ask: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Who generated this value?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What incentive and process produced it?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What validation occurred?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What transformations occurred before we received it?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F6D1FA-7992-B952-AC69-7635D828D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Authoritative source ≠ verified underlying value</a:t>
            </a:r>
          </a:p>
        </p:txBody>
      </p:sp>
    </p:spTree>
    <p:extLst>
      <p:ext uri="{BB962C8B-B14F-4D97-AF65-F5344CB8AC3E}">
        <p14:creationId xmlns:p14="http://schemas.microsoft.com/office/powerpoint/2010/main" val="29997936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01E195-A8E8-38A1-223B-0BE797C37A1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9800492" cy="5076133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When we change data, we implicitly assert that the transformation is appropriate.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Examples: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Treat blank and zero as equivalent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Combine two borrower names into one entity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Remove a suspected duplicate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Convert a text value into a date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Each assertion should be defensible and, where consequential, reviewable.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2AF1F8A-F301-B333-C181-E90D5FB00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Transformation is an assertion</a:t>
            </a:r>
          </a:p>
        </p:txBody>
      </p:sp>
    </p:spTree>
    <p:extLst>
      <p:ext uri="{BB962C8B-B14F-4D97-AF65-F5344CB8AC3E}">
        <p14:creationId xmlns:p14="http://schemas.microsoft.com/office/powerpoint/2010/main" val="39049926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090604-F453-929F-309B-33643E0728C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9844454" cy="5581400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A manual edit and a scripted transformation can produce the same output.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A reproducible process provides additional benefits: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Repeatability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Documentation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Scalability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Reviewability</a:t>
            </a:r>
          </a:p>
          <a:p>
            <a:pPr lvl="1">
              <a:spcAft>
                <a:spcPts val="700"/>
              </a:spcAft>
              <a:defRPr sz="1800"/>
            </a:pPr>
            <a:r>
              <a:rPr lang="en-US" dirty="0"/>
              <a:t>Ability to rerun when source data change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The objective is not 'avoid Excel'; it is to make consequential transformations traceable.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5E2D0D-F098-D0EF-F9BB-417297CB2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Manual cleaning versus reproducible workflows</a:t>
            </a:r>
          </a:p>
        </p:txBody>
      </p:sp>
    </p:spTree>
    <p:extLst>
      <p:ext uri="{BB962C8B-B14F-4D97-AF65-F5344CB8AC3E}">
        <p14:creationId xmlns:p14="http://schemas.microsoft.com/office/powerpoint/2010/main" val="21431732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B039E6-8032-5B0C-D316-9FA9F6CE2E4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10099431" cy="3234603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Before ETL — establish expectations about the source.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During ETL — record transformations and exceptions.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After ETL — reconcile the output to expectations.</a:t>
            </a:r>
          </a:p>
          <a:p>
            <a:pPr>
              <a:spcAft>
                <a:spcPts val="700"/>
              </a:spcAft>
              <a:defRPr sz="2000"/>
            </a:pPr>
            <a:endParaRPr lang="en-US" dirty="0"/>
          </a:p>
          <a:p>
            <a:pPr>
              <a:spcAft>
                <a:spcPts val="700"/>
              </a:spcAft>
              <a:defRPr sz="2000"/>
            </a:pPr>
            <a:r>
              <a:rPr lang="en-US" b="1" i="1" dirty="0"/>
              <a:t>A workflow that runs without an error message has not necessarily produced correct data.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41FC42-6DCC-E773-920F-B84F10211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ETL controls: validate the process</a:t>
            </a:r>
          </a:p>
        </p:txBody>
      </p:sp>
    </p:spTree>
    <p:extLst>
      <p:ext uri="{BB962C8B-B14F-4D97-AF65-F5344CB8AC3E}">
        <p14:creationId xmlns:p14="http://schemas.microsoft.com/office/powerpoint/2010/main" val="1076569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3DE81A-4980-592B-CD74-BD9EB200EFD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4888902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Record counts before and after filters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Control totals for important numeric fields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Missing-value counts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Duplicate counts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Unmatched records after joins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Rejected or exception records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Expected categories and numeric ranges</a:t>
            </a:r>
          </a:p>
          <a:p>
            <a:pPr>
              <a:spcAft>
                <a:spcPts val="700"/>
              </a:spcAft>
              <a:defRPr sz="2000"/>
            </a:pPr>
            <a:r>
              <a:rPr lang="en-US" dirty="0"/>
              <a:t>Changes should have an explanation.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370835-C35C-4221-F7FC-DAC963455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What could we reconcile?</a:t>
            </a:r>
          </a:p>
        </p:txBody>
      </p:sp>
    </p:spTree>
    <p:extLst>
      <p:ext uri="{BB962C8B-B14F-4D97-AF65-F5344CB8AC3E}">
        <p14:creationId xmlns:p14="http://schemas.microsoft.com/office/powerpoint/2010/main" val="2504688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5DFF7-569B-D7DC-5AF2-FBF566AA3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3E90D4-E3DC-85C9-1B77-22E560AADE0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3140475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Review 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ETL Overview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Class Exercises</a:t>
            </a:r>
          </a:p>
          <a:p>
            <a:pPr marL="1145100" lvl="1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Scavenger Hunt</a:t>
            </a:r>
          </a:p>
          <a:p>
            <a:pPr marL="1145100" lvl="1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Data Limitations (PPP dataset)</a:t>
            </a:r>
          </a:p>
          <a:p>
            <a:pPr marL="1145100" lvl="1" indent="-457200">
              <a:buFont typeface="Arial"/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Introduction to Data Profiling and Data Quality </a:t>
            </a:r>
          </a:p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Conclusion &amp;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01D866-17F4-C3ED-49B2-2A99D801D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3799079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6CEEB-4368-7AED-AF05-789F70A6C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0EE93C-4EF2-6967-EB74-EE104F0B57B4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42" y="68263"/>
            <a:ext cx="10986915" cy="61801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706563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25F03-0DF8-1984-8D11-C9E4B70A0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E0E289-0161-1503-061D-BD272D3C70B2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" r="2512" b="1"/>
          <a:stretch>
            <a:fillRect/>
          </a:stretch>
        </p:blipFill>
        <p:spPr>
          <a:xfrm>
            <a:off x="241300" y="61175"/>
            <a:ext cx="11950700" cy="61801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123613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43B51B-0A83-EDC8-5496-64D3A58ABEE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9712569" cy="3606500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Today's key takeaway: </a:t>
            </a:r>
            <a:r>
              <a:rPr lang="en-US" b="1" dirty="0"/>
              <a:t>Data and Prepare/ETL are not mechanical steps.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endParaRPr lang="en-US" dirty="0"/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Profiling, provenance, validation, and professional judgment can cause us to iterate backward.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Responsible action depends on understanding both the evidence and its limitations.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D6B6A5-AB1F-874C-8C41-DE2C18593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1188629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84B59F3-FA70-48A1-8B0F-551483EAAA2F}"/>
              </a:ext>
            </a:extLst>
          </p:cNvPr>
          <p:cNvSpPr>
            <a:spLocks noGrp="1"/>
          </p:cNvSpPr>
          <p:nvPr/>
        </p:nvSpPr>
        <p:spPr>
          <a:xfrm>
            <a:off x="628650" y="638175"/>
            <a:ext cx="108966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4B2E83"/>
                </a:solidFill>
                <a:latin typeface="Segoe UI"/>
                <a:ea typeface="Segoe UI"/>
                <a:cs typeface="Segoe UI"/>
              </a:defRPr>
            </a:pPr>
            <a:r>
              <a:rPr lang="en-US" sz="3000" b="1" dirty="0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N</a:t>
            </a:r>
            <a:r>
              <a:rPr sz="3000" b="1" dirty="0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ext 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EC96EB-8371-4B7E-A0C3-573FD660BBA7}"/>
              </a:ext>
            </a:extLst>
          </p:cNvPr>
          <p:cNvSpPr>
            <a:spLocks noGrp="1"/>
          </p:cNvSpPr>
          <p:nvPr/>
        </p:nvSpPr>
        <p:spPr>
          <a:xfrm>
            <a:off x="723900" y="1571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lang="en-US" sz="210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Next topic: </a:t>
            </a:r>
            <a:r>
              <a:rPr lang="en-US" b="1" dirty="0"/>
              <a:t>The ETL process: Extraction from APIs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Supports the Common Final Project (sourcing high-quality financial data)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Develops data skills with APIs, JSON files and schema understanding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2BDF1C-957F-4AAB-ABE6-0C863FA7B0C5}"/>
              </a:ext>
            </a:extLst>
          </p:cNvPr>
          <p:cNvSpPr>
            <a:spLocks noGrp="1"/>
          </p:cNvSpPr>
          <p:nvPr/>
        </p:nvSpPr>
        <p:spPr>
          <a:xfrm>
            <a:off x="723900" y="4172172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0">
                <a:solidFill>
                  <a:srgbClr val="917B4C"/>
                </a:solidFill>
                <a:latin typeface="Segoe UI"/>
                <a:ea typeface="Segoe UI"/>
                <a:cs typeface="Segoe UI"/>
              </a:defRPr>
            </a:pPr>
            <a:r>
              <a:rPr lang="en-US" sz="2100" b="0" dirty="0">
                <a:solidFill>
                  <a:srgbClr val="917B4C"/>
                </a:solidFill>
                <a:latin typeface="Segoe UI"/>
                <a:ea typeface="Segoe UI"/>
                <a:cs typeface="Segoe UI"/>
              </a:rPr>
              <a:t>Thank you!</a:t>
            </a:r>
            <a:endParaRPr sz="2100" b="0" dirty="0">
              <a:solidFill>
                <a:srgbClr val="917B4C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931208946"/>
      </p:ext>
    </p:extLst>
  </p:cSld>
  <p:clrMapOvr>
    <a:masterClrMapping/>
  </p:clrMapOvr>
</p:sld>
</file>

<file path=ppt/theme/theme1.xml><?xml version="1.0" encoding="utf-8"?>
<a:theme xmlns:a="http://schemas.openxmlformats.org/drawingml/2006/main" name="W Foster MBA Career Mgmt">
  <a:themeElements>
    <a:clrScheme name="2024 FOSTER 2">
      <a:dk1>
        <a:srgbClr val="000000"/>
      </a:dk1>
      <a:lt1>
        <a:srgbClr val="FFFFFF"/>
      </a:lt1>
      <a:dk2>
        <a:srgbClr val="32006E"/>
      </a:dk2>
      <a:lt2>
        <a:srgbClr val="F5F5F9"/>
      </a:lt2>
      <a:accent1>
        <a:srgbClr val="B7A579"/>
      </a:accent1>
      <a:accent2>
        <a:srgbClr val="8C51FF"/>
      </a:accent2>
      <a:accent3>
        <a:srgbClr val="917B4C"/>
      </a:accent3>
      <a:accent4>
        <a:srgbClr val="000000"/>
      </a:accent4>
      <a:accent5>
        <a:srgbClr val="CACACA"/>
      </a:accent5>
      <a:accent6>
        <a:srgbClr val="E8E8E8"/>
      </a:accent6>
      <a:hlink>
        <a:srgbClr val="0000DE"/>
      </a:hlink>
      <a:folHlink>
        <a:srgbClr val="4B2E84"/>
      </a:folHlink>
    </a:clrScheme>
    <a:fontScheme name="Custom 1">
      <a:majorFont>
        <a:latin typeface="Encode Sans Normal"/>
        <a:ea typeface=""/>
        <a:cs typeface=""/>
      </a:majorFont>
      <a:minorFont>
        <a:latin typeface="Open Sans"/>
        <a:ea typeface=""/>
        <a:cs typeface=""/>
      </a:minorFont>
    </a:fontScheme>
    <a:fmtScheme name="2024 FOSTER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 Foster MBA Career Mgmt">
  <a:themeElements>
    <a:clrScheme name="2024 FOSTER 2">
      <a:dk1>
        <a:srgbClr val="000000"/>
      </a:dk1>
      <a:lt1>
        <a:srgbClr val="FFFFFF"/>
      </a:lt1>
      <a:dk2>
        <a:srgbClr val="32006E"/>
      </a:dk2>
      <a:lt2>
        <a:srgbClr val="F5F5F9"/>
      </a:lt2>
      <a:accent1>
        <a:srgbClr val="B7A579"/>
      </a:accent1>
      <a:accent2>
        <a:srgbClr val="8C51FF"/>
      </a:accent2>
      <a:accent3>
        <a:srgbClr val="917B4C"/>
      </a:accent3>
      <a:accent4>
        <a:srgbClr val="000000"/>
      </a:accent4>
      <a:accent5>
        <a:srgbClr val="CACACA"/>
      </a:accent5>
      <a:accent6>
        <a:srgbClr val="E8E8E8"/>
      </a:accent6>
      <a:hlink>
        <a:srgbClr val="0000DE"/>
      </a:hlink>
      <a:folHlink>
        <a:srgbClr val="4B2E84"/>
      </a:folHlink>
    </a:clrScheme>
    <a:fontScheme name="Custom 1">
      <a:majorFont>
        <a:latin typeface="Encode Sans Normal"/>
        <a:ea typeface=""/>
        <a:cs typeface=""/>
      </a:majorFont>
      <a:minorFont>
        <a:latin typeface="Open Sans"/>
        <a:ea typeface=""/>
        <a:cs typeface=""/>
      </a:minorFont>
    </a:fontScheme>
    <a:fmtScheme name="2024 FOSTER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6b6dd5b-f02f-441a-99a0-162ac5060bd2}" enabled="0" method="" siteId="{f6b6dd5b-f02f-441a-99a0-162ac5060b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1000</TotalTime>
  <Words>1872</Words>
  <Application>Microsoft Office PowerPoint</Application>
  <DocSecurity>0</DocSecurity>
  <PresentationFormat>Widescreen</PresentationFormat>
  <Paragraphs>288</Paragraphs>
  <Slides>43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2" baseType="lpstr">
      <vt:lpstr>Arial</vt:lpstr>
      <vt:lpstr>Calibri</vt:lpstr>
      <vt:lpstr>Encode Sans Normal ExtraBold</vt:lpstr>
      <vt:lpstr>Encode Sans Normal Medium</vt:lpstr>
      <vt:lpstr>Open Sans</vt:lpstr>
      <vt:lpstr>Open Sans Light</vt:lpstr>
      <vt:lpstr>Segoe UI</vt:lpstr>
      <vt:lpstr>Uni Sans Book</vt:lpstr>
      <vt:lpstr>W Foster MBA Career Mgmt</vt:lpstr>
      <vt:lpstr>PowerPoint Presentation</vt:lpstr>
      <vt:lpstr>Agenda</vt:lpstr>
      <vt:lpstr>PowerPoint Presentation</vt:lpstr>
      <vt:lpstr>PowerPoint Presentation</vt:lpstr>
      <vt:lpstr>PowerPoint Presentation</vt:lpstr>
      <vt:lpstr>Agenda</vt:lpstr>
      <vt:lpstr>The data we want is not always the data we have</vt:lpstr>
      <vt:lpstr>ETL: from available data to usable evidence</vt:lpstr>
      <vt:lpstr>Extract is an interface problem</vt:lpstr>
      <vt:lpstr>ETL and ELT</vt:lpstr>
      <vt:lpstr>Before we analyze data, we have to interpret it</vt:lpstr>
      <vt:lpstr>File extension ≠ file format ≠ application</vt:lpstr>
      <vt:lpstr>Open and application-specific representations </vt:lpstr>
      <vt:lpstr>Agenda</vt:lpstr>
      <vt:lpstr>Exercise 1: Scavenger Hunt</vt:lpstr>
      <vt:lpstr>Scavenger Hunt</vt:lpstr>
      <vt:lpstr>Scavenger Hunt: Clues</vt:lpstr>
      <vt:lpstr>Scavenger Hunt: MPAcc debrief </vt:lpstr>
      <vt:lpstr>Agenda</vt:lpstr>
      <vt:lpstr>Exercise 2: PPP data</vt:lpstr>
      <vt:lpstr>Start with the analytical question</vt:lpstr>
      <vt:lpstr>Data provenance: where did this row come from?</vt:lpstr>
      <vt:lpstr>Where can error or uncertainty enter?</vt:lpstr>
      <vt:lpstr>What does a field actually measure?</vt:lpstr>
      <vt:lpstr>Unusual value or data error?</vt:lpstr>
      <vt:lpstr>Validity rules versus investigation rules</vt:lpstr>
      <vt:lpstr>Measurement versus the question</vt:lpstr>
      <vt:lpstr>The recursive framework in practice</vt:lpstr>
      <vt:lpstr>Before transforming: profile the data</vt:lpstr>
      <vt:lpstr>PPP activity — profile the Washington sample</vt:lpstr>
      <vt:lpstr>What is a duplicate?</vt:lpstr>
      <vt:lpstr>Three different problems</vt:lpstr>
      <vt:lpstr>Data quality dimensions</vt:lpstr>
      <vt:lpstr>Authoritative source ≠ verified underlying value</vt:lpstr>
      <vt:lpstr>Transformation is an assertion</vt:lpstr>
      <vt:lpstr>Manual cleaning versus reproducible workflows</vt:lpstr>
      <vt:lpstr>ETL controls: validate the process</vt:lpstr>
      <vt:lpstr>What could we reconcile?</vt:lpstr>
      <vt:lpstr>Agenda</vt:lpstr>
      <vt:lpstr>PowerPoint Presentation</vt:lpstr>
      <vt:lpstr>PowerPoint Presentation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Asher Curtis</cp:lastModifiedBy>
  <cp:revision>2</cp:revision>
  <dcterms:created xsi:type="dcterms:W3CDTF">2026-09-29T01:46:38Z</dcterms:created>
  <dcterms:modified xsi:type="dcterms:W3CDTF">2026-10-05T16:29:51Z</dcterms:modified>
</cp:coreProperties>
</file>