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1151" r:id="rId3"/>
    <p:sldId id="1150" r:id="rId4"/>
    <p:sldId id="1148" r:id="rId5"/>
    <p:sldId id="1149" r:id="rId6"/>
    <p:sldId id="1147" r:id="rId7"/>
    <p:sldId id="1130" r:id="rId8"/>
    <p:sldId id="113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38B2-D708-84E6-5042-DA2A22B4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2C0C1-95E6-8B39-BDA5-CD64A1521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7A18C-EA97-A32C-730A-7DCEDE2D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C44A3-7480-3F24-88AD-8313BCB57D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629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3600" b="1" dirty="0">
                <a:solidFill>
                  <a:srgbClr val="FFFFFF"/>
                </a:solidFill>
                <a:latin typeface="Segoe UI"/>
              </a:rPr>
              <a:t>Transaction Analytics: Understanding Transactions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endParaRPr lang="en-US" sz="36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320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Accounting Systems and Analytics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06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6124-DDC5-2484-7446-1B909F7D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AEA3D4-8AF8-ECFB-3ED8-8BE4D1AD852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647274" cy="26838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/>
              <a:t>Data exercises both in Tableau:</a:t>
            </a:r>
          </a:p>
          <a:p>
            <a:pPr marL="1145100" lvl="1" indent="-457200">
              <a:buAutoNum type="arabicPeriod"/>
            </a:pPr>
            <a:r>
              <a:rPr lang="en-US" dirty="0"/>
              <a:t>ETL for both cases</a:t>
            </a:r>
          </a:p>
          <a:p>
            <a:pPr marL="1145100" lvl="1" indent="-457200">
              <a:buAutoNum type="arabicPeriod"/>
            </a:pPr>
            <a:r>
              <a:rPr lang="en-US" dirty="0"/>
              <a:t>Start visualizing data (use case documents as the guide), both cases</a:t>
            </a:r>
          </a:p>
          <a:p>
            <a:pPr marL="1145100" lvl="1" indent="-457200">
              <a:buAutoNum type="arabicPeriod"/>
            </a:pPr>
            <a:r>
              <a:rPr lang="en-US" dirty="0"/>
              <a:t>Begin communicating insight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4B3093-4852-91B4-5E49-C38E39EA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96452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37C7-2382-53B9-D7CA-8D476C16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D30433-67AE-8DFB-32F2-27EA3C8450DC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603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FA0B-3218-ED1E-9A0D-F96E8460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084840-61C3-00D4-6A01-075DDB47B06D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203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168E7-70E8-F81E-85EA-A7EFBDDE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5AD0F8-C351-1C10-54D1-F42EC6B0533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647274" cy="26838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exercises both in Tableau: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ETL for both cases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Start visualizing data (use case documents as the guide), both cases</a:t>
            </a:r>
          </a:p>
          <a:p>
            <a:pPr marL="1145100" lvl="1" indent="-457200">
              <a:buAutoNum type="arabicPeriod"/>
            </a:pPr>
            <a:r>
              <a:rPr lang="en-US" dirty="0"/>
              <a:t>Begin communicating insight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E07DC8-954B-6904-1FD0-192FC492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20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1374-42B9-7709-86C9-825BB438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C83751-1D92-6592-F4CB-BC77BB1B7E6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2809231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Key takeaway: </a:t>
            </a:r>
            <a:r>
              <a:rPr lang="en-US" b="1" dirty="0"/>
              <a:t>We are working on gaining insight into various business processes by analyzing transaction level data.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Visualizing data and calculating key measures (sums, averages) and key filters, help us identify our answers and help communicate them.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2793B3-782F-9F9B-C22A-25588292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163588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AFCD-F3E6-C34F-F83B-3DD755D6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20D57-3A17-FEB1-8C5D-C69528CD61BE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8451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9596-6BD0-7441-96D9-1F8868E0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FB9647-374A-22F4-A8AE-6FB199787E39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C73F9-1885-3A3B-C346-36F1F6425F8D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Transaction Analytics: Understanding Transactions (continued in part 2)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introduce transaction-level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Consider how financial data can be analyzed to understand various business problems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42CC-6DCC-793F-7159-61467EE1CC0B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8062374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15511</TotalTime>
  <Words>163</Words>
  <Application>Microsoft Office PowerPoint</Application>
  <DocSecurity>0</DocSecurity>
  <PresentationFormat>Widescreen</PresentationFormat>
  <Paragraphs>30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PowerPoint Presentation</vt:lpstr>
      <vt:lpstr>PowerPoint Presentation</vt:lpstr>
      <vt:lpstr>Agenda</vt:lpstr>
      <vt:lpstr>Review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11</cp:revision>
  <dcterms:created xsi:type="dcterms:W3CDTF">2026-09-29T01:46:38Z</dcterms:created>
  <dcterms:modified xsi:type="dcterms:W3CDTF">2026-10-19T20:04:55Z</dcterms:modified>
</cp:coreProperties>
</file>