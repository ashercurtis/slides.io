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300" r:id="rId3"/>
    <p:sldId id="333" r:id="rId4"/>
    <p:sldId id="1114" r:id="rId5"/>
    <p:sldId id="723" r:id="rId6"/>
    <p:sldId id="1116" r:id="rId7"/>
    <p:sldId id="309" r:id="rId8"/>
    <p:sldId id="1130" r:id="rId9"/>
    <p:sldId id="1119" r:id="rId10"/>
    <p:sldId id="293" r:id="rId11"/>
    <p:sldId id="292" r:id="rId12"/>
    <p:sldId id="1129" r:id="rId13"/>
    <p:sldId id="294" r:id="rId14"/>
    <p:sldId id="1131" r:id="rId15"/>
    <p:sldId id="306" r:id="rId16"/>
    <p:sldId id="308" r:id="rId17"/>
    <p:sldId id="265" r:id="rId18"/>
    <p:sldId id="277" r:id="rId19"/>
    <p:sldId id="1117" r:id="rId20"/>
    <p:sldId id="1120" r:id="rId21"/>
    <p:sldId id="311" r:id="rId22"/>
    <p:sldId id="1122" r:id="rId23"/>
    <p:sldId id="1126" r:id="rId24"/>
    <p:sldId id="1127" r:id="rId25"/>
    <p:sldId id="1121" r:id="rId26"/>
    <p:sldId id="312" r:id="rId27"/>
    <p:sldId id="313" r:id="rId28"/>
    <p:sldId id="314" r:id="rId29"/>
    <p:sldId id="315" r:id="rId30"/>
    <p:sldId id="1128" r:id="rId31"/>
    <p:sldId id="1118" r:id="rId32"/>
    <p:sldId id="278" r:id="rId33"/>
    <p:sldId id="27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>
      <p:cViewPr varScale="1">
        <p:scale>
          <a:sx n="135" d="100"/>
          <a:sy n="135" d="100"/>
        </p:scale>
        <p:origin x="34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er Curtis" userId="494c4f5b-6d11-415a-9d9e-829c1135aa91" providerId="ADAL" clId="{FDEDEEF3-7275-4161-A24C-7071BE30F9A7}"/>
    <pc:docChg chg="undo custSel addSld modSld sldOrd">
      <pc:chgData name="Asher Curtis" userId="494c4f5b-6d11-415a-9d9e-829c1135aa91" providerId="ADAL" clId="{FDEDEEF3-7275-4161-A24C-7071BE30F9A7}" dt="2026-09-30T20:03:08.979" v="413" actId="20577"/>
      <pc:docMkLst>
        <pc:docMk/>
      </pc:docMkLst>
      <pc:sldChg chg="modSp add mod">
        <pc:chgData name="Asher Curtis" userId="494c4f5b-6d11-415a-9d9e-829c1135aa91" providerId="ADAL" clId="{FDEDEEF3-7275-4161-A24C-7071BE30F9A7}" dt="2026-09-30T20:03:08.979" v="413" actId="20577"/>
        <pc:sldMkLst>
          <pc:docMk/>
          <pc:sldMk cId="2484512156" sldId="274"/>
        </pc:sldMkLst>
        <pc:spChg chg="mod">
          <ac:chgData name="Asher Curtis" userId="494c4f5b-6d11-415a-9d9e-829c1135aa91" providerId="ADAL" clId="{FDEDEEF3-7275-4161-A24C-7071BE30F9A7}" dt="2026-09-30T20:03:08.979" v="413" actId="20577"/>
          <ac:spMkLst>
            <pc:docMk/>
            <pc:sldMk cId="2484512156" sldId="274"/>
            <ac:spMk id="7" creationId="{3ECF773C-D67A-4489-8A60-298052F30B0A}"/>
          </ac:spMkLst>
        </pc:spChg>
      </pc:sldChg>
      <pc:sldChg chg="addSp modSp mod">
        <pc:chgData name="Asher Curtis" userId="494c4f5b-6d11-415a-9d9e-829c1135aa91" providerId="ADAL" clId="{FDEDEEF3-7275-4161-A24C-7071BE30F9A7}" dt="2026-09-30T19:56:26.110" v="245" actId="20577"/>
        <pc:sldMkLst>
          <pc:docMk/>
          <pc:sldMk cId="2931208946" sldId="277"/>
        </pc:sldMkLst>
        <pc:spChg chg="mod">
          <ac:chgData name="Asher Curtis" userId="494c4f5b-6d11-415a-9d9e-829c1135aa91" providerId="ADAL" clId="{FDEDEEF3-7275-4161-A24C-7071BE30F9A7}" dt="2026-09-30T19:55:53.977" v="178" actId="1076"/>
          <ac:spMkLst>
            <pc:docMk/>
            <pc:sldMk cId="2931208946" sldId="277"/>
            <ac:spMk id="3" creationId="{45209DB8-91A9-4686-B471-BB2B355F9357}"/>
          </ac:spMkLst>
        </pc:spChg>
        <pc:spChg chg="mod">
          <ac:chgData name="Asher Curtis" userId="494c4f5b-6d11-415a-9d9e-829c1135aa91" providerId="ADAL" clId="{FDEDEEF3-7275-4161-A24C-7071BE30F9A7}" dt="2026-09-30T19:55:53.977" v="178" actId="1076"/>
          <ac:spMkLst>
            <pc:docMk/>
            <pc:sldMk cId="2931208946" sldId="277"/>
            <ac:spMk id="4" creationId="{632A317B-30B3-4DD4-9F6D-A233350FAAF4}"/>
          </ac:spMkLst>
        </pc:spChg>
        <pc:spChg chg="mod">
          <ac:chgData name="Asher Curtis" userId="494c4f5b-6d11-415a-9d9e-829c1135aa91" providerId="ADAL" clId="{FDEDEEF3-7275-4161-A24C-7071BE30F9A7}" dt="2026-09-30T19:55:53.977" v="178" actId="1076"/>
          <ac:spMkLst>
            <pc:docMk/>
            <pc:sldMk cId="2931208946" sldId="277"/>
            <ac:spMk id="5" creationId="{0A20BC0C-9BFF-43CF-A6C3-E7CD4C8DD552}"/>
          </ac:spMkLst>
        </pc:spChg>
        <pc:spChg chg="add mod">
          <ac:chgData name="Asher Curtis" userId="494c4f5b-6d11-415a-9d9e-829c1135aa91" providerId="ADAL" clId="{FDEDEEF3-7275-4161-A24C-7071BE30F9A7}" dt="2026-09-30T19:56:26.110" v="245" actId="20577"/>
          <ac:spMkLst>
            <pc:docMk/>
            <pc:sldMk cId="2931208946" sldId="277"/>
            <ac:spMk id="8" creationId="{557D46F5-0A6E-9CD0-D447-377F68500B1A}"/>
          </ac:spMkLst>
        </pc:spChg>
      </pc:sldChg>
      <pc:sldChg chg="modSp mod">
        <pc:chgData name="Asher Curtis" userId="494c4f5b-6d11-415a-9d9e-829c1135aa91" providerId="ADAL" clId="{FDEDEEF3-7275-4161-A24C-7071BE30F9A7}" dt="2026-09-30T20:01:54.621" v="394" actId="20577"/>
        <pc:sldMkLst>
          <pc:docMk/>
          <pc:sldMk cId="2931208946" sldId="278"/>
        </pc:sldMkLst>
        <pc:spChg chg="mod">
          <ac:chgData name="Asher Curtis" userId="494c4f5b-6d11-415a-9d9e-829c1135aa91" providerId="ADAL" clId="{FDEDEEF3-7275-4161-A24C-7071BE30F9A7}" dt="2026-09-30T20:01:54.621" v="394" actId="20577"/>
          <ac:spMkLst>
            <pc:docMk/>
            <pc:sldMk cId="2931208946" sldId="278"/>
            <ac:spMk id="2" creationId="{11EC96EB-8371-4B7E-A0C3-573FD660BBA7}"/>
          </ac:spMkLst>
        </pc:spChg>
      </pc:sldChg>
      <pc:sldChg chg="add">
        <pc:chgData name="Asher Curtis" userId="494c4f5b-6d11-415a-9d9e-829c1135aa91" providerId="ADAL" clId="{FDEDEEF3-7275-4161-A24C-7071BE30F9A7}" dt="2026-09-30T17:17:39.820" v="58"/>
        <pc:sldMkLst>
          <pc:docMk/>
          <pc:sldMk cId="1958720248" sldId="292"/>
        </pc:sldMkLst>
      </pc:sldChg>
      <pc:sldChg chg="add">
        <pc:chgData name="Asher Curtis" userId="494c4f5b-6d11-415a-9d9e-829c1135aa91" providerId="ADAL" clId="{FDEDEEF3-7275-4161-A24C-7071BE30F9A7}" dt="2026-09-30T17:17:39.820" v="58"/>
        <pc:sldMkLst>
          <pc:docMk/>
          <pc:sldMk cId="775880178" sldId="293"/>
        </pc:sldMkLst>
      </pc:sldChg>
      <pc:sldChg chg="addSp modSp mod">
        <pc:chgData name="Asher Curtis" userId="494c4f5b-6d11-415a-9d9e-829c1135aa91" providerId="ADAL" clId="{FDEDEEF3-7275-4161-A24C-7071BE30F9A7}" dt="2026-09-30T20:01:12.666" v="360" actId="1076"/>
        <pc:sldMkLst>
          <pc:docMk/>
          <pc:sldMk cId="4272180523" sldId="300"/>
        </pc:sldMkLst>
        <pc:spChg chg="add mod">
          <ac:chgData name="Asher Curtis" userId="494c4f5b-6d11-415a-9d9e-829c1135aa91" providerId="ADAL" clId="{FDEDEEF3-7275-4161-A24C-7071BE30F9A7}" dt="2026-09-30T20:01:12.666" v="360" actId="1076"/>
          <ac:spMkLst>
            <pc:docMk/>
            <pc:sldMk cId="4272180523" sldId="300"/>
            <ac:spMk id="4" creationId="{D1BEC275-19C1-9711-0EEC-CB9826D740F3}"/>
          </ac:spMkLst>
        </pc:spChg>
      </pc:sldChg>
      <pc:sldChg chg="modSp mod ord">
        <pc:chgData name="Asher Curtis" userId="494c4f5b-6d11-415a-9d9e-829c1135aa91" providerId="ADAL" clId="{FDEDEEF3-7275-4161-A24C-7071BE30F9A7}" dt="2026-09-30T19:54:04.743" v="131" actId="20577"/>
        <pc:sldMkLst>
          <pc:docMk/>
          <pc:sldMk cId="258464405" sldId="306"/>
        </pc:sldMkLst>
        <pc:spChg chg="mod">
          <ac:chgData name="Asher Curtis" userId="494c4f5b-6d11-415a-9d9e-829c1135aa91" providerId="ADAL" clId="{FDEDEEF3-7275-4161-A24C-7071BE30F9A7}" dt="2026-09-30T19:54:04.743" v="131" actId="20577"/>
          <ac:spMkLst>
            <pc:docMk/>
            <pc:sldMk cId="258464405" sldId="306"/>
            <ac:spMk id="2" creationId="{7D5309B1-9DD3-E91B-E1A0-CA5574AEB7A4}"/>
          </ac:spMkLst>
        </pc:spChg>
      </pc:sldChg>
      <pc:sldChg chg="modSp add">
        <pc:chgData name="Asher Curtis" userId="494c4f5b-6d11-415a-9d9e-829c1135aa91" providerId="ADAL" clId="{FDEDEEF3-7275-4161-A24C-7071BE30F9A7}" dt="2026-09-30T16:41:27.540" v="29"/>
        <pc:sldMkLst>
          <pc:docMk/>
          <pc:sldMk cId="2058757531" sldId="309"/>
        </pc:sldMkLst>
        <pc:spChg chg="mod">
          <ac:chgData name="Asher Curtis" userId="494c4f5b-6d11-415a-9d9e-829c1135aa91" providerId="ADAL" clId="{FDEDEEF3-7275-4161-A24C-7071BE30F9A7}" dt="2026-09-30T16:41:27.540" v="29"/>
          <ac:spMkLst>
            <pc:docMk/>
            <pc:sldMk cId="2058757531" sldId="309"/>
            <ac:spMk id="2" creationId="{4D55E3FB-CDDE-4FF0-0F59-599884CEFAFF}"/>
          </ac:spMkLst>
        </pc:spChg>
      </pc:sldChg>
      <pc:sldChg chg="modSp">
        <pc:chgData name="Asher Curtis" userId="494c4f5b-6d11-415a-9d9e-829c1135aa91" providerId="ADAL" clId="{FDEDEEF3-7275-4161-A24C-7071BE30F9A7}" dt="2026-09-30T17:07:41.467" v="50"/>
        <pc:sldMkLst>
          <pc:docMk/>
          <pc:sldMk cId="1263295255" sldId="311"/>
        </pc:sldMkLst>
        <pc:spChg chg="mod">
          <ac:chgData name="Asher Curtis" userId="494c4f5b-6d11-415a-9d9e-829c1135aa91" providerId="ADAL" clId="{FDEDEEF3-7275-4161-A24C-7071BE30F9A7}" dt="2026-09-30T17:07:41.467" v="50"/>
          <ac:spMkLst>
            <pc:docMk/>
            <pc:sldMk cId="1263295255" sldId="311"/>
            <ac:spMk id="2" creationId="{1B8F478B-5CAB-1F15-AF03-2F7EE3C50B5F}"/>
          </ac:spMkLst>
        </pc:spChg>
        <pc:spChg chg="mod">
          <ac:chgData name="Asher Curtis" userId="494c4f5b-6d11-415a-9d9e-829c1135aa91" providerId="ADAL" clId="{FDEDEEF3-7275-4161-A24C-7071BE30F9A7}" dt="2026-09-30T17:07:00.841" v="49"/>
          <ac:spMkLst>
            <pc:docMk/>
            <pc:sldMk cId="1263295255" sldId="311"/>
            <ac:spMk id="3" creationId="{6059CEF5-F94D-5963-D0EC-045D9B1FE17A}"/>
          </ac:spMkLst>
        </pc:spChg>
      </pc:sldChg>
      <pc:sldChg chg="modSp mod">
        <pc:chgData name="Asher Curtis" userId="494c4f5b-6d11-415a-9d9e-829c1135aa91" providerId="ADAL" clId="{FDEDEEF3-7275-4161-A24C-7071BE30F9A7}" dt="2026-09-30T19:57:54.412" v="293" actId="6549"/>
        <pc:sldMkLst>
          <pc:docMk/>
          <pc:sldMk cId="177755721" sldId="315"/>
        </pc:sldMkLst>
        <pc:spChg chg="mod">
          <ac:chgData name="Asher Curtis" userId="494c4f5b-6d11-415a-9d9e-829c1135aa91" providerId="ADAL" clId="{FDEDEEF3-7275-4161-A24C-7071BE30F9A7}" dt="2026-09-30T19:57:54.412" v="293" actId="6549"/>
          <ac:spMkLst>
            <pc:docMk/>
            <pc:sldMk cId="177755721" sldId="315"/>
            <ac:spMk id="2" creationId="{053B71C8-46CD-C10C-CF02-9C51AFADAC45}"/>
          </ac:spMkLst>
        </pc:spChg>
      </pc:sldChg>
      <pc:sldChg chg="addSp modSp">
        <pc:chgData name="Asher Curtis" userId="494c4f5b-6d11-415a-9d9e-829c1135aa91" providerId="ADAL" clId="{FDEDEEF3-7275-4161-A24C-7071BE30F9A7}" dt="2026-09-30T16:50:19.646" v="43" actId="1076"/>
        <pc:sldMkLst>
          <pc:docMk/>
          <pc:sldMk cId="2633279648" sldId="333"/>
        </pc:sldMkLst>
        <pc:picChg chg="mod">
          <ac:chgData name="Asher Curtis" userId="494c4f5b-6d11-415a-9d9e-829c1135aa91" providerId="ADAL" clId="{FDEDEEF3-7275-4161-A24C-7071BE30F9A7}" dt="2026-09-30T16:33:01.102" v="13" actId="1076"/>
          <ac:picMkLst>
            <pc:docMk/>
            <pc:sldMk cId="2633279648" sldId="333"/>
            <ac:picMk id="5" creationId="{FAD4CA4F-BF88-932D-C7FD-5320978FC4AB}"/>
          </ac:picMkLst>
        </pc:picChg>
        <pc:picChg chg="mod">
          <ac:chgData name="Asher Curtis" userId="494c4f5b-6d11-415a-9d9e-829c1135aa91" providerId="ADAL" clId="{FDEDEEF3-7275-4161-A24C-7071BE30F9A7}" dt="2026-09-30T16:48:30.593" v="36" actId="14100"/>
          <ac:picMkLst>
            <pc:docMk/>
            <pc:sldMk cId="2633279648" sldId="333"/>
            <ac:picMk id="9" creationId="{6E05C4E1-5656-F949-8C99-9BC22C9B244B}"/>
          </ac:picMkLst>
        </pc:picChg>
        <pc:picChg chg="mod">
          <ac:chgData name="Asher Curtis" userId="494c4f5b-6d11-415a-9d9e-829c1135aa91" providerId="ADAL" clId="{FDEDEEF3-7275-4161-A24C-7071BE30F9A7}" dt="2026-09-30T16:48:39.096" v="37" actId="1076"/>
          <ac:picMkLst>
            <pc:docMk/>
            <pc:sldMk cId="2633279648" sldId="333"/>
            <ac:picMk id="11" creationId="{30FBB29E-1D4E-3B48-9664-ED3CF0373B7E}"/>
          </ac:picMkLst>
        </pc:picChg>
        <pc:picChg chg="mod">
          <ac:chgData name="Asher Curtis" userId="494c4f5b-6d11-415a-9d9e-829c1135aa91" providerId="ADAL" clId="{FDEDEEF3-7275-4161-A24C-7071BE30F9A7}" dt="2026-09-30T16:50:19.646" v="43" actId="1076"/>
          <ac:picMkLst>
            <pc:docMk/>
            <pc:sldMk cId="2633279648" sldId="333"/>
            <ac:picMk id="13" creationId="{DABCC5E4-A535-F9E3-7560-E9713E3D7CD1}"/>
          </ac:picMkLst>
        </pc:picChg>
        <pc:picChg chg="add">
          <ac:chgData name="Asher Curtis" userId="494c4f5b-6d11-415a-9d9e-829c1135aa91" providerId="ADAL" clId="{FDEDEEF3-7275-4161-A24C-7071BE30F9A7}" dt="2026-09-30T16:46:20.794" v="30"/>
          <ac:picMkLst>
            <pc:docMk/>
            <pc:sldMk cId="2633279648" sldId="333"/>
            <ac:picMk id="16" creationId="{5EF61765-FDA4-C673-AC9A-3C6D7A9A340C}"/>
          </ac:picMkLst>
        </pc:picChg>
        <pc:picChg chg="add">
          <ac:chgData name="Asher Curtis" userId="494c4f5b-6d11-415a-9d9e-829c1135aa91" providerId="ADAL" clId="{FDEDEEF3-7275-4161-A24C-7071BE30F9A7}" dt="2026-09-30T16:46:52.868" v="31"/>
          <ac:picMkLst>
            <pc:docMk/>
            <pc:sldMk cId="2633279648" sldId="333"/>
            <ac:picMk id="17" creationId="{F5EAF596-8860-C15F-B672-0EF2F53D5A75}"/>
          </ac:picMkLst>
        </pc:picChg>
        <pc:picChg chg="add">
          <ac:chgData name="Asher Curtis" userId="494c4f5b-6d11-415a-9d9e-829c1135aa91" providerId="ADAL" clId="{FDEDEEF3-7275-4161-A24C-7071BE30F9A7}" dt="2026-09-30T16:49:03.287" v="39"/>
          <ac:picMkLst>
            <pc:docMk/>
            <pc:sldMk cId="2633279648" sldId="333"/>
            <ac:picMk id="21" creationId="{F3D8C8C8-5FA4-16B3-E6F6-A03AF9CF450A}"/>
          </ac:picMkLst>
        </pc:picChg>
        <pc:picChg chg="add">
          <ac:chgData name="Asher Curtis" userId="494c4f5b-6d11-415a-9d9e-829c1135aa91" providerId="ADAL" clId="{FDEDEEF3-7275-4161-A24C-7071BE30F9A7}" dt="2026-09-30T16:49:46.318" v="40"/>
          <ac:picMkLst>
            <pc:docMk/>
            <pc:sldMk cId="2633279648" sldId="333"/>
            <ac:picMk id="22" creationId="{9DA7F523-7783-24E2-EE49-D897B14D961D}"/>
          </ac:picMkLst>
        </pc:picChg>
      </pc:sldChg>
      <pc:sldChg chg="add">
        <pc:chgData name="Asher Curtis" userId="494c4f5b-6d11-415a-9d9e-829c1135aa91" providerId="ADAL" clId="{FDEDEEF3-7275-4161-A24C-7071BE30F9A7}" dt="2026-09-30T16:35:30.503" v="22"/>
        <pc:sldMkLst>
          <pc:docMk/>
          <pc:sldMk cId="1521688100" sldId="723"/>
        </pc:sldMkLst>
      </pc:sldChg>
      <pc:sldChg chg="add">
        <pc:chgData name="Asher Curtis" userId="494c4f5b-6d11-415a-9d9e-829c1135aa91" providerId="ADAL" clId="{FDEDEEF3-7275-4161-A24C-7071BE30F9A7}" dt="2026-09-30T16:35:30.503" v="22"/>
        <pc:sldMkLst>
          <pc:docMk/>
          <pc:sldMk cId="2039122409" sldId="1114"/>
        </pc:sldMkLst>
      </pc:sldChg>
      <pc:sldChg chg="ord">
        <pc:chgData name="Asher Curtis" userId="494c4f5b-6d11-415a-9d9e-829c1135aa91" providerId="ADAL" clId="{FDEDEEF3-7275-4161-A24C-7071BE30F9A7}" dt="2026-09-30T17:04:39.437" v="44"/>
        <pc:sldMkLst>
          <pc:docMk/>
          <pc:sldMk cId="2923377263" sldId="1116"/>
        </pc:sldMkLst>
      </pc:sldChg>
      <pc:sldChg chg="add">
        <pc:chgData name="Asher Curtis" userId="494c4f5b-6d11-415a-9d9e-829c1135aa91" providerId="ADAL" clId="{FDEDEEF3-7275-4161-A24C-7071BE30F9A7}" dt="2026-09-30T17:05:16.876" v="45"/>
        <pc:sldMkLst>
          <pc:docMk/>
          <pc:sldMk cId="585718018" sldId="1117"/>
        </pc:sldMkLst>
      </pc:sldChg>
      <pc:sldChg chg="add">
        <pc:chgData name="Asher Curtis" userId="494c4f5b-6d11-415a-9d9e-829c1135aa91" providerId="ADAL" clId="{FDEDEEF3-7275-4161-A24C-7071BE30F9A7}" dt="2026-09-30T17:05:26.999" v="46"/>
        <pc:sldMkLst>
          <pc:docMk/>
          <pc:sldMk cId="836205665" sldId="1118"/>
        </pc:sldMkLst>
      </pc:sldChg>
      <pc:sldChg chg="addSp delSp modSp">
        <pc:chgData name="Asher Curtis" userId="494c4f5b-6d11-415a-9d9e-829c1135aa91" providerId="ADAL" clId="{FDEDEEF3-7275-4161-A24C-7071BE30F9A7}" dt="2026-09-30T17:06:04.949" v="47"/>
        <pc:sldMkLst>
          <pc:docMk/>
          <pc:sldMk cId="1455551533" sldId="1120"/>
        </pc:sldMkLst>
        <pc:picChg chg="add mod">
          <ac:chgData name="Asher Curtis" userId="494c4f5b-6d11-415a-9d9e-829c1135aa91" providerId="ADAL" clId="{FDEDEEF3-7275-4161-A24C-7071BE30F9A7}" dt="2026-09-30T17:06:04.949" v="47"/>
          <ac:picMkLst>
            <pc:docMk/>
            <pc:sldMk cId="1455551533" sldId="1120"/>
            <ac:picMk id="5" creationId="{6B8C3BAC-241D-98AB-1BB1-7031E5A41B87}"/>
          </ac:picMkLst>
        </pc:picChg>
      </pc:sldChg>
      <pc:sldChg chg="modSp add">
        <pc:chgData name="Asher Curtis" userId="494c4f5b-6d11-415a-9d9e-829c1135aa91" providerId="ADAL" clId="{FDEDEEF3-7275-4161-A24C-7071BE30F9A7}" dt="2026-09-30T17:10:44.344" v="54"/>
        <pc:sldMkLst>
          <pc:docMk/>
          <pc:sldMk cId="244629600" sldId="1122"/>
        </pc:sldMkLst>
        <pc:spChg chg="mod">
          <ac:chgData name="Asher Curtis" userId="494c4f5b-6d11-415a-9d9e-829c1135aa91" providerId="ADAL" clId="{FDEDEEF3-7275-4161-A24C-7071BE30F9A7}" dt="2026-09-30T17:10:44.344" v="54"/>
          <ac:spMkLst>
            <pc:docMk/>
            <pc:sldMk cId="244629600" sldId="1122"/>
            <ac:spMk id="2" creationId="{E48FDBC1-8F75-FD60-F262-B0F24596E1D7}"/>
          </ac:spMkLst>
        </pc:spChg>
        <pc:spChg chg="mod">
          <ac:chgData name="Asher Curtis" userId="494c4f5b-6d11-415a-9d9e-829c1135aa91" providerId="ADAL" clId="{FDEDEEF3-7275-4161-A24C-7071BE30F9A7}" dt="2026-09-30T17:10:15.949" v="52"/>
          <ac:spMkLst>
            <pc:docMk/>
            <pc:sldMk cId="244629600" sldId="1122"/>
            <ac:spMk id="3" creationId="{6F7783B2-EE7F-2E49-B703-42F77EFEE877}"/>
          </ac:spMkLst>
        </pc:spChg>
      </pc:sldChg>
      <pc:sldChg chg="add">
        <pc:chgData name="Asher Curtis" userId="494c4f5b-6d11-415a-9d9e-829c1135aa91" providerId="ADAL" clId="{FDEDEEF3-7275-4161-A24C-7071BE30F9A7}" dt="2026-09-30T17:13:53.536" v="57"/>
        <pc:sldMkLst>
          <pc:docMk/>
          <pc:sldMk cId="3585744328" sldId="1128"/>
        </pc:sldMkLst>
      </pc:sldChg>
      <pc:sldChg chg="add">
        <pc:chgData name="Asher Curtis" userId="494c4f5b-6d11-415a-9d9e-829c1135aa91" providerId="ADAL" clId="{FDEDEEF3-7275-4161-A24C-7071BE30F9A7}" dt="2026-09-30T17:19:57.545" v="60"/>
        <pc:sldMkLst>
          <pc:docMk/>
          <pc:sldMk cId="3718451714" sldId="1130"/>
        </pc:sldMkLst>
      </pc:sldChg>
      <pc:sldChg chg="modSp new mod">
        <pc:chgData name="Asher Curtis" userId="494c4f5b-6d11-415a-9d9e-829c1135aa91" providerId="ADAL" clId="{FDEDEEF3-7275-4161-A24C-7071BE30F9A7}" dt="2026-09-30T19:53:21.852" v="130" actId="20577"/>
        <pc:sldMkLst>
          <pc:docMk/>
          <pc:sldMk cId="639192155" sldId="1131"/>
        </pc:sldMkLst>
        <pc:spChg chg="mod">
          <ac:chgData name="Asher Curtis" userId="494c4f5b-6d11-415a-9d9e-829c1135aa91" providerId="ADAL" clId="{FDEDEEF3-7275-4161-A24C-7071BE30F9A7}" dt="2026-09-30T19:53:21.852" v="130" actId="20577"/>
          <ac:spMkLst>
            <pc:docMk/>
            <pc:sldMk cId="639192155" sldId="1131"/>
            <ac:spMk id="3" creationId="{EC401CB8-0B35-FD6C-DBEE-2B790CE167B9}"/>
          </ac:spMkLst>
        </pc:spChg>
      </pc:sldChg>
    </pc:docChg>
  </pc:docChgLst>
  <pc:docChgLst>
    <pc:chgData name="Asher Curtis" userId="494c4f5b-6d11-415a-9d9e-829c1135aa91" providerId="ADAL" clId="{A4FC0AD2-B0F2-4A57-BDAF-7F9B57B5A19A}"/>
    <pc:docChg chg="custSel delSld modSld">
      <pc:chgData name="Asher Curtis" userId="494c4f5b-6d11-415a-9d9e-829c1135aa91" providerId="ADAL" clId="{A4FC0AD2-B0F2-4A57-BDAF-7F9B57B5A19A}" dt="2026-10-05T13:26:34.561" v="15" actId="368"/>
      <pc:docMkLst>
        <pc:docMk/>
      </pc:docMkLst>
      <pc:sldChg chg="modNotes">
        <pc:chgData name="Asher Curtis" userId="494c4f5b-6d11-415a-9d9e-829c1135aa91" providerId="ADAL" clId="{A4FC0AD2-B0F2-4A57-BDAF-7F9B57B5A19A}" dt="2026-10-05T13:26:34.539" v="3" actId="368"/>
        <pc:sldMkLst>
          <pc:docMk/>
          <pc:sldMk cId="4294885419" sldId="256"/>
        </pc:sldMkLst>
      </pc:sldChg>
      <pc:sldChg chg="modNotes">
        <pc:chgData name="Asher Curtis" userId="494c4f5b-6d11-415a-9d9e-829c1135aa91" providerId="ADAL" clId="{A4FC0AD2-B0F2-4A57-BDAF-7F9B57B5A19A}" dt="2026-10-05T13:26:34.550" v="9" actId="368"/>
        <pc:sldMkLst>
          <pc:docMk/>
          <pc:sldMk cId="3575301172" sldId="265"/>
        </pc:sldMkLst>
      </pc:sldChg>
      <pc:sldChg chg="modNotes">
        <pc:chgData name="Asher Curtis" userId="494c4f5b-6d11-415a-9d9e-829c1135aa91" providerId="ADAL" clId="{A4FC0AD2-B0F2-4A57-BDAF-7F9B57B5A19A}" dt="2026-10-05T13:26:34.561" v="15" actId="368"/>
        <pc:sldMkLst>
          <pc:docMk/>
          <pc:sldMk cId="2484512156" sldId="274"/>
        </pc:sldMkLst>
      </pc:sldChg>
      <pc:sldChg chg="modNotes">
        <pc:chgData name="Asher Curtis" userId="494c4f5b-6d11-415a-9d9e-829c1135aa91" providerId="ADAL" clId="{A4FC0AD2-B0F2-4A57-BDAF-7F9B57B5A19A}" dt="2026-10-05T13:26:34.553" v="11" actId="368"/>
        <pc:sldMkLst>
          <pc:docMk/>
          <pc:sldMk cId="2931208946" sldId="277"/>
        </pc:sldMkLst>
      </pc:sldChg>
      <pc:sldChg chg="modNotes">
        <pc:chgData name="Asher Curtis" userId="494c4f5b-6d11-415a-9d9e-829c1135aa91" providerId="ADAL" clId="{A4FC0AD2-B0F2-4A57-BDAF-7F9B57B5A19A}" dt="2026-10-05T13:26:34.558" v="13" actId="368"/>
        <pc:sldMkLst>
          <pc:docMk/>
          <pc:sldMk cId="2931208946" sldId="278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1790458193" sldId="285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3184553290" sldId="286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2272073182" sldId="287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3956461456" sldId="288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1996019537" sldId="289"/>
        </pc:sldMkLst>
      </pc:sldChg>
      <pc:sldChg chg="del">
        <pc:chgData name="Asher Curtis" userId="494c4f5b-6d11-415a-9d9e-829c1135aa91" providerId="ADAL" clId="{A4FC0AD2-B0F2-4A57-BDAF-7F9B57B5A19A}" dt="2026-10-05T13:24:35.599" v="1" actId="47"/>
        <pc:sldMkLst>
          <pc:docMk/>
          <pc:sldMk cId="110577333" sldId="290"/>
        </pc:sldMkLst>
      </pc:sldChg>
      <pc:sldChg chg="modNotes">
        <pc:chgData name="Asher Curtis" userId="494c4f5b-6d11-415a-9d9e-829c1135aa91" providerId="ADAL" clId="{A4FC0AD2-B0F2-4A57-BDAF-7F9B57B5A19A}" dt="2026-10-05T13:26:34.547" v="7" actId="368"/>
        <pc:sldMkLst>
          <pc:docMk/>
          <pc:sldMk cId="1958720248" sldId="292"/>
        </pc:sldMkLst>
      </pc:sldChg>
      <pc:sldChg chg="modNotes">
        <pc:chgData name="Asher Curtis" userId="494c4f5b-6d11-415a-9d9e-829c1135aa91" providerId="ADAL" clId="{A4FC0AD2-B0F2-4A57-BDAF-7F9B57B5A19A}" dt="2026-10-05T13:26:34.543" v="5" actId="368"/>
        <pc:sldMkLst>
          <pc:docMk/>
          <pc:sldMk cId="2039122409" sldId="1114"/>
        </pc:sldMkLst>
      </pc:sldChg>
      <pc:sldChg chg="del">
        <pc:chgData name="Asher Curtis" userId="494c4f5b-6d11-415a-9d9e-829c1135aa91" providerId="ADAL" clId="{A4FC0AD2-B0F2-4A57-BDAF-7F9B57B5A19A}" dt="2026-10-05T13:24:26.347" v="0" actId="47"/>
        <pc:sldMkLst>
          <pc:docMk/>
          <pc:sldMk cId="7403767" sldId="11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479713-0D50-44A6-B1F4-4082749E61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207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21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9063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alkin slide">
    <p:bg>
      <p:bgPr>
        <a:blipFill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Walkin slid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EDC79F-91AA-B3FB-6403-6121F91C5FC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-7969" y="163926"/>
            <a:ext cx="12192000" cy="532262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CLICK ICON TO ADD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CFC0D3D-31F1-39A9-7186-66397F2588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1" y="2895781"/>
            <a:ext cx="4609352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D2F92D-2232-B825-2B2D-AC671306A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C840783-3AB7-4D7E-82CD-FC31657F7C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accent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38FA88-52D3-47C2-90DE-627C0B136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11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ta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7DFD003-31A4-8340-0A89-F3F70E0F5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rgbClr val="32006E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672DC9-106D-3DF9-16B9-F24BCF5E50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bg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40223BA2-E77E-B0A1-9266-0D49F8CF83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2" y="2825416"/>
            <a:ext cx="10350500" cy="603584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spcAft>
                <a:spcPts val="400"/>
              </a:spcAft>
              <a:buNone/>
              <a:defRPr sz="2400" b="1" i="0" spc="0">
                <a:solidFill>
                  <a:schemeClr val="bg2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SUBTITLE – ALL CAPS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38BED7-E369-0B67-7D56-7D3F31FC3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2" y="982134"/>
            <a:ext cx="10325100" cy="1615143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6133"/>
              </a:lnSpc>
              <a:spcBef>
                <a:spcPts val="0"/>
              </a:spcBef>
              <a:buNone/>
              <a:defRPr sz="4800" b="1" i="0" cap="none" spc="-40" baseline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</a:lstStyle>
          <a:p>
            <a:r>
              <a:t>CLICK TO EDIT </a:t>
            </a:r>
            <a:br/>
            <a:r>
              <a:t>TITLE STYLE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3D3F72-2015-4C6B-A20F-F5C3095135D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7315200" cy="2252796"/>
          </a:xfrm>
        </p:spPr>
        <p:txBody>
          <a:bodyPr/>
          <a:lstStyle>
            <a:lvl1pPr>
              <a:buNone/>
              <a:defRPr sz="1867" b="0" i="0">
                <a:latin typeface="Open Sans Light"/>
                <a:ea typeface="Open Sans Light"/>
                <a:cs typeface="Open Sans Light"/>
              </a:defRPr>
            </a:lvl1pPr>
            <a:lvl2pPr>
              <a:buNone/>
              <a:defRPr sz="1867" b="0" i="0">
                <a:latin typeface="Open Sans Light"/>
                <a:ea typeface="Open Sans Light"/>
                <a:cs typeface="Open Sans Light"/>
              </a:defRPr>
            </a:lvl2pPr>
            <a:lvl3pPr>
              <a:buNone/>
              <a:defRPr sz="1867" b="0" i="0">
                <a:latin typeface="Open Sans Light"/>
                <a:ea typeface="Open Sans Light"/>
                <a:cs typeface="Open Sans Light"/>
              </a:defRPr>
            </a:lvl3pPr>
            <a:lvl4pPr>
              <a:buNone/>
              <a:defRPr sz="1867" b="0" i="0">
                <a:latin typeface="Open Sans Light"/>
                <a:ea typeface="Open Sans Light"/>
                <a:cs typeface="Open Sans Light"/>
              </a:defRPr>
            </a:lvl4pPr>
            <a:lvl5pPr>
              <a:buNone/>
              <a:defRPr sz="1867" b="0" i="0">
                <a:latin typeface="Open Sans Light"/>
                <a:ea typeface="Open Sans Light"/>
                <a:cs typeface="Open Sans Light"/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41C90-5ECB-21EE-9F34-0F9BBB60A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6316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2E75EFE-336F-8122-928E-E0E85EA4E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316276" cy="584775"/>
          </a:xfrm>
        </p:spPr>
        <p:txBody>
          <a:bodyPr/>
          <a:lstStyle/>
          <a:p>
            <a:r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C6CCC-8AA2-B4C9-2718-27DD013B166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437968" y="0"/>
            <a:ext cx="47540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F63E328-8C9C-DE2A-7308-E8BBCD69BEF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0" y="1744134"/>
            <a:ext cx="6592901" cy="2252796"/>
          </a:xfrm>
        </p:spPr>
        <p:txBody>
          <a:bodyPr/>
          <a:lstStyle>
            <a:lvl1pPr>
              <a:buNone/>
              <a:defRPr sz="1867" b="1">
                <a:solidFill>
                  <a:schemeClr val="tx1"/>
                </a:solidFill>
              </a:defRPr>
            </a:lvl1pPr>
            <a:lvl2pPr>
              <a:buNone/>
              <a:defRPr sz="1867">
                <a:solidFill>
                  <a:schemeClr val="tx1"/>
                </a:solidFill>
              </a:defRPr>
            </a:lvl2pPr>
            <a:lvl3pPr>
              <a:buNone/>
              <a:defRPr sz="1867">
                <a:solidFill>
                  <a:schemeClr val="tx1"/>
                </a:solidFill>
              </a:defRPr>
            </a:lvl3pPr>
            <a:lvl4pPr>
              <a:buNone/>
              <a:defRPr sz="1867">
                <a:solidFill>
                  <a:schemeClr val="tx1"/>
                </a:solidFill>
              </a:defRPr>
            </a:lvl4pPr>
            <a:lvl5pPr>
              <a:buNone/>
              <a:defRPr sz="1867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DEE5A-694C-C4D4-2519-94E57145AE4D}"/>
              </a:ext>
            </a:extLst>
          </p:cNvPr>
          <p:cNvSpPr>
            <a:spLocks noGrp="1"/>
          </p:cNvSpPr>
          <p:nvPr/>
        </p:nvSpPr>
        <p:spPr>
          <a:xfrm>
            <a:off x="8342490" y="0"/>
            <a:ext cx="3849511" cy="6858000"/>
          </a:xfrm>
          <a:prstGeom prst="rect">
            <a:avLst/>
          </a:prstGeom>
          <a:blipFill rotWithShape="1">
            <a:blip r:embed="rId2"/>
            <a:srcRect/>
            <a:stretch>
              <a:fillRect l="-102790" r="-64464"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514D8-5214-F82C-BCBF-B5E202DCD6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927" y="641802"/>
            <a:ext cx="6576575" cy="584775"/>
          </a:xfrm>
        </p:spPr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5776-2479-4379-A703-2C22D497D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96A19D-20D7-4BE0-91CF-70BE1A51836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928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9F63A1E-80AC-873A-7B08-C7265BB5967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48928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324E9C-60EB-28A4-B685-42B2774AEFA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8928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BD8CB4E0-D660-D5F2-909F-028F7EFFCD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70794" y="2455592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D09874F-B2CF-BD5A-EE3E-7444C4E16C8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70794" y="4013459"/>
            <a:ext cx="5277737" cy="477438"/>
          </a:xfrm>
        </p:spPr>
        <p:txBody>
          <a:bodyPr wrap="square">
            <a:spAutoFit/>
          </a:bodyPr>
          <a:lstStyle>
            <a:lvl1pPr>
              <a:buNone/>
              <a:defRPr sz="1867"/>
            </a:lvl1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C492763-7F70-C5FA-0820-3577947AC99F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8928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DDAFFA5-C05C-EA69-DBA3-676A18E8CEF7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263396" y="3451618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EE20B9-CD1F-8C9B-BEA0-B9D319CCC2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63396" y="1884075"/>
            <a:ext cx="5277739" cy="496804"/>
          </a:xfrm>
        </p:spPr>
        <p:txBody>
          <a:bodyPr/>
          <a:lstStyle>
            <a:lvl1pPr>
              <a:buNone/>
              <a:defRPr sz="1867" b="1" i="0" spc="0">
                <a:solidFill>
                  <a:schemeClr val="accent1"/>
                </a:solidFill>
                <a:latin typeface="Encode Sans Normal ExtraBold"/>
                <a:ea typeface="Encode Sans Normal ExtraBold"/>
                <a:cs typeface="Encode Sans Normal ExtraBold"/>
              </a:defRPr>
            </a:lvl1pPr>
            <a:lvl2pPr marL="0" indent="0">
              <a:buNone/>
              <a:defRPr sz="2400"/>
            </a:lvl2pPr>
          </a:lstStyle>
          <a:p>
            <a:pPr lvl="0">
              <a:buNone/>
            </a:pPr>
            <a:r>
              <a:t>CLICK TO EDIT 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9EC0-41F0-4247-9C45-69A7F8DF6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9E53213-570B-4A18-BD1C-150302F61DE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312126" y="1744133"/>
            <a:ext cx="5300133" cy="533480"/>
          </a:xfrm>
        </p:spPr>
        <p:txBody>
          <a:bodyPr/>
          <a:lstStyle/>
          <a:p>
            <a:r>
              <a:t>Click icon to add picture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06E4740-29FB-D70A-8FD0-D37379CFCD0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270276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327B15-003C-B57F-47CD-422B701435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C5F2F5B-6F0D-D207-EBEE-C1FD4E77DD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8974" y="5822909"/>
            <a:ext cx="1220513" cy="646331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buNone/>
              <a:defRPr sz="1200"/>
            </a:lvl1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B892A-4F81-3DE8-DAB9-C9ACD1E4B2D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370667" y="0"/>
            <a:ext cx="9821333" cy="532262"/>
          </a:xfrm>
        </p:spPr>
        <p:txBody>
          <a:bodyPr/>
          <a:lstStyle/>
          <a:p>
            <a:r>
              <a:t>Click icon to add picture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590903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&amp;A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EFCB-4C82-A339-B669-A9027A837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EEF7E41-47AD-7303-E02A-CD4A30B4D13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01" y="1744134"/>
            <a:ext cx="5167087" cy="2252796"/>
          </a:xfrm>
        </p:spPr>
        <p:txBody>
          <a:bodyPr/>
          <a:lstStyle>
            <a:lvl1pPr>
              <a:buNone/>
              <a:defRPr sz="1867" b="1"/>
            </a:lvl1pPr>
            <a:lvl2pPr>
              <a:buNone/>
              <a:defRPr sz="1867"/>
            </a:lvl2pPr>
            <a:lvl3pPr>
              <a:buNone/>
              <a:defRPr sz="1867"/>
            </a:lvl3pPr>
            <a:lvl4pPr>
              <a:buNone/>
              <a:defRPr sz="1867"/>
            </a:lvl4pPr>
            <a:lvl5pPr>
              <a:buNone/>
              <a:defRPr sz="1867"/>
            </a:lvl5pPr>
          </a:lstStyle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2A43680B-0C4E-035C-8289-47EE40A3E9E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86595" y="1966666"/>
            <a:ext cx="9414933" cy="1990288"/>
          </a:xfrm>
        </p:spPr>
        <p:txBody>
          <a:bodyPr/>
          <a:lstStyle>
            <a:lvl1pPr marL="0" marR="0" indent="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None/>
              <a:defRPr sz="2400">
                <a:solidFill>
                  <a:schemeClr val="tx1"/>
                </a:solidFill>
              </a:defRPr>
            </a:lvl1pPr>
          </a:lstStyle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lvl="0">
              <a:buNone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endParaRPr/>
          </a:p>
          <a:p>
            <a:pPr marL="380990" marR="0" lvl="0" indent="-380990" algn="l" defTabSz="609585">
              <a:lnSpc>
                <a:spcPct val="100000"/>
              </a:lnSpc>
              <a:spcBef>
                <a:spcPts val="0"/>
              </a:spcBef>
              <a:spcAft>
                <a:spcPts val="133"/>
              </a:spcAft>
              <a:buClrTx/>
              <a:buSzTx/>
              <a:buFont typeface="Arial"/>
              <a:buChar char="•"/>
            </a:pPr>
            <a:r>
              <a:t>Optional list of considerations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6B5C0D-562C-B668-B0FD-B003E2FB7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CLICK TO EDIT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_purple">
    <p:bg>
      <p:bgPr>
        <a:solidFill>
          <a:srgbClr val="320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 You_t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1671" y="5542750"/>
            <a:ext cx="1753208" cy="864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A17-DAF9-681D-B819-7BDD9530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075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44413B94-6844-4A70-89C7-90215F30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r>
              <a:t>CLICK TO EDIT HEADER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849ED6-60C4-4512-8605-1E9E2FBF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927" y="1529769"/>
            <a:ext cx="10894141" cy="2375522"/>
          </a:xfrm>
          <a:prstGeom prst="rect">
            <a:avLst/>
          </a:prstGeom>
        </p:spPr>
        <p:txBody>
          <a:bodyPr vert="horz" wrap="square" lIns="137160" tIns="45720" rIns="91440" bIns="45720">
            <a:spAutoFit/>
          </a:bodyPr>
          <a:lstStyle/>
          <a:p>
            <a:pPr lvl="0">
              <a:buNone/>
            </a:pPr>
            <a:r>
              <a:t>Click to edit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CE893-6A75-F770-3EBA-345A9472F0A7}"/>
              </a:ext>
            </a:extLst>
          </p:cNvPr>
          <p:cNvSpPr>
            <a:spLocks noGrp="1"/>
          </p:cNvSpPr>
          <p:nvPr/>
        </p:nvSpPr>
        <p:spPr>
          <a:xfrm>
            <a:off x="381193" y="6409578"/>
            <a:ext cx="427498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33" b="0" i="0" spc="27">
                <a:solidFill>
                  <a:schemeClr val="tx1">
                    <a:lumMod val="65000"/>
                    <a:lumOff val="35000"/>
                  </a:schemeClr>
                </a:solidFill>
                <a:latin typeface="Uni Sans Book"/>
                <a:ea typeface="Uni Sans Book"/>
                <a:cs typeface="Uni Sans Book"/>
              </a:rPr>
              <a:t> FOSTER SCHOOL OF BUSINESS, UNIVERSITY OF WASHINGTON</a:t>
            </a:r>
            <a:endParaRPr sz="2133" b="0" spc="27" baseline="0">
              <a:solidFill>
                <a:schemeClr val="tx1">
                  <a:lumMod val="65000"/>
                  <a:lumOff val="35000"/>
                </a:schemeClr>
              </a:solidFill>
              <a:latin typeface="Uni Sans Book"/>
              <a:ea typeface="Uni Sans Book"/>
              <a:cs typeface="Uni Sans Book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B5DED1-6392-63AA-0761-1325CD3A98B5}"/>
              </a:ext>
            </a:extLst>
          </p:cNvPr>
          <p:cNvSpPr>
            <a:spLocks noGrp="1"/>
          </p:cNvSpPr>
          <p:nvPr/>
        </p:nvSpPr>
        <p:spPr>
          <a:xfrm>
            <a:off x="8243235" y="6409577"/>
            <a:ext cx="3427347" cy="23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933" b="0" i="0">
                <a:solidFill>
                  <a:schemeClr val="tx1">
                    <a:lumMod val="65000"/>
                    <a:lumOff val="35000"/>
                  </a:schemeClr>
                </a:solidFill>
                <a:latin typeface="Encode Sans Normal Medium"/>
                <a:ea typeface="Encode Sans Normal Medium"/>
                <a:cs typeface="Encode Sans Normal Medium"/>
              </a:rPr>
              <a:t>foster.uw.edu</a:t>
            </a:r>
            <a:endParaRPr sz="2133" b="0" i="0">
              <a:solidFill>
                <a:schemeClr val="tx1">
                  <a:lumMod val="65000"/>
                  <a:lumOff val="35000"/>
                </a:schemeClr>
              </a:solidFill>
              <a:latin typeface="Encode Sans Normal Medium"/>
              <a:ea typeface="Encode Sans Normal Medium"/>
              <a:cs typeface="Encode Sans Normal Medium"/>
            </a:endParaRP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B19E5F83-CC4C-4422-956B-0374695BFA28}"/>
              </a:ext>
            </a:extLst>
          </p:cNvPr>
          <p:cNvSpPr>
            <a:spLocks noGrp="1"/>
          </p:cNvSpPr>
          <p:nvPr/>
        </p:nvSpPr>
        <p:spPr>
          <a:xfrm>
            <a:off x="522515" y="6316617"/>
            <a:ext cx="11043559" cy="0"/>
          </a:xfrm>
          <a:prstGeom prst="line">
            <a:avLst/>
          </a:prstGeom>
          <a:ln>
            <a:solidFill>
              <a:srgbClr val="C09F29">
                <a:alpha val="34419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729" r:id="rId19"/>
  </p:sldLayoutIdLst>
  <p:txStyles>
    <p:titleStyle>
      <a:lvl1pPr algn="l" defTabSz="609585">
        <a:spcBef>
          <a:spcPct val="0"/>
        </a:spcBef>
        <a:spcAft>
          <a:spcPct val="0"/>
        </a:spcAft>
        <a:buNone/>
        <a:defRPr sz="3200" b="1" i="0" kern="1200">
          <a:solidFill>
            <a:srgbClr val="32006E"/>
          </a:solidFill>
          <a:latin typeface="Encode Sans Normal ExtraBold"/>
          <a:ea typeface="Encode Sans Normal ExtraBold"/>
          <a:cs typeface="Encode Sans Normal ExtraBold"/>
        </a:defRPr>
      </a:lvl1pPr>
      <a:lvl2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2pPr>
      <a:lvl3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3pPr>
      <a:lvl4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4pPr>
      <a:lvl5pPr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5pPr>
      <a:lvl6pPr marL="609585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6pPr>
      <a:lvl7pPr marL="1219170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7pPr>
      <a:lvl8pPr marL="1828754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8pPr>
      <a:lvl9pPr marL="2438339" algn="ctr" defTabSz="609585">
        <a:spcBef>
          <a:spcPct val="0"/>
        </a:spcBef>
        <a:spcAft>
          <a:spcPct val="0"/>
        </a:spcAft>
        <a:buNone/>
        <a:defRPr sz="5867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marL="0" indent="0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None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1pPr>
      <a:lvl2pPr marL="687900" indent="-23282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2133" kern="1200">
          <a:solidFill>
            <a:schemeClr val="tx1"/>
          </a:solidFill>
          <a:latin typeface="Open Sans Light"/>
          <a:ea typeface="Open Sans Light"/>
          <a:cs typeface="Open Sans Light"/>
        </a:defRPr>
      </a:lvl2pPr>
      <a:lvl3pPr marL="914377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3pPr>
      <a:lvl4pPr marL="1140855" indent="-226478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4pPr>
      <a:lvl5pPr marL="1375799" indent="-234945" algn="l" defTabSz="609585">
        <a:lnSpc>
          <a:spcPct val="150000"/>
        </a:lnSpc>
        <a:spcBef>
          <a:spcPts val="0"/>
        </a:spcBef>
        <a:spcAft>
          <a:spcPts val="133"/>
        </a:spcAft>
        <a:buFont typeface="Arial"/>
        <a:buChar char="•"/>
        <a:defRPr sz="1867" kern="1200">
          <a:solidFill>
            <a:schemeClr val="tx1"/>
          </a:solidFill>
          <a:latin typeface="Open Sans Light"/>
          <a:ea typeface="Open Sans Light"/>
          <a:cs typeface="Open Sans Light"/>
        </a:defRPr>
      </a:lvl5pPr>
      <a:lvl6pPr marL="335271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6pPr>
      <a:lvl7pPr marL="3962301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7pPr>
      <a:lvl8pPr marL="4571886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8pPr>
      <a:lvl9pPr marL="5181470" indent="-304792" algn="l" defTabSz="609585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585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170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75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33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7924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7509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7093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678" algn="l" defTabSz="60958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orient="horz" pos="279">
          <p15:clr>
            <a:srgbClr val="F26B43"/>
          </p15:clr>
        </p15:guide>
        <p15:guide id="5" orient="horz" pos="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eg"/><Relationship Id="rId10" Type="http://schemas.openxmlformats.org/officeDocument/2006/relationships/image" Target="../media/image12.jp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hercurtis.me/courses/acctg320B/syllabus/" TargetMode="External"/><Relationship Id="rId2" Type="http://schemas.openxmlformats.org/officeDocument/2006/relationships/hyperlink" Target="https://www.ashercurtis.me/courses/acctg320A/syllabus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uters.com/business/aerospace-defense/alaska-air-bets-premium-travel-earnings-boost-fuel-costs-bite-2026-09-29/" TargetMode="External"/><Relationship Id="rId2" Type="http://schemas.openxmlformats.org/officeDocument/2006/relationships/hyperlink" Target="https://www.washingtonpost.com/dc-md-va/2026/09/23/virginia-city-overspends-millions-public-buses-after-spreadsheet-error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reuters.com/business/aerospace-defense/alaska-air-bets-premium-travel-earnings-boost-fuel-costs-bite-2026-09-29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prod-hcs.foster.uw.edu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171E04-8C84-4649-B7E3-F266075EC7BB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5727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40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Introduction to the Analytical Mindset</a:t>
            </a:r>
            <a:endParaRPr sz="36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64F9C-E20B-4CE2-B941-28E4B429B518}"/>
              </a:ext>
            </a:extLst>
          </p:cNvPr>
          <p:cNvSpPr>
            <a:spLocks noGrp="1"/>
          </p:cNvSpPr>
          <p:nvPr/>
        </p:nvSpPr>
        <p:spPr>
          <a:xfrm>
            <a:off x="609600" y="3679307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ACCTG 320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Accounting Systems and Analytics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E99166-AAF5-498F-B46D-82D42CECC71B}"/>
              </a:ext>
            </a:extLst>
          </p:cNvPr>
          <p:cNvSpPr>
            <a:spLocks noGrp="1"/>
          </p:cNvSpPr>
          <p:nvPr/>
        </p:nvSpPr>
        <p:spPr>
          <a:xfrm>
            <a:off x="609600" y="4757183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B7A579"/>
                </a:solidFill>
                <a:latin typeface="Segoe UI"/>
                <a:ea typeface="Segoe UI"/>
                <a:cs typeface="Segoe UI"/>
              </a:defRPr>
            </a:pPr>
            <a:r>
              <a:rPr lang="en-US" sz="2400" b="1" dirty="0">
                <a:solidFill>
                  <a:srgbClr val="B7A579"/>
                </a:solidFill>
                <a:latin typeface="Segoe UI"/>
              </a:rPr>
              <a:t>Class 01 | Autumn | 2026</a:t>
            </a:r>
            <a:endParaRPr sz="2400" b="1" dirty="0">
              <a:solidFill>
                <a:srgbClr val="B7A579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9488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F555D3-14D1-2CA6-3E9F-FDB21F020B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Introductions</a:t>
            </a:r>
          </a:p>
          <a:p>
            <a:pPr marL="457200" indent="-457200">
              <a:buAutoNum type="arabicPeriod"/>
            </a:pPr>
            <a:r>
              <a:rPr lang="en-US" dirty="0"/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/>
              <a:t>The Analytical Mindset (interactive activities)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57129C-F48B-B91A-202B-99600A6CD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EC275-19C1-9711-0EEC-CB9826D740F3}"/>
              </a:ext>
            </a:extLst>
          </p:cNvPr>
          <p:cNvSpPr txBox="1"/>
          <p:nvPr/>
        </p:nvSpPr>
        <p:spPr>
          <a:xfrm>
            <a:off x="625927" y="3941135"/>
            <a:ext cx="615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**time permitting, login and orientation to foster remote labs</a:t>
            </a:r>
          </a:p>
        </p:txBody>
      </p:sp>
    </p:spTree>
    <p:extLst>
      <p:ext uri="{BB962C8B-B14F-4D97-AF65-F5344CB8AC3E}">
        <p14:creationId xmlns:p14="http://schemas.microsoft.com/office/powerpoint/2010/main" val="4272180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1832FE-04A2-7107-2902-0DF61104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Background</a:t>
            </a: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FAD4CA4F-BF88-932D-C7FD-5320978F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9" y="1285208"/>
            <a:ext cx="4106338" cy="25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ee the source image">
            <a:extLst>
              <a:ext uri="{FF2B5EF4-FFF2-40B4-BE49-F238E27FC236}">
                <a16:creationId xmlns:a16="http://schemas.microsoft.com/office/drawing/2014/main" id="{6E05C4E1-5656-F949-8C99-9BC22C9B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964" y="702390"/>
            <a:ext cx="4006738" cy="247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See the source image">
            <a:extLst>
              <a:ext uri="{FF2B5EF4-FFF2-40B4-BE49-F238E27FC236}">
                <a16:creationId xmlns:a16="http://schemas.microsoft.com/office/drawing/2014/main" id="{30FBB29E-1D4E-3B48-9664-ED3CF0373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516" y="3902130"/>
            <a:ext cx="2804896" cy="210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See the source image">
            <a:extLst>
              <a:ext uri="{FF2B5EF4-FFF2-40B4-BE49-F238E27FC236}">
                <a16:creationId xmlns:a16="http://schemas.microsoft.com/office/drawing/2014/main" id="{DABCC5E4-A535-F9E3-7560-E9713E3D7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352" y="3938299"/>
            <a:ext cx="4660283" cy="246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1A53FF-3C8F-12E9-E50F-695DFDEC1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7366" y="98534"/>
            <a:ext cx="3359165" cy="1866203"/>
          </a:xfrm>
          <a:prstGeom prst="rect">
            <a:avLst/>
          </a:prstGeom>
        </p:spPr>
      </p:pic>
      <p:pic>
        <p:nvPicPr>
          <p:cNvPr id="16" name="Picture 15" descr="Vegemite Jar Logo">
            <a:extLst>
              <a:ext uri="{FF2B5EF4-FFF2-40B4-BE49-F238E27FC236}">
                <a16:creationId xmlns:a16="http://schemas.microsoft.com/office/drawing/2014/main" id="{5EF61765-FDA4-C673-AC9A-3C6D7A9A34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702" y="1617793"/>
            <a:ext cx="1618595" cy="1618595"/>
          </a:xfrm>
          <a:prstGeom prst="rect">
            <a:avLst/>
          </a:prstGeom>
        </p:spPr>
      </p:pic>
      <p:pic>
        <p:nvPicPr>
          <p:cNvPr id="17" name="Picture 16" descr="new-UNSW-logo-png-vertical-crest - Engagement Australia">
            <a:extLst>
              <a:ext uri="{FF2B5EF4-FFF2-40B4-BE49-F238E27FC236}">
                <a16:creationId xmlns:a16="http://schemas.microsoft.com/office/drawing/2014/main" id="{F5EAF596-8860-C15F-B672-0EF2F53D5A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5865" y="1996880"/>
            <a:ext cx="1158483" cy="12073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17D6749-E51B-ACA6-0CA4-A47D4C6A1F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4687" y="98534"/>
            <a:ext cx="1563612" cy="142462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1" name="Picture 20" descr="Poets&amp;Quants | University of Utah's David Eccles School of Business MBA Online">
            <a:extLst>
              <a:ext uri="{FF2B5EF4-FFF2-40B4-BE49-F238E27FC236}">
                <a16:creationId xmlns:a16="http://schemas.microsoft.com/office/drawing/2014/main" id="{F3D8C8C8-5FA4-16B3-E6F6-A03AF9CF45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912" y="3627395"/>
            <a:ext cx="1652842" cy="1652842"/>
          </a:xfrm>
          <a:prstGeom prst="rect">
            <a:avLst/>
          </a:prstGeom>
        </p:spPr>
      </p:pic>
      <p:pic>
        <p:nvPicPr>
          <p:cNvPr id="22" name="Picture 21" descr="MIT Sloan School of Management - MBAGRADSCHOOLS">
            <a:extLst>
              <a:ext uri="{FF2B5EF4-FFF2-40B4-BE49-F238E27FC236}">
                <a16:creationId xmlns:a16="http://schemas.microsoft.com/office/drawing/2014/main" id="{9DA7F523-7783-24E2-EE49-D897B14D96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859" y="4066318"/>
            <a:ext cx="2324986" cy="7749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3327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AE6F8871-852F-4C1B-B2E6-B16B920AB99C}"/>
              </a:ext>
            </a:extLst>
          </p:cNvPr>
          <p:cNvSpPr txBox="1">
            <a:spLocks/>
          </p:cNvSpPr>
          <p:nvPr/>
        </p:nvSpPr>
        <p:spPr>
          <a:xfrm>
            <a:off x="406563" y="268800"/>
            <a:ext cx="8470476" cy="114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pPr defTabSz="1219140">
              <a:defRPr/>
            </a:pPr>
            <a:r>
              <a:rPr lang="en-US" sz="2667" dirty="0">
                <a:solidFill>
                  <a:srgbClr val="361F6D"/>
                </a:solidFill>
                <a:latin typeface="Arial"/>
              </a:rPr>
              <a:t>“</a:t>
            </a:r>
            <a:r>
              <a:rPr lang="en-US" sz="2667" i="1" dirty="0">
                <a:solidFill>
                  <a:srgbClr val="361F6D"/>
                </a:solidFill>
                <a:latin typeface="Arial"/>
              </a:rPr>
              <a:t>The new people to thrive are the adaptive ones</a:t>
            </a:r>
            <a:r>
              <a:rPr lang="en-US" sz="2667" dirty="0">
                <a:solidFill>
                  <a:srgbClr val="361F6D"/>
                </a:solidFill>
                <a:latin typeface="Arial"/>
              </a:rPr>
              <a:t>”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				</a:t>
            </a:r>
            <a:r>
              <a:rPr lang="en-US" sz="1600" dirty="0" err="1">
                <a:solidFill>
                  <a:srgbClr val="361F6D"/>
                </a:solidFill>
                <a:latin typeface="Arial"/>
              </a:rPr>
              <a:t>Lior</a:t>
            </a:r>
            <a:r>
              <a:rPr lang="en-US" sz="1600" dirty="0">
                <a:solidFill>
                  <a:srgbClr val="361F6D"/>
                </a:solidFill>
                <a:latin typeface="Arial"/>
              </a:rPr>
              <a:t> Frenkel, December 2016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 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endParaRPr lang="en-US" sz="2667" dirty="0">
              <a:solidFill>
                <a:srgbClr val="361F6D"/>
              </a:solidFill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D25F3-CB33-4612-96C0-A94BBB5B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684" y="2036255"/>
            <a:ext cx="6512552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22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7A0A89-EF9F-4460-AE50-37DD077B4DED}"/>
              </a:ext>
            </a:extLst>
          </p:cNvPr>
          <p:cNvSpPr/>
          <p:nvPr/>
        </p:nvSpPr>
        <p:spPr>
          <a:xfrm>
            <a:off x="7265877" y="1827556"/>
            <a:ext cx="4926123" cy="5030445"/>
          </a:xfrm>
          <a:prstGeom prst="rect">
            <a:avLst/>
          </a:prstGeom>
          <a:solidFill>
            <a:srgbClr val="322668"/>
          </a:solidFill>
          <a:ln w="9525" cap="flat" cmpd="sng" algn="ctr">
            <a:solidFill>
              <a:srgbClr val="808080"/>
            </a:solidFill>
            <a:prstDash val="solid"/>
          </a:ln>
          <a:effectLst/>
        </p:spPr>
        <p:txBody>
          <a:bodyPr rtlCol="0" anchor="t" anchorCtr="0"/>
          <a:lstStyle/>
          <a:p>
            <a:pPr algn="ctr" defTabSz="1219140">
              <a:defRPr/>
            </a:pPr>
            <a:endParaRPr lang="en-US" sz="1600" kern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AE6F8871-852F-4C1B-B2E6-B16B920AB99C}"/>
              </a:ext>
            </a:extLst>
          </p:cNvPr>
          <p:cNvSpPr txBox="1">
            <a:spLocks/>
          </p:cNvSpPr>
          <p:nvPr/>
        </p:nvSpPr>
        <p:spPr>
          <a:xfrm>
            <a:off x="406563" y="268800"/>
            <a:ext cx="8470476" cy="11472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n-lt"/>
                <a:ea typeface="+mj-ea"/>
                <a:cs typeface="Arial" pitchFamily="34" charset="0"/>
              </a:defRPr>
            </a:lvl1pPr>
          </a:lstStyle>
          <a:p>
            <a:pPr defTabSz="1219140">
              <a:defRPr/>
            </a:pPr>
            <a:r>
              <a:rPr lang="en-US" sz="2667" dirty="0">
                <a:solidFill>
                  <a:srgbClr val="361F6D"/>
                </a:solidFill>
                <a:latin typeface="Arial"/>
              </a:rPr>
              <a:t>“</a:t>
            </a:r>
            <a:r>
              <a:rPr lang="en-US" sz="2667" i="1" dirty="0">
                <a:solidFill>
                  <a:srgbClr val="361F6D"/>
                </a:solidFill>
                <a:latin typeface="Arial"/>
              </a:rPr>
              <a:t>The new people to thrive are the adaptive ones</a:t>
            </a:r>
            <a:r>
              <a:rPr lang="en-US" sz="2667" dirty="0">
                <a:solidFill>
                  <a:srgbClr val="361F6D"/>
                </a:solidFill>
                <a:latin typeface="Arial"/>
              </a:rPr>
              <a:t>”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				</a:t>
            </a:r>
            <a:r>
              <a:rPr lang="en-US" sz="1600" dirty="0" err="1">
                <a:solidFill>
                  <a:srgbClr val="361F6D"/>
                </a:solidFill>
                <a:latin typeface="Arial"/>
              </a:rPr>
              <a:t>Lior</a:t>
            </a:r>
            <a:r>
              <a:rPr lang="en-US" sz="1600" dirty="0">
                <a:solidFill>
                  <a:srgbClr val="361F6D"/>
                </a:solidFill>
                <a:latin typeface="Arial"/>
              </a:rPr>
              <a:t> Frenkel, December 2016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r>
              <a:rPr lang="en-US" sz="2667" dirty="0">
                <a:solidFill>
                  <a:srgbClr val="361F6D"/>
                </a:solidFill>
                <a:latin typeface="Arial"/>
              </a:rPr>
              <a:t> </a:t>
            </a:r>
            <a:br>
              <a:rPr lang="en-US" sz="2667" dirty="0">
                <a:solidFill>
                  <a:srgbClr val="361F6D"/>
                </a:solidFill>
                <a:latin typeface="Arial"/>
              </a:rPr>
            </a:br>
            <a:endParaRPr lang="en-US" sz="2667" dirty="0">
              <a:solidFill>
                <a:srgbClr val="361F6D"/>
              </a:solidFill>
              <a:latin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75473F-844F-4035-A5EB-0BC1E9755E3C}"/>
              </a:ext>
            </a:extLst>
          </p:cNvPr>
          <p:cNvSpPr/>
          <p:nvPr/>
        </p:nvSpPr>
        <p:spPr>
          <a:xfrm>
            <a:off x="7265879" y="1927487"/>
            <a:ext cx="4761023" cy="4964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40"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Go back just around 20 years and:</a:t>
            </a:r>
          </a:p>
          <a:p>
            <a:pPr defTabSz="1219140">
              <a:defRPr/>
            </a:pPr>
            <a:endParaRPr lang="en-US" sz="2133" b="1" spc="-32" dirty="0">
              <a:solidFill>
                <a:srgbClr val="FFFFFF"/>
              </a:solidFill>
              <a:latin typeface="Arial"/>
              <a:cs typeface="EYInterstate Light"/>
            </a:endParaRP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smartphones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Facebook, YouTube, or Instagram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online job boards or LinkedIn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Lyft, Uber, or Google Maps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WhatsApp or Zoom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</a:t>
            </a:r>
            <a:r>
              <a:rPr lang="en-US" sz="1867" b="1" spc="-32" dirty="0" err="1">
                <a:solidFill>
                  <a:srgbClr val="FFFFFF"/>
                </a:solidFill>
                <a:latin typeface="Arial"/>
                <a:cs typeface="EYInterstate Light"/>
              </a:rPr>
              <a:t>AirBnb</a:t>
            </a: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 or Netflix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Cloud or IoT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blockchain or cryptocurrencies</a:t>
            </a:r>
          </a:p>
          <a:p>
            <a:pPr marL="457178" indent="-457178" defTabSz="1219140">
              <a:lnSpc>
                <a:spcPct val="150000"/>
              </a:lnSpc>
              <a:buClr>
                <a:srgbClr val="C00000"/>
              </a:buClr>
              <a:buSzPct val="120000"/>
              <a:buFont typeface="Wingdings" panose="05000000000000000000" pitchFamily="2" charset="2"/>
              <a:buChar char="û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No Chat GPT</a:t>
            </a:r>
          </a:p>
          <a:p>
            <a:pPr defTabSz="1219140">
              <a:lnSpc>
                <a:spcPct val="150000"/>
              </a:lnSpc>
              <a:buClr>
                <a:srgbClr val="C00000"/>
              </a:buClr>
              <a:buSzPct val="120000"/>
              <a:defRPr/>
            </a:pPr>
            <a:r>
              <a:rPr lang="en-US" sz="1867" b="1" spc="-32" dirty="0">
                <a:solidFill>
                  <a:srgbClr val="FFFFFF"/>
                </a:solidFill>
                <a:latin typeface="Arial"/>
                <a:cs typeface="EYInterstate Light"/>
              </a:rPr>
              <a:t>And technology is accelerating…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D25F3-CB33-4612-96C0-A94BBB5BE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55" y="1911019"/>
            <a:ext cx="6512552" cy="467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88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0A47-EDCD-4B9E-4A9F-4A8B32D1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A3DE63-8633-04FB-6083-79A4542822C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Introductions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/>
              <a:t>The Analytical Mindset (interactive activities)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55B444-7B07-4171-FAAB-4BA33B27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2337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55E3FB-CDDE-4FF0-0F59-599884CEFAF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921278"/>
          </a:xfrm>
        </p:spPr>
        <p:txBody>
          <a:bodyPr/>
          <a:lstStyle/>
          <a:p>
            <a:r>
              <a:rPr lang="en-US" dirty="0">
                <a:hlinkClick r:id="rId2"/>
              </a:rPr>
              <a:t>Syllabus · ACCTG 320 · Autumn 2026</a:t>
            </a:r>
            <a:r>
              <a:rPr lang="en-US" dirty="0"/>
              <a:t> (Section A)</a:t>
            </a:r>
          </a:p>
          <a:p>
            <a:r>
              <a:rPr lang="en-US" dirty="0">
                <a:hlinkClick r:id="rId3"/>
              </a:rPr>
              <a:t>Syllabus · ACCTG 320 · Autumn 2026</a:t>
            </a:r>
            <a:r>
              <a:rPr lang="en-US" dirty="0"/>
              <a:t> (Section B)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5AD646-06AC-8EB0-ACD1-F6875824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205875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2AFCD-F3E6-C34F-F83B-3DD755D6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20D57-3A17-FEB1-8C5D-C69528CD61BE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845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4CBCE7-0EBD-2313-30A1-9FE51E74971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683812"/>
          </a:xfrm>
        </p:spPr>
        <p:txBody>
          <a:bodyPr/>
          <a:lstStyle/>
          <a:p>
            <a:r>
              <a:rPr lang="en-US" dirty="0"/>
              <a:t>Let’s collect your thoughts on Gen AI usage in this course</a:t>
            </a:r>
          </a:p>
          <a:p>
            <a:endParaRPr lang="en-US" dirty="0"/>
          </a:p>
          <a:p>
            <a:r>
              <a:rPr lang="en-US" dirty="0"/>
              <a:t>First: I’ll provide some articles; you tell me what you think went wrong</a:t>
            </a:r>
          </a:p>
          <a:p>
            <a:endParaRPr lang="en-US" dirty="0"/>
          </a:p>
          <a:p>
            <a:r>
              <a:rPr lang="en-US" dirty="0"/>
              <a:t>Second: General Polls (</a:t>
            </a:r>
            <a:r>
              <a:rPr lang="en-US" dirty="0" err="1"/>
              <a:t>PollEverywhere</a:t>
            </a:r>
            <a:r>
              <a:rPr lang="en-US" dirty="0"/>
              <a:t>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51F5F8-358D-FCEF-06D0-92A0CF78D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usage</a:t>
            </a:r>
          </a:p>
        </p:txBody>
      </p:sp>
    </p:spTree>
    <p:extLst>
      <p:ext uri="{BB962C8B-B14F-4D97-AF65-F5344CB8AC3E}">
        <p14:creationId xmlns:p14="http://schemas.microsoft.com/office/powerpoint/2010/main" val="341690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EE6C58-8C0F-80BA-4BDB-3F66CB88EB2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826F81-55B0-582D-1AFF-19282035C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BE192-3F98-74A4-A1DA-11B82340B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242443"/>
            <a:ext cx="12146070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8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F0D168-CD6F-3D3A-8652-8FCE9912080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CD986-97BC-3D9A-AE71-24977179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6A6F6-1663-1403-CA0F-692E716ED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7"/>
            <a:ext cx="12192000" cy="68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20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98BA12-22FD-F173-9CB1-4AED1ABE18F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375386-08ED-A6C2-9377-8B5F42F5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think went wrong?</a:t>
            </a:r>
          </a:p>
        </p:txBody>
      </p:sp>
    </p:spTree>
    <p:extLst>
      <p:ext uri="{BB962C8B-B14F-4D97-AF65-F5344CB8AC3E}">
        <p14:creationId xmlns:p14="http://schemas.microsoft.com/office/powerpoint/2010/main" val="3407354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099B3-9B6C-C2AD-F452-BDC6F6DCD5FB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C81751-C380-AC6D-257F-A8BC199B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5181A-8768-38F1-60CB-B74783923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96" y="0"/>
            <a:ext cx="11574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8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D5397D-EB52-1E48-1B66-B696EE99C7B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401CB8-0B35-FD6C-DBEE-2B790CE1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a problem?</a:t>
            </a:r>
          </a:p>
        </p:txBody>
      </p:sp>
    </p:spTree>
    <p:extLst>
      <p:ext uri="{BB962C8B-B14F-4D97-AF65-F5344CB8AC3E}">
        <p14:creationId xmlns:p14="http://schemas.microsoft.com/office/powerpoint/2010/main" val="639192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5309B1-9DD3-E91B-E1A0-CA5574AEB7A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1993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You remain responsible for what you submit or recommend (Deloitte and KPMG news events)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Having access to a document does not establish permission to upload it (e.g., paste secrets article).</a:t>
            </a:r>
          </a:p>
          <a:p>
            <a:pPr marL="10308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12529"/>
                </a:solidFill>
                <a:latin typeface="Segoe UI"/>
              </a:rPr>
              <a:t>In professional practice: Access to client or employer information does not give you permission to share it with an AI tool.</a:t>
            </a:r>
            <a:endParaRPr lang="en-US" sz="2000" b="1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 marL="10308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5B12F3-91A4-7429-9863-36171EAD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usage</a:t>
            </a:r>
          </a:p>
        </p:txBody>
      </p:sp>
    </p:spTree>
    <p:extLst>
      <p:ext uri="{BB962C8B-B14F-4D97-AF65-F5344CB8AC3E}">
        <p14:creationId xmlns:p14="http://schemas.microsoft.com/office/powerpoint/2010/main" val="258464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7F436E-8C2F-A631-B7BA-8F23FE9E05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908454"/>
          </a:xfrm>
        </p:spPr>
        <p:txBody>
          <a:bodyPr/>
          <a:lstStyle/>
          <a:p>
            <a:r>
              <a:rPr lang="en-US" b="1" dirty="0"/>
              <a:t>Be prepared to answer “Appropriate”, “Inappropriate”, or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“Depends” </a:t>
            </a:r>
            <a:r>
              <a:rPr lang="en-US" b="1" dirty="0"/>
              <a:t>for two Gen-AI use cases.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512C11-2D53-B6E0-136E-0721BD6D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PollEverywhere</a:t>
            </a:r>
            <a:r>
              <a:rPr lang="en-US" dirty="0"/>
              <a:t> Polls</a:t>
            </a:r>
          </a:p>
        </p:txBody>
      </p:sp>
    </p:spTree>
    <p:extLst>
      <p:ext uri="{BB962C8B-B14F-4D97-AF65-F5344CB8AC3E}">
        <p14:creationId xmlns:p14="http://schemas.microsoft.com/office/powerpoint/2010/main" val="3049864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77F70F-AA4E-4D6C-A624-B4A482414B33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Summary: 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A</a:t>
            </a: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I assisted </a:t>
            </a: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work you can explain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7FB3B-A55A-47E5-BB34-D71E5F1489D5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1. Define the task and check the rules for AI assistance.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D240B-1BB3-4CC6-B49B-8233B095ACAC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2. Share only information you have permission to provide.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AEEB1-03A5-48D9-9FA7-6AAB7D94D490}"/>
              </a:ext>
            </a:extLst>
          </p:cNvPr>
          <p:cNvSpPr>
            <a:spLocks noGrp="1"/>
          </p:cNvSpPr>
          <p:nvPr/>
        </p:nvSpPr>
        <p:spPr>
          <a:xfrm>
            <a:off x="723900" y="3286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3. Test the output against evidence and your own reasoning.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43A5F-8AF9-4EE0-9ACA-E06E301BF3DD}"/>
              </a:ext>
            </a:extLst>
          </p:cNvPr>
          <p:cNvSpPr>
            <a:spLocks noGrp="1"/>
          </p:cNvSpPr>
          <p:nvPr/>
        </p:nvSpPr>
        <p:spPr>
          <a:xfrm>
            <a:off x="723900" y="41433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4. Revise the result and record any required disclosure.</a:t>
            </a:r>
          </a:p>
        </p:txBody>
      </p:sp>
    </p:spTree>
    <p:extLst>
      <p:ext uri="{BB962C8B-B14F-4D97-AF65-F5344CB8AC3E}">
        <p14:creationId xmlns:p14="http://schemas.microsoft.com/office/powerpoint/2010/main" val="3575301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D4873E-6A97-4883-BB18-5BF328EF3519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Expectations for the year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731425-9BA3-467A-9E1E-0F70E339ECF4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Learn data analytics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technology and build skills through practice.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09DB8-91A9-4686-B471-BB2B355F9357}"/>
              </a:ext>
            </a:extLst>
          </p:cNvPr>
          <p:cNvSpPr>
            <a:spLocks noGrp="1"/>
          </p:cNvSpPr>
          <p:nvPr/>
        </p:nvSpPr>
        <p:spPr>
          <a:xfrm>
            <a:off x="723900" y="3272391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Use professional skepticism when reviewing 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analytics (including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AI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)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output.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2A317B-30B3-4DD4-9F6D-A233350FAAF4}"/>
              </a:ext>
            </a:extLst>
          </p:cNvPr>
          <p:cNvSpPr>
            <a:spLocks noGrp="1"/>
          </p:cNvSpPr>
          <p:nvPr/>
        </p:nvSpPr>
        <p:spPr>
          <a:xfrm>
            <a:off x="723900" y="4129641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Be attentive and engaged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0BC0C-9BFF-43CF-A6C3-E7CD4C8DD552}"/>
              </a:ext>
            </a:extLst>
          </p:cNvPr>
          <p:cNvSpPr>
            <a:spLocks noGrp="1"/>
          </p:cNvSpPr>
          <p:nvPr/>
        </p:nvSpPr>
        <p:spPr>
          <a:xfrm>
            <a:off x="723900" y="4986891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Own the reasoning, evidence and final work you submit.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D46F5-0A6E-9CD0-D447-377F68500B1A}"/>
              </a:ext>
            </a:extLst>
          </p:cNvPr>
          <p:cNvSpPr>
            <a:spLocks noGrp="1"/>
          </p:cNvSpPr>
          <p:nvPr/>
        </p:nvSpPr>
        <p:spPr>
          <a:xfrm>
            <a:off x="723900" y="2510391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Contact me early if you feel lost/overwhelmed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8BC7B-D0F5-CCDD-E275-2FAA17AB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85BC32-3656-6815-C717-0422DD7D34C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The Analytical Mindset (interactive activities)</a:t>
            </a:r>
          </a:p>
          <a:p>
            <a:pPr marL="457200" indent="-457200">
              <a:buAutoNum type="arabicPeriod"/>
            </a:pPr>
            <a:r>
              <a:rPr lang="en-US" dirty="0"/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3ABAC6-2B12-F8D2-CA54-2B421939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585718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C3BAC-241D-98AB-1BB1-7031E5A41B87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55551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8F478B-5CAB-1F15-AF03-2F7EE3C50B5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480391" y="5631423"/>
            <a:ext cx="8649278" cy="1826782"/>
          </a:xfrm>
        </p:spPr>
        <p:txBody>
          <a:bodyPr/>
          <a:lstStyle/>
          <a:p>
            <a:r>
              <a:rPr lang="en-US" dirty="0"/>
              <a:t>(Based on Washington Post | September 23, 2026 |Sources: </a:t>
            </a:r>
            <a:r>
              <a:rPr lang="en-US" sz="2000" u="sng" dirty="0">
                <a:hlinkClick r:id="rId2"/>
              </a:rPr>
              <a:t>Original article</a:t>
            </a:r>
            <a:endParaRPr lang="en-US" sz="2000" u="sng" dirty="0">
              <a:hlinkClick r:id="rId3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59CEF5-F94D-5963-D0EC-045D9B1F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Alexandria Transit: A $3.2 Million Spreadsheet Error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1F0E6-6F74-B97D-5BDD-752776FB6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16" y="1768953"/>
            <a:ext cx="6878010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EF1692-F56D-B0FB-4BCD-56D1EF9D5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726" y="2927498"/>
            <a:ext cx="4576575" cy="28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95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A2787-0C98-2EBC-B657-B6FF4DDD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8FDBC1-8F75-FD60-F262-B0F24596E1D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725828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What happened?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Alexandria Transit Company (DASH) ended fiscal 2026 about $3.7 million over budget.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 $3.2 million spreadsheet forecasting error overstated available funding and helped conceal the shortfall until after year-end.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The deficit was roughly 10% of the transit system's operating budget.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Why this matters for accounting analytics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Analytics depends on reliable inputs. A simple data or spreadsheet error can propagate into forecasts, budgets, reports, and ultimately business decisions.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7783B2-EE7F-2E49-B703-42F77EFE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Alexandria Transit: A $3.2 Million Spreadsheet Error</a:t>
            </a:r>
          </a:p>
        </p:txBody>
      </p:sp>
    </p:spTree>
    <p:extLst>
      <p:ext uri="{BB962C8B-B14F-4D97-AF65-F5344CB8AC3E}">
        <p14:creationId xmlns:p14="http://schemas.microsoft.com/office/powerpoint/2010/main" val="244629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A9C26-93B2-6C12-2708-302C24D2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A9086-D4C8-83A2-7A78-B13A04ED91B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232838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How could an organization make decisions for months using an incorrect spreadsheet?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C0A551-C729-C870-B435-5B240990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Alexandria Transit: A $3.2 Million Spreadsheet Error</a:t>
            </a:r>
          </a:p>
        </p:txBody>
      </p:sp>
    </p:spTree>
    <p:extLst>
      <p:ext uri="{BB962C8B-B14F-4D97-AF65-F5344CB8AC3E}">
        <p14:creationId xmlns:p14="http://schemas.microsoft.com/office/powerpoint/2010/main" val="4076818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C60FE-46BA-6E0D-A7B5-AA12C719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4D29C0-17A5-0794-F388-4A6372109A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009974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How could an organization make decisions for months using an incorrect spreadsheet?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processes/checks/procedures (or controls) could have helped detect the problem earlier?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7516FF-9308-F78C-A0F8-6A431BFD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1077218"/>
          </a:xfrm>
        </p:spPr>
        <p:txBody>
          <a:bodyPr/>
          <a:lstStyle/>
          <a:p>
            <a:r>
              <a:rPr lang="en-US" dirty="0"/>
              <a:t>Alexandria Transit: A $3.2 Million Spreadsheet Error</a:t>
            </a:r>
          </a:p>
        </p:txBody>
      </p:sp>
    </p:spTree>
    <p:extLst>
      <p:ext uri="{BB962C8B-B14F-4D97-AF65-F5344CB8AC3E}">
        <p14:creationId xmlns:p14="http://schemas.microsoft.com/office/powerpoint/2010/main" val="2900600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5DA1-3A48-69EC-0745-4D9CE437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61686D-53E6-81C5-77F0-05F8D5C36B8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706679" y="5631423"/>
            <a:ext cx="7422990" cy="584775"/>
          </a:xfrm>
        </p:spPr>
        <p:txBody>
          <a:bodyPr/>
          <a:lstStyle/>
          <a:p>
            <a:r>
              <a:rPr lang="en-US" dirty="0"/>
              <a:t>(Based on Reuters | September 29, 2026 |Sources: </a:t>
            </a:r>
            <a:r>
              <a:rPr lang="en-US" sz="2000" u="sng" dirty="0">
                <a:hlinkClick r:id="rId2"/>
              </a:rPr>
              <a:t>Reuters article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739338-AF9D-1510-2CB7-E5FFECCA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927" y="641802"/>
            <a:ext cx="10894141" cy="584775"/>
          </a:xfrm>
        </p:spPr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636C7-D368-C57E-E310-84BF9FCF6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09" y="1436862"/>
            <a:ext cx="4873450" cy="4194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C819DE-6E1C-87C0-151E-460CF343F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716" y="2188840"/>
            <a:ext cx="6464595" cy="323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2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B3950A-A5F2-0487-BF2E-A7E2A4B29B0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4464492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What happened?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Alaska Air is expanding premium cabins, lounges, and other higher-value offerings as it builds its international network.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Management estimates the strategy could eventually add $3–$4 to earnings per share and improve margins by 2–3 percentage points.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At the same time, volatile fuel costs materially affect profitability and forecasts.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Why this matters for accounting analytics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/>
              <a:t>Accounting analytics is not limited to detecting errors or fraud. It supports forward-looking business decisions involving customers, pricing, capacity, costs, investment, profitability, and uncertainty.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E2E1D9-AFAF-A1FB-16E0-D15470D90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17994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B6F5-2A4A-6D50-BF8D-878B59AF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8A6B43-B7F9-B4D6-922C-F812EEB37E0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232838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data would Alaska need to decide whether adding premium seats creates value?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A1B376-12D5-9D3F-D7D0-C3C638A2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8754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43AD5-7310-1A9A-413B-4DF7F9425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A41E3D-5407-967D-1708-C4201423651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2009974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data would Alaska need to decide whether adding premium seats creates value?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are the relevant revenues, costs, constraints, and alternative uses of aircraft space?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2C0BB4-99B1-6ABE-7838-B3C16FAE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561455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B14-ADA3-D884-0171-5974EA261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3B71C8-46CD-C10C-CF02-9C51AFADAC4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3156442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200"/>
              </a:spcAft>
              <a:defRPr sz="1800" b="1"/>
            </a:pPr>
            <a:r>
              <a:rPr lang="en-US" dirty="0"/>
              <a:t>Discussion points: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data would Alaska need to decide whether adding premium seats creates value?</a:t>
            </a:r>
          </a:p>
          <a:p>
            <a:pPr>
              <a:spcAft>
                <a:spcPts val="300"/>
              </a:spcAft>
              <a:defRPr sz="1600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What are the relevant revenues, costs, constraints, and alternative uses of aircraft space?</a:t>
            </a:r>
          </a:p>
          <a:p>
            <a:pPr>
              <a:spcAft>
                <a:spcPts val="300"/>
              </a:spcAft>
              <a:defRPr sz="1600"/>
            </a:pPr>
            <a:r>
              <a:rPr lang="en-US" b="1" dirty="0">
                <a:solidFill>
                  <a:schemeClr val="tx2"/>
                </a:solidFill>
              </a:rPr>
              <a:t>What would make you comfortable to use a descriptive analytics result ('what are premium customers doing?’) to make an operational decision (‘we should add more premium seats')?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E944A1-477A-34E1-4F2F-034C15E4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Alaska Air: Analytics as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77755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72DA3-347C-DDA4-846D-FA4654A13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A96874-648E-4D7B-A503-64440C10BC79}"/>
              </a:ext>
            </a:extLst>
          </p:cNvPr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1171527"/>
            <a:ext cx="11950700" cy="39736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57443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C5E0-A08D-E21C-286C-13BDFC7BF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8E6C35-E9E9-7DA0-7C83-5BE66653DF2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600" y="1744134"/>
            <a:ext cx="7315200" cy="1808957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Introductions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Course Overview &amp; Expectations (Syllabus)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Analytical Mindset (interactive activities)</a:t>
            </a:r>
          </a:p>
          <a:p>
            <a:pPr marL="457200" indent="-457200"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Conclusion and look ahead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3FEC2F-089A-5DAB-81BC-8CB515D5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36205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4B59F3-FA70-48A1-8B0F-551483EAAA2F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Questions and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EC96EB-8371-4B7E-A0C3-573FD660BBA7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Questions?</a:t>
            </a: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endParaRPr lang="en-US" sz="210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Next topic: We will discuss data quality issues</a:t>
            </a: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endParaRPr lang="en-US" sz="2100" b="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 look forward to your questions and taking the next steps on Monday!</a:t>
            </a:r>
            <a:endParaRPr sz="2100" b="0" dirty="0">
              <a:solidFill>
                <a:srgbClr val="21252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BDF1C-957F-4AAB-ABE6-0C863FA7B0C5}"/>
              </a:ext>
            </a:extLst>
          </p:cNvPr>
          <p:cNvSpPr>
            <a:spLocks noGrp="1"/>
          </p:cNvSpPr>
          <p:nvPr/>
        </p:nvSpPr>
        <p:spPr>
          <a:xfrm>
            <a:off x="723900" y="4172172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917B4C"/>
                </a:solidFill>
                <a:latin typeface="Segoe UI"/>
                <a:ea typeface="Segoe UI"/>
                <a:cs typeface="Segoe UI"/>
              </a:rPr>
              <a:t>Thank you!</a:t>
            </a:r>
            <a:endParaRPr sz="2100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31208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CF773C-D67A-4489-8A60-298052F30B0A}"/>
              </a:ext>
            </a:extLst>
          </p:cNvPr>
          <p:cNvSpPr>
            <a:spLocks noGrp="1"/>
          </p:cNvSpPr>
          <p:nvPr/>
        </p:nvSpPr>
        <p:spPr>
          <a:xfrm>
            <a:off x="628650" y="638175"/>
            <a:ext cx="108966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4B2E83"/>
                </a:solidFill>
                <a:latin typeface="Segoe UI"/>
                <a:ea typeface="Segoe UI"/>
                <a:cs typeface="Segoe UI"/>
              </a:defRPr>
            </a:pPr>
            <a:r>
              <a:rPr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Foster Remote Labs</a:t>
            </a:r>
            <a:r>
              <a:rPr lang="en-US" sz="3000" b="1" dirty="0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 (</a:t>
            </a:r>
            <a:r>
              <a:rPr lang="en-US" sz="3000" b="1">
                <a:solidFill>
                  <a:srgbClr val="4B2E83"/>
                </a:solidFill>
                <a:latin typeface="Segoe UI"/>
                <a:ea typeface="Segoe UI"/>
                <a:cs typeface="Segoe UI"/>
              </a:rPr>
              <a:t>time permitting)</a:t>
            </a:r>
            <a:endParaRPr sz="3000" b="1" dirty="0">
              <a:solidFill>
                <a:srgbClr val="4B2E83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E626F-5907-45F8-A5F4-80679262995A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17B4C"/>
                </a:solidFill>
                <a:latin typeface="Segoe UI"/>
                <a:ea typeface="Segoe UI"/>
                <a:cs typeface="Segoe UI"/>
              </a:defRPr>
            </a:pPr>
            <a:r>
              <a:rPr lang="en-US" dirty="0">
                <a:solidFill>
                  <a:srgbClr val="212529"/>
                </a:solidFill>
                <a:latin typeface="Segoe UI" panose="020B0502040204020203" pitchFamily="34" charset="0"/>
                <a:hlinkClick r:id="rId3"/>
              </a:rPr>
              <a:t>https://fprod-hcs.foster.uw.edu</a:t>
            </a:r>
            <a:endParaRPr sz="1875" b="0" dirty="0">
              <a:solidFill>
                <a:srgbClr val="917B4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AE97FF-6A1C-4E17-B2CA-421B4B6B53FE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S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ign in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using UW </a:t>
            </a:r>
            <a:r>
              <a:rPr lang="en-US" sz="2100" b="0" dirty="0" err="1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netid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and password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87427-36C8-4A1E-A642-F87F4D817232}"/>
              </a:ext>
            </a:extLst>
          </p:cNvPr>
          <p:cNvSpPr>
            <a:spLocks noGrp="1"/>
          </p:cNvSpPr>
          <p:nvPr/>
        </p:nvSpPr>
        <p:spPr>
          <a:xfrm>
            <a:off x="723900" y="319087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Familiarize yourself with the remote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environment and 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identify 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storage location.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47F7F-17EB-4AA0-BBDF-58FF48E0A8C4}"/>
              </a:ext>
            </a:extLst>
          </p:cNvPr>
          <p:cNvSpPr>
            <a:spLocks noGrp="1"/>
          </p:cNvSpPr>
          <p:nvPr/>
        </p:nvSpPr>
        <p:spPr>
          <a:xfrm>
            <a:off x="723900" y="40481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Open a file, save a copy and confirm where it went</a:t>
            </a:r>
            <a:r>
              <a:rPr lang="en-US"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 (goodbye.txt; hello_world.txt)</a:t>
            </a:r>
            <a:r>
              <a:rPr sz="2100" b="0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3696C-A406-4122-9027-D6734E99887A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106680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12529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>
                <a:solidFill>
                  <a:srgbClr val="212529"/>
                </a:solidFill>
                <a:latin typeface="Segoe UI"/>
                <a:ea typeface="Segoe UI"/>
                <a:cs typeface="Segoe UI"/>
              </a:rPr>
              <a:t>Your laptop and the remote computer have different file locations.</a:t>
            </a:r>
          </a:p>
        </p:txBody>
      </p:sp>
    </p:spTree>
    <p:extLst>
      <p:ext uri="{BB962C8B-B14F-4D97-AF65-F5344CB8AC3E}">
        <p14:creationId xmlns:p14="http://schemas.microsoft.com/office/powerpoint/2010/main" val="2484512156"/>
      </p:ext>
    </p:extLst>
  </p:cSld>
  <p:clrMapOvr>
    <a:masterClrMapping/>
  </p:clrMapOvr>
</p:sld>
</file>

<file path=ppt/theme/theme1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 Foster MBA Career Mgmt">
  <a:themeElements>
    <a:clrScheme name="2024 FOSTER 2">
      <a:dk1>
        <a:srgbClr val="000000"/>
      </a:dk1>
      <a:lt1>
        <a:srgbClr val="FFFFFF"/>
      </a:lt1>
      <a:dk2>
        <a:srgbClr val="32006E"/>
      </a:dk2>
      <a:lt2>
        <a:srgbClr val="F5F5F9"/>
      </a:lt2>
      <a:accent1>
        <a:srgbClr val="B7A579"/>
      </a:accent1>
      <a:accent2>
        <a:srgbClr val="8C51FF"/>
      </a:accent2>
      <a:accent3>
        <a:srgbClr val="917B4C"/>
      </a:accent3>
      <a:accent4>
        <a:srgbClr val="000000"/>
      </a:accent4>
      <a:accent5>
        <a:srgbClr val="CACACA"/>
      </a:accent5>
      <a:accent6>
        <a:srgbClr val="E8E8E8"/>
      </a:accent6>
      <a:hlink>
        <a:srgbClr val="0000DE"/>
      </a:hlink>
      <a:folHlink>
        <a:srgbClr val="4B2E84"/>
      </a:folHlink>
    </a:clrScheme>
    <a:fontScheme name="Custom 1">
      <a:majorFont>
        <a:latin typeface="Encode Sans Normal"/>
        <a:ea typeface=""/>
        <a:cs typeface=""/>
      </a:majorFont>
      <a:minorFont>
        <a:latin typeface="Open Sans"/>
        <a:ea typeface=""/>
        <a:cs typeface=""/>
      </a:minorFont>
    </a:fontScheme>
    <a:fmtScheme name="2024 FOSTER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1029</Words>
  <Application>Microsoft Office PowerPoint</Application>
  <DocSecurity>0</DocSecurity>
  <PresentationFormat>Widescreen</PresentationFormat>
  <Paragraphs>119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Encode Sans Normal ExtraBold</vt:lpstr>
      <vt:lpstr>Encode Sans Normal Medium</vt:lpstr>
      <vt:lpstr>Open Sans</vt:lpstr>
      <vt:lpstr>Open Sans Light</vt:lpstr>
      <vt:lpstr>Segoe UI</vt:lpstr>
      <vt:lpstr>Uni Sans Book</vt:lpstr>
      <vt:lpstr>Wingdings</vt:lpstr>
      <vt:lpstr>W Foster MBA Career Mgmt</vt:lpstr>
      <vt:lpstr>PowerPoint Presentation</vt:lpstr>
      <vt:lpstr>Agenda</vt:lpstr>
      <vt:lpstr>My Background</vt:lpstr>
      <vt:lpstr>PowerPoint Presentation</vt:lpstr>
      <vt:lpstr>PowerPoint Presentation</vt:lpstr>
      <vt:lpstr>Agenda</vt:lpstr>
      <vt:lpstr>Syllabus</vt:lpstr>
      <vt:lpstr>PowerPoint Presentation</vt:lpstr>
      <vt:lpstr>Generative AI usage</vt:lpstr>
      <vt:lpstr>PowerPoint Presentation</vt:lpstr>
      <vt:lpstr>PowerPoint Presentation</vt:lpstr>
      <vt:lpstr>What do you think went wrong?</vt:lpstr>
      <vt:lpstr>PowerPoint Presentation</vt:lpstr>
      <vt:lpstr>Why is this a problem?</vt:lpstr>
      <vt:lpstr>Generative AI usage</vt:lpstr>
      <vt:lpstr>PollEverywhere Polls</vt:lpstr>
      <vt:lpstr>PowerPoint Presentation</vt:lpstr>
      <vt:lpstr>PowerPoint Presentation</vt:lpstr>
      <vt:lpstr>Agenda</vt:lpstr>
      <vt:lpstr>PowerPoint Presentation</vt:lpstr>
      <vt:lpstr>Alexandria Transit: A $3.2 Million Spreadsheet Error</vt:lpstr>
      <vt:lpstr>Alexandria Transit: A $3.2 Million Spreadsheet Error</vt:lpstr>
      <vt:lpstr>Alexandria Transit: A $3.2 Million Spreadsheet Error</vt:lpstr>
      <vt:lpstr>Alexandria Transit: A $3.2 Million Spreadsheet Error</vt:lpstr>
      <vt:lpstr>Alaska Air: Analytics as Decision Support</vt:lpstr>
      <vt:lpstr>Alaska Air: Analytics as Decision Support</vt:lpstr>
      <vt:lpstr>Alaska Air: Analytics as Decision Support</vt:lpstr>
      <vt:lpstr>Alaska Air: Analytics as Decision Support</vt:lpstr>
      <vt:lpstr>Alaska Air: Analytics as Decision Support</vt:lpstr>
      <vt:lpstr>PowerPoint Presentation</vt:lpstr>
      <vt:lpstr>Agenda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Asher Curtis</cp:lastModifiedBy>
  <cp:revision>2</cp:revision>
  <dcterms:created xsi:type="dcterms:W3CDTF">2026-09-29T01:46:38Z</dcterms:created>
  <dcterms:modified xsi:type="dcterms:W3CDTF">2026-10-05T13:27:18Z</dcterms:modified>
</cp:coreProperties>
</file>