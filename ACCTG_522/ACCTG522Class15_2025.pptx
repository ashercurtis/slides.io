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5"/>
  </p:notesMasterIdLst>
  <p:sldIdLst>
    <p:sldId id="947" r:id="rId2"/>
    <p:sldId id="948" r:id="rId3"/>
    <p:sldId id="953" r:id="rId4"/>
    <p:sldId id="977" r:id="rId5"/>
    <p:sldId id="974" r:id="rId6"/>
    <p:sldId id="976" r:id="rId7"/>
    <p:sldId id="975" r:id="rId8"/>
    <p:sldId id="979" r:id="rId9"/>
    <p:sldId id="970" r:id="rId10"/>
    <p:sldId id="978" r:id="rId11"/>
    <p:sldId id="969" r:id="rId12"/>
    <p:sldId id="897" r:id="rId13"/>
    <p:sldId id="8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4"/>
    <a:srgbClr val="715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3229F-290C-4F18-9BC2-F59739490F7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4417D-1188-4C37-8002-C7B0954B3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8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70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70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FD0F-91F3-8E56-27CA-4C6E1742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F0778-87CC-62E3-1557-BEED220CE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452F1-B850-C596-431B-7216F840A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26CE3-326B-3DF7-355E-9D4A17E48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59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76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038B-5084-1583-EA1D-44E2262B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95E41-7AFA-9F85-C65B-60A953B5D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EFEF3-9A2C-9151-3374-E066479D4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40B23-08B1-9FAA-8286-EF6FE364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92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96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7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16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86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5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19110"/>
            <a:ext cx="7871689" cy="68743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67" b="0">
                <a:solidFill>
                  <a:schemeClr val="tx2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1978961"/>
            <a:ext cx="7871689" cy="16099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6133"/>
              </a:lnSpc>
              <a:spcBef>
                <a:spcPts val="0"/>
              </a:spcBef>
              <a:defRPr sz="4400" b="0" cap="all" spc="-40" baseline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551875"/>
            <a:ext cx="12192000" cy="306125"/>
            <a:chOff x="0" y="4913906"/>
            <a:chExt cx="9144000" cy="229594"/>
          </a:xfrm>
        </p:grpSpPr>
        <p:pic>
          <p:nvPicPr>
            <p:cNvPr id="19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Freeform 8"/>
          <p:cNvSpPr>
            <a:spLocks/>
          </p:cNvSpPr>
          <p:nvPr userDrawn="1"/>
        </p:nvSpPr>
        <p:spPr bwMode="auto">
          <a:xfrm>
            <a:off x="0" y="3620243"/>
            <a:ext cx="6501384" cy="169333"/>
          </a:xfrm>
          <a:custGeom>
            <a:avLst/>
            <a:gdLst/>
            <a:ahLst/>
            <a:cxnLst/>
            <a:rect l="l" t="t" r="r" b="b"/>
            <a:pathLst>
              <a:path w="4876038" h="127000">
                <a:moveTo>
                  <a:pt x="0" y="0"/>
                </a:moveTo>
                <a:lnTo>
                  <a:pt x="1651376" y="0"/>
                </a:lnTo>
                <a:lnTo>
                  <a:pt x="3224662" y="0"/>
                </a:lnTo>
                <a:lnTo>
                  <a:pt x="4876038" y="0"/>
                </a:lnTo>
                <a:lnTo>
                  <a:pt x="4842701" y="127000"/>
                </a:lnTo>
                <a:lnTo>
                  <a:pt x="3191325" y="127000"/>
                </a:lnTo>
                <a:lnTo>
                  <a:pt x="1651376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5DB9B2FA-4418-4794-B0BC-0E6815046AA2}"/>
              </a:ext>
            </a:extLst>
          </p:cNvPr>
          <p:cNvSpPr>
            <a:spLocks/>
          </p:cNvSpPr>
          <p:nvPr userDrawn="1"/>
        </p:nvSpPr>
        <p:spPr bwMode="auto">
          <a:xfrm>
            <a:off x="1" y="381215"/>
            <a:ext cx="970889" cy="650631"/>
          </a:xfrm>
          <a:custGeom>
            <a:avLst/>
            <a:gdLst>
              <a:gd name="T0" fmla="*/ 88 w 3456"/>
              <a:gd name="T1" fmla="*/ 0 h 2317"/>
              <a:gd name="T2" fmla="*/ 462 w 3456"/>
              <a:gd name="T3" fmla="*/ 0 h 2317"/>
              <a:gd name="T4" fmla="*/ 1159 w 3456"/>
              <a:gd name="T5" fmla="*/ 0 h 2317"/>
              <a:gd name="T6" fmla="*/ 1231 w 3456"/>
              <a:gd name="T7" fmla="*/ 419 h 2317"/>
              <a:gd name="T8" fmla="*/ 953 w 3456"/>
              <a:gd name="T9" fmla="*/ 419 h 2317"/>
              <a:gd name="T10" fmla="*/ 1239 w 3456"/>
              <a:gd name="T11" fmla="*/ 1591 h 2317"/>
              <a:gd name="T12" fmla="*/ 1298 w 3456"/>
              <a:gd name="T13" fmla="*/ 1374 h 2317"/>
              <a:gd name="T14" fmla="*/ 1387 w 3456"/>
              <a:gd name="T15" fmla="*/ 1044 h 2317"/>
              <a:gd name="T16" fmla="*/ 1487 w 3456"/>
              <a:gd name="T17" fmla="*/ 673 h 2317"/>
              <a:gd name="T18" fmla="*/ 1580 w 3456"/>
              <a:gd name="T19" fmla="*/ 328 h 2317"/>
              <a:gd name="T20" fmla="*/ 1646 w 3456"/>
              <a:gd name="T21" fmla="*/ 81 h 2317"/>
              <a:gd name="T22" fmla="*/ 1763 w 3456"/>
              <a:gd name="T23" fmla="*/ 0 h 2317"/>
              <a:gd name="T24" fmla="*/ 2093 w 3456"/>
              <a:gd name="T25" fmla="*/ 0 h 2317"/>
              <a:gd name="T26" fmla="*/ 2122 w 3456"/>
              <a:gd name="T27" fmla="*/ 113 h 2317"/>
              <a:gd name="T28" fmla="*/ 2189 w 3456"/>
              <a:gd name="T29" fmla="*/ 380 h 2317"/>
              <a:gd name="T30" fmla="*/ 2277 w 3456"/>
              <a:gd name="T31" fmla="*/ 734 h 2317"/>
              <a:gd name="T32" fmla="*/ 2369 w 3456"/>
              <a:gd name="T33" fmla="*/ 1105 h 2317"/>
              <a:gd name="T34" fmla="*/ 2447 w 3456"/>
              <a:gd name="T35" fmla="*/ 1420 h 2317"/>
              <a:gd name="T36" fmla="*/ 2496 w 3456"/>
              <a:gd name="T37" fmla="*/ 1611 h 2317"/>
              <a:gd name="T38" fmla="*/ 2634 w 3456"/>
              <a:gd name="T39" fmla="*/ 419 h 2317"/>
              <a:gd name="T40" fmla="*/ 2536 w 3456"/>
              <a:gd name="T41" fmla="*/ 281 h 2317"/>
              <a:gd name="T42" fmla="*/ 2536 w 3456"/>
              <a:gd name="T43" fmla="*/ 0 h 2317"/>
              <a:gd name="T44" fmla="*/ 3215 w 3456"/>
              <a:gd name="T45" fmla="*/ 419 h 2317"/>
              <a:gd name="T46" fmla="*/ 3178 w 3456"/>
              <a:gd name="T47" fmla="*/ 446 h 2317"/>
              <a:gd name="T48" fmla="*/ 3127 w 3456"/>
              <a:gd name="T49" fmla="*/ 640 h 2317"/>
              <a:gd name="T50" fmla="*/ 3041 w 3456"/>
              <a:gd name="T51" fmla="*/ 967 h 2317"/>
              <a:gd name="T52" fmla="*/ 2938 w 3456"/>
              <a:gd name="T53" fmla="*/ 1360 h 2317"/>
              <a:gd name="T54" fmla="*/ 2833 w 3456"/>
              <a:gd name="T55" fmla="*/ 1754 h 2317"/>
              <a:gd name="T56" fmla="*/ 2746 w 3456"/>
              <a:gd name="T57" fmla="*/ 2084 h 2317"/>
              <a:gd name="T58" fmla="*/ 2693 w 3456"/>
              <a:gd name="T59" fmla="*/ 2286 h 2317"/>
              <a:gd name="T60" fmla="*/ 2525 w 3456"/>
              <a:gd name="T61" fmla="*/ 2317 h 2317"/>
              <a:gd name="T62" fmla="*/ 2242 w 3456"/>
              <a:gd name="T63" fmla="*/ 2317 h 2317"/>
              <a:gd name="T64" fmla="*/ 2020 w 3456"/>
              <a:gd name="T65" fmla="*/ 2301 h 2317"/>
              <a:gd name="T66" fmla="*/ 1977 w 3456"/>
              <a:gd name="T67" fmla="*/ 2131 h 2317"/>
              <a:gd name="T68" fmla="*/ 1906 w 3456"/>
              <a:gd name="T69" fmla="*/ 1845 h 2317"/>
              <a:gd name="T70" fmla="*/ 1825 w 3456"/>
              <a:gd name="T71" fmla="*/ 1527 h 2317"/>
              <a:gd name="T72" fmla="*/ 1758 w 3456"/>
              <a:gd name="T73" fmla="*/ 1258 h 2317"/>
              <a:gd name="T74" fmla="*/ 1725 w 3456"/>
              <a:gd name="T75" fmla="*/ 1126 h 2317"/>
              <a:gd name="T76" fmla="*/ 1705 w 3456"/>
              <a:gd name="T77" fmla="*/ 1195 h 2317"/>
              <a:gd name="T78" fmla="*/ 1644 w 3456"/>
              <a:gd name="T79" fmla="*/ 1428 h 2317"/>
              <a:gd name="T80" fmla="*/ 1561 w 3456"/>
              <a:gd name="T81" fmla="*/ 1739 h 2317"/>
              <a:gd name="T82" fmla="*/ 1481 w 3456"/>
              <a:gd name="T83" fmla="*/ 2045 h 2317"/>
              <a:gd name="T84" fmla="*/ 1423 w 3456"/>
              <a:gd name="T85" fmla="*/ 2263 h 2317"/>
              <a:gd name="T86" fmla="*/ 1272 w 3456"/>
              <a:gd name="T87" fmla="*/ 2317 h 2317"/>
              <a:gd name="T88" fmla="*/ 1012 w 3456"/>
              <a:gd name="T89" fmla="*/ 2317 h 2317"/>
              <a:gd name="T90" fmla="*/ 748 w 3456"/>
              <a:gd name="T91" fmla="*/ 2313 h 2317"/>
              <a:gd name="T92" fmla="*/ 711 w 3456"/>
              <a:gd name="T93" fmla="*/ 2169 h 2317"/>
              <a:gd name="T94" fmla="*/ 638 w 3456"/>
              <a:gd name="T95" fmla="*/ 1874 h 2317"/>
              <a:gd name="T96" fmla="*/ 542 w 3456"/>
              <a:gd name="T97" fmla="*/ 1494 h 2317"/>
              <a:gd name="T98" fmla="*/ 442 w 3456"/>
              <a:gd name="T99" fmla="*/ 1093 h 2317"/>
              <a:gd name="T100" fmla="*/ 353 w 3456"/>
              <a:gd name="T101" fmla="*/ 738 h 2317"/>
              <a:gd name="T102" fmla="*/ 291 w 3456"/>
              <a:gd name="T103" fmla="*/ 492 h 2317"/>
              <a:gd name="T104" fmla="*/ 118 w 3456"/>
              <a:gd name="T105" fmla="*/ 419 h 2317"/>
              <a:gd name="T106" fmla="*/ 0 w 3456"/>
              <a:gd name="T107" fmla="*/ 419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56" h="2317">
                <a:moveTo>
                  <a:pt x="0" y="0"/>
                </a:moveTo>
                <a:lnTo>
                  <a:pt x="15" y="0"/>
                </a:lnTo>
                <a:lnTo>
                  <a:pt x="22" y="0"/>
                </a:lnTo>
                <a:lnTo>
                  <a:pt x="43" y="0"/>
                </a:lnTo>
                <a:lnTo>
                  <a:pt x="71" y="0"/>
                </a:lnTo>
                <a:lnTo>
                  <a:pt x="88" y="0"/>
                </a:lnTo>
                <a:lnTo>
                  <a:pt x="189" y="0"/>
                </a:lnTo>
                <a:lnTo>
                  <a:pt x="237" y="0"/>
                </a:lnTo>
                <a:lnTo>
                  <a:pt x="289" y="0"/>
                </a:lnTo>
                <a:lnTo>
                  <a:pt x="345" y="0"/>
                </a:lnTo>
                <a:lnTo>
                  <a:pt x="402" y="0"/>
                </a:lnTo>
                <a:lnTo>
                  <a:pt x="462" y="0"/>
                </a:lnTo>
                <a:lnTo>
                  <a:pt x="941" y="0"/>
                </a:lnTo>
                <a:lnTo>
                  <a:pt x="993" y="0"/>
                </a:lnTo>
                <a:lnTo>
                  <a:pt x="1042" y="0"/>
                </a:lnTo>
                <a:lnTo>
                  <a:pt x="1106" y="0"/>
                </a:lnTo>
                <a:lnTo>
                  <a:pt x="1125" y="0"/>
                </a:lnTo>
                <a:lnTo>
                  <a:pt x="1159" y="0"/>
                </a:lnTo>
                <a:lnTo>
                  <a:pt x="1188" y="0"/>
                </a:lnTo>
                <a:lnTo>
                  <a:pt x="1231" y="0"/>
                </a:lnTo>
                <a:lnTo>
                  <a:pt x="1231" y="372"/>
                </a:lnTo>
                <a:lnTo>
                  <a:pt x="1231" y="394"/>
                </a:lnTo>
                <a:lnTo>
                  <a:pt x="1231" y="410"/>
                </a:lnTo>
                <a:lnTo>
                  <a:pt x="1231" y="419"/>
                </a:lnTo>
                <a:lnTo>
                  <a:pt x="1082" y="419"/>
                </a:lnTo>
                <a:lnTo>
                  <a:pt x="1053" y="419"/>
                </a:lnTo>
                <a:lnTo>
                  <a:pt x="1024" y="419"/>
                </a:lnTo>
                <a:lnTo>
                  <a:pt x="997" y="419"/>
                </a:lnTo>
                <a:lnTo>
                  <a:pt x="973" y="419"/>
                </a:lnTo>
                <a:lnTo>
                  <a:pt x="953" y="419"/>
                </a:lnTo>
                <a:lnTo>
                  <a:pt x="924" y="419"/>
                </a:lnTo>
                <a:lnTo>
                  <a:pt x="1226" y="1638"/>
                </a:lnTo>
                <a:lnTo>
                  <a:pt x="1227" y="1635"/>
                </a:lnTo>
                <a:lnTo>
                  <a:pt x="1229" y="1627"/>
                </a:lnTo>
                <a:lnTo>
                  <a:pt x="1234" y="1611"/>
                </a:lnTo>
                <a:lnTo>
                  <a:pt x="1239" y="1591"/>
                </a:lnTo>
                <a:lnTo>
                  <a:pt x="1246" y="1566"/>
                </a:lnTo>
                <a:lnTo>
                  <a:pt x="1255" y="1536"/>
                </a:lnTo>
                <a:lnTo>
                  <a:pt x="1264" y="1502"/>
                </a:lnTo>
                <a:lnTo>
                  <a:pt x="1275" y="1463"/>
                </a:lnTo>
                <a:lnTo>
                  <a:pt x="1286" y="1420"/>
                </a:lnTo>
                <a:lnTo>
                  <a:pt x="1298" y="1374"/>
                </a:lnTo>
                <a:lnTo>
                  <a:pt x="1311" y="1325"/>
                </a:lnTo>
                <a:lnTo>
                  <a:pt x="1325" y="1273"/>
                </a:lnTo>
                <a:lnTo>
                  <a:pt x="1339" y="1219"/>
                </a:lnTo>
                <a:lnTo>
                  <a:pt x="1355" y="1162"/>
                </a:lnTo>
                <a:lnTo>
                  <a:pt x="1371" y="1104"/>
                </a:lnTo>
                <a:lnTo>
                  <a:pt x="1387" y="1044"/>
                </a:lnTo>
                <a:lnTo>
                  <a:pt x="1403" y="984"/>
                </a:lnTo>
                <a:lnTo>
                  <a:pt x="1420" y="922"/>
                </a:lnTo>
                <a:lnTo>
                  <a:pt x="1437" y="860"/>
                </a:lnTo>
                <a:lnTo>
                  <a:pt x="1454" y="797"/>
                </a:lnTo>
                <a:lnTo>
                  <a:pt x="1470" y="734"/>
                </a:lnTo>
                <a:lnTo>
                  <a:pt x="1487" y="673"/>
                </a:lnTo>
                <a:lnTo>
                  <a:pt x="1504" y="611"/>
                </a:lnTo>
                <a:lnTo>
                  <a:pt x="1520" y="551"/>
                </a:lnTo>
                <a:lnTo>
                  <a:pt x="1535" y="492"/>
                </a:lnTo>
                <a:lnTo>
                  <a:pt x="1551" y="436"/>
                </a:lnTo>
                <a:lnTo>
                  <a:pt x="1566" y="380"/>
                </a:lnTo>
                <a:lnTo>
                  <a:pt x="1580" y="328"/>
                </a:lnTo>
                <a:lnTo>
                  <a:pt x="1593" y="278"/>
                </a:lnTo>
                <a:lnTo>
                  <a:pt x="1605" y="231"/>
                </a:lnTo>
                <a:lnTo>
                  <a:pt x="1618" y="188"/>
                </a:lnTo>
                <a:lnTo>
                  <a:pt x="1629" y="149"/>
                </a:lnTo>
                <a:lnTo>
                  <a:pt x="1638" y="112"/>
                </a:lnTo>
                <a:lnTo>
                  <a:pt x="1646" y="81"/>
                </a:lnTo>
                <a:lnTo>
                  <a:pt x="1654" y="55"/>
                </a:lnTo>
                <a:lnTo>
                  <a:pt x="1660" y="33"/>
                </a:lnTo>
                <a:lnTo>
                  <a:pt x="1664" y="16"/>
                </a:lnTo>
                <a:lnTo>
                  <a:pt x="1667" y="6"/>
                </a:lnTo>
                <a:lnTo>
                  <a:pt x="1668" y="0"/>
                </a:lnTo>
                <a:lnTo>
                  <a:pt x="1763" y="0"/>
                </a:lnTo>
                <a:lnTo>
                  <a:pt x="1794" y="0"/>
                </a:lnTo>
                <a:lnTo>
                  <a:pt x="1811" y="0"/>
                </a:lnTo>
                <a:lnTo>
                  <a:pt x="1968" y="0"/>
                </a:lnTo>
                <a:lnTo>
                  <a:pt x="1999" y="0"/>
                </a:lnTo>
                <a:lnTo>
                  <a:pt x="2028" y="0"/>
                </a:lnTo>
                <a:lnTo>
                  <a:pt x="2093" y="0"/>
                </a:lnTo>
                <a:lnTo>
                  <a:pt x="2095" y="6"/>
                </a:lnTo>
                <a:lnTo>
                  <a:pt x="2098" y="16"/>
                </a:lnTo>
                <a:lnTo>
                  <a:pt x="2102" y="33"/>
                </a:lnTo>
                <a:lnTo>
                  <a:pt x="2107" y="55"/>
                </a:lnTo>
                <a:lnTo>
                  <a:pt x="2113" y="81"/>
                </a:lnTo>
                <a:lnTo>
                  <a:pt x="2122" y="113"/>
                </a:lnTo>
                <a:lnTo>
                  <a:pt x="2130" y="149"/>
                </a:lnTo>
                <a:lnTo>
                  <a:pt x="2141" y="188"/>
                </a:lnTo>
                <a:lnTo>
                  <a:pt x="2151" y="231"/>
                </a:lnTo>
                <a:lnTo>
                  <a:pt x="2163" y="278"/>
                </a:lnTo>
                <a:lnTo>
                  <a:pt x="2175" y="328"/>
                </a:lnTo>
                <a:lnTo>
                  <a:pt x="2189" y="380"/>
                </a:lnTo>
                <a:lnTo>
                  <a:pt x="2202" y="436"/>
                </a:lnTo>
                <a:lnTo>
                  <a:pt x="2216" y="492"/>
                </a:lnTo>
                <a:lnTo>
                  <a:pt x="2231" y="552"/>
                </a:lnTo>
                <a:lnTo>
                  <a:pt x="2246" y="611"/>
                </a:lnTo>
                <a:lnTo>
                  <a:pt x="2261" y="673"/>
                </a:lnTo>
                <a:lnTo>
                  <a:pt x="2277" y="734"/>
                </a:lnTo>
                <a:lnTo>
                  <a:pt x="2292" y="797"/>
                </a:lnTo>
                <a:lnTo>
                  <a:pt x="2308" y="860"/>
                </a:lnTo>
                <a:lnTo>
                  <a:pt x="2323" y="922"/>
                </a:lnTo>
                <a:lnTo>
                  <a:pt x="2339" y="984"/>
                </a:lnTo>
                <a:lnTo>
                  <a:pt x="2354" y="1044"/>
                </a:lnTo>
                <a:lnTo>
                  <a:pt x="2369" y="1105"/>
                </a:lnTo>
                <a:lnTo>
                  <a:pt x="2384" y="1162"/>
                </a:lnTo>
                <a:lnTo>
                  <a:pt x="2397" y="1219"/>
                </a:lnTo>
                <a:lnTo>
                  <a:pt x="2411" y="1273"/>
                </a:lnTo>
                <a:lnTo>
                  <a:pt x="2423" y="1325"/>
                </a:lnTo>
                <a:lnTo>
                  <a:pt x="2436" y="1374"/>
                </a:lnTo>
                <a:lnTo>
                  <a:pt x="2447" y="1420"/>
                </a:lnTo>
                <a:lnTo>
                  <a:pt x="2458" y="1463"/>
                </a:lnTo>
                <a:lnTo>
                  <a:pt x="2467" y="1502"/>
                </a:lnTo>
                <a:lnTo>
                  <a:pt x="2477" y="1536"/>
                </a:lnTo>
                <a:lnTo>
                  <a:pt x="2484" y="1565"/>
                </a:lnTo>
                <a:lnTo>
                  <a:pt x="2490" y="1591"/>
                </a:lnTo>
                <a:lnTo>
                  <a:pt x="2496" y="1611"/>
                </a:lnTo>
                <a:lnTo>
                  <a:pt x="2499" y="1627"/>
                </a:lnTo>
                <a:lnTo>
                  <a:pt x="2501" y="1635"/>
                </a:lnTo>
                <a:lnTo>
                  <a:pt x="2502" y="1638"/>
                </a:lnTo>
                <a:lnTo>
                  <a:pt x="2831" y="419"/>
                </a:lnTo>
                <a:lnTo>
                  <a:pt x="2663" y="419"/>
                </a:lnTo>
                <a:lnTo>
                  <a:pt x="2634" y="419"/>
                </a:lnTo>
                <a:lnTo>
                  <a:pt x="2607" y="419"/>
                </a:lnTo>
                <a:lnTo>
                  <a:pt x="2582" y="419"/>
                </a:lnTo>
                <a:lnTo>
                  <a:pt x="2562" y="419"/>
                </a:lnTo>
                <a:lnTo>
                  <a:pt x="2546" y="419"/>
                </a:lnTo>
                <a:lnTo>
                  <a:pt x="2536" y="419"/>
                </a:lnTo>
                <a:lnTo>
                  <a:pt x="2536" y="281"/>
                </a:lnTo>
                <a:lnTo>
                  <a:pt x="2536" y="246"/>
                </a:lnTo>
                <a:lnTo>
                  <a:pt x="2536" y="209"/>
                </a:lnTo>
                <a:lnTo>
                  <a:pt x="2536" y="47"/>
                </a:lnTo>
                <a:lnTo>
                  <a:pt x="2536" y="26"/>
                </a:lnTo>
                <a:lnTo>
                  <a:pt x="2536" y="10"/>
                </a:lnTo>
                <a:lnTo>
                  <a:pt x="2536" y="0"/>
                </a:lnTo>
                <a:lnTo>
                  <a:pt x="3456" y="0"/>
                </a:lnTo>
                <a:lnTo>
                  <a:pt x="3456" y="419"/>
                </a:lnTo>
                <a:lnTo>
                  <a:pt x="3283" y="419"/>
                </a:lnTo>
                <a:lnTo>
                  <a:pt x="3258" y="419"/>
                </a:lnTo>
                <a:lnTo>
                  <a:pt x="3234" y="419"/>
                </a:lnTo>
                <a:lnTo>
                  <a:pt x="3215" y="419"/>
                </a:lnTo>
                <a:lnTo>
                  <a:pt x="3199" y="419"/>
                </a:lnTo>
                <a:lnTo>
                  <a:pt x="3189" y="419"/>
                </a:lnTo>
                <a:lnTo>
                  <a:pt x="3186" y="419"/>
                </a:lnTo>
                <a:lnTo>
                  <a:pt x="3185" y="422"/>
                </a:lnTo>
                <a:lnTo>
                  <a:pt x="3183" y="431"/>
                </a:lnTo>
                <a:lnTo>
                  <a:pt x="3178" y="446"/>
                </a:lnTo>
                <a:lnTo>
                  <a:pt x="3173" y="466"/>
                </a:lnTo>
                <a:lnTo>
                  <a:pt x="3166" y="492"/>
                </a:lnTo>
                <a:lnTo>
                  <a:pt x="3159" y="522"/>
                </a:lnTo>
                <a:lnTo>
                  <a:pt x="3149" y="558"/>
                </a:lnTo>
                <a:lnTo>
                  <a:pt x="3139" y="597"/>
                </a:lnTo>
                <a:lnTo>
                  <a:pt x="3127" y="640"/>
                </a:lnTo>
                <a:lnTo>
                  <a:pt x="3115" y="687"/>
                </a:lnTo>
                <a:lnTo>
                  <a:pt x="3101" y="738"/>
                </a:lnTo>
                <a:lnTo>
                  <a:pt x="3087" y="791"/>
                </a:lnTo>
                <a:lnTo>
                  <a:pt x="3073" y="847"/>
                </a:lnTo>
                <a:lnTo>
                  <a:pt x="3057" y="906"/>
                </a:lnTo>
                <a:lnTo>
                  <a:pt x="3041" y="967"/>
                </a:lnTo>
                <a:lnTo>
                  <a:pt x="3025" y="1029"/>
                </a:lnTo>
                <a:lnTo>
                  <a:pt x="3008" y="1093"/>
                </a:lnTo>
                <a:lnTo>
                  <a:pt x="2990" y="1159"/>
                </a:lnTo>
                <a:lnTo>
                  <a:pt x="2973" y="1225"/>
                </a:lnTo>
                <a:lnTo>
                  <a:pt x="2955" y="1292"/>
                </a:lnTo>
                <a:lnTo>
                  <a:pt x="2938" y="1360"/>
                </a:lnTo>
                <a:lnTo>
                  <a:pt x="2920" y="1427"/>
                </a:lnTo>
                <a:lnTo>
                  <a:pt x="2902" y="1494"/>
                </a:lnTo>
                <a:lnTo>
                  <a:pt x="2884" y="1560"/>
                </a:lnTo>
                <a:lnTo>
                  <a:pt x="2867" y="1626"/>
                </a:lnTo>
                <a:lnTo>
                  <a:pt x="2850" y="1691"/>
                </a:lnTo>
                <a:lnTo>
                  <a:pt x="2833" y="1754"/>
                </a:lnTo>
                <a:lnTo>
                  <a:pt x="2817" y="1815"/>
                </a:lnTo>
                <a:lnTo>
                  <a:pt x="2801" y="1874"/>
                </a:lnTo>
                <a:lnTo>
                  <a:pt x="2787" y="1931"/>
                </a:lnTo>
                <a:lnTo>
                  <a:pt x="2772" y="1985"/>
                </a:lnTo>
                <a:lnTo>
                  <a:pt x="2759" y="2036"/>
                </a:lnTo>
                <a:lnTo>
                  <a:pt x="2746" y="2084"/>
                </a:lnTo>
                <a:lnTo>
                  <a:pt x="2734" y="2128"/>
                </a:lnTo>
                <a:lnTo>
                  <a:pt x="2724" y="2169"/>
                </a:lnTo>
                <a:lnTo>
                  <a:pt x="2715" y="2205"/>
                </a:lnTo>
                <a:lnTo>
                  <a:pt x="2706" y="2237"/>
                </a:lnTo>
                <a:lnTo>
                  <a:pt x="2699" y="2264"/>
                </a:lnTo>
                <a:lnTo>
                  <a:pt x="2693" y="2286"/>
                </a:lnTo>
                <a:lnTo>
                  <a:pt x="2688" y="2302"/>
                </a:lnTo>
                <a:lnTo>
                  <a:pt x="2686" y="2313"/>
                </a:lnTo>
                <a:lnTo>
                  <a:pt x="2684" y="2317"/>
                </a:lnTo>
                <a:lnTo>
                  <a:pt x="2584" y="2317"/>
                </a:lnTo>
                <a:lnTo>
                  <a:pt x="2548" y="2317"/>
                </a:lnTo>
                <a:lnTo>
                  <a:pt x="2525" y="2317"/>
                </a:lnTo>
                <a:lnTo>
                  <a:pt x="2490" y="2317"/>
                </a:lnTo>
                <a:lnTo>
                  <a:pt x="2466" y="2317"/>
                </a:lnTo>
                <a:lnTo>
                  <a:pt x="2422" y="2317"/>
                </a:lnTo>
                <a:lnTo>
                  <a:pt x="2312" y="2317"/>
                </a:lnTo>
                <a:lnTo>
                  <a:pt x="2286" y="2317"/>
                </a:lnTo>
                <a:lnTo>
                  <a:pt x="2242" y="2317"/>
                </a:lnTo>
                <a:lnTo>
                  <a:pt x="2058" y="2317"/>
                </a:lnTo>
                <a:lnTo>
                  <a:pt x="2045" y="2317"/>
                </a:lnTo>
                <a:lnTo>
                  <a:pt x="2032" y="2317"/>
                </a:lnTo>
                <a:lnTo>
                  <a:pt x="2024" y="2317"/>
                </a:lnTo>
                <a:lnTo>
                  <a:pt x="2023" y="2312"/>
                </a:lnTo>
                <a:lnTo>
                  <a:pt x="2020" y="2301"/>
                </a:lnTo>
                <a:lnTo>
                  <a:pt x="2016" y="2285"/>
                </a:lnTo>
                <a:lnTo>
                  <a:pt x="2011" y="2263"/>
                </a:lnTo>
                <a:lnTo>
                  <a:pt x="2003" y="2236"/>
                </a:lnTo>
                <a:lnTo>
                  <a:pt x="1996" y="2205"/>
                </a:lnTo>
                <a:lnTo>
                  <a:pt x="1988" y="2170"/>
                </a:lnTo>
                <a:lnTo>
                  <a:pt x="1977" y="2131"/>
                </a:lnTo>
                <a:lnTo>
                  <a:pt x="1967" y="2089"/>
                </a:lnTo>
                <a:lnTo>
                  <a:pt x="1956" y="2045"/>
                </a:lnTo>
                <a:lnTo>
                  <a:pt x="1944" y="1998"/>
                </a:lnTo>
                <a:lnTo>
                  <a:pt x="1931" y="1948"/>
                </a:lnTo>
                <a:lnTo>
                  <a:pt x="1919" y="1897"/>
                </a:lnTo>
                <a:lnTo>
                  <a:pt x="1906" y="1845"/>
                </a:lnTo>
                <a:lnTo>
                  <a:pt x="1892" y="1792"/>
                </a:lnTo>
                <a:lnTo>
                  <a:pt x="1879" y="1739"/>
                </a:lnTo>
                <a:lnTo>
                  <a:pt x="1865" y="1684"/>
                </a:lnTo>
                <a:lnTo>
                  <a:pt x="1852" y="1631"/>
                </a:lnTo>
                <a:lnTo>
                  <a:pt x="1839" y="1578"/>
                </a:lnTo>
                <a:lnTo>
                  <a:pt x="1825" y="1527"/>
                </a:lnTo>
                <a:lnTo>
                  <a:pt x="1813" y="1476"/>
                </a:lnTo>
                <a:lnTo>
                  <a:pt x="1801" y="1428"/>
                </a:lnTo>
                <a:lnTo>
                  <a:pt x="1790" y="1381"/>
                </a:lnTo>
                <a:lnTo>
                  <a:pt x="1778" y="1337"/>
                </a:lnTo>
                <a:lnTo>
                  <a:pt x="1768" y="1296"/>
                </a:lnTo>
                <a:lnTo>
                  <a:pt x="1758" y="1258"/>
                </a:lnTo>
                <a:lnTo>
                  <a:pt x="1750" y="1225"/>
                </a:lnTo>
                <a:lnTo>
                  <a:pt x="1743" y="1195"/>
                </a:lnTo>
                <a:lnTo>
                  <a:pt x="1736" y="1170"/>
                </a:lnTo>
                <a:lnTo>
                  <a:pt x="1731" y="1150"/>
                </a:lnTo>
                <a:lnTo>
                  <a:pt x="1727" y="1135"/>
                </a:lnTo>
                <a:lnTo>
                  <a:pt x="1725" y="1126"/>
                </a:lnTo>
                <a:lnTo>
                  <a:pt x="1725" y="1123"/>
                </a:lnTo>
                <a:lnTo>
                  <a:pt x="1724" y="1126"/>
                </a:lnTo>
                <a:lnTo>
                  <a:pt x="1722" y="1135"/>
                </a:lnTo>
                <a:lnTo>
                  <a:pt x="1718" y="1150"/>
                </a:lnTo>
                <a:lnTo>
                  <a:pt x="1712" y="1170"/>
                </a:lnTo>
                <a:lnTo>
                  <a:pt x="1705" y="1195"/>
                </a:lnTo>
                <a:lnTo>
                  <a:pt x="1698" y="1225"/>
                </a:lnTo>
                <a:lnTo>
                  <a:pt x="1688" y="1258"/>
                </a:lnTo>
                <a:lnTo>
                  <a:pt x="1679" y="1296"/>
                </a:lnTo>
                <a:lnTo>
                  <a:pt x="1668" y="1337"/>
                </a:lnTo>
                <a:lnTo>
                  <a:pt x="1657" y="1381"/>
                </a:lnTo>
                <a:lnTo>
                  <a:pt x="1644" y="1428"/>
                </a:lnTo>
                <a:lnTo>
                  <a:pt x="1632" y="1476"/>
                </a:lnTo>
                <a:lnTo>
                  <a:pt x="1618" y="1527"/>
                </a:lnTo>
                <a:lnTo>
                  <a:pt x="1604" y="1578"/>
                </a:lnTo>
                <a:lnTo>
                  <a:pt x="1591" y="1631"/>
                </a:lnTo>
                <a:lnTo>
                  <a:pt x="1576" y="1684"/>
                </a:lnTo>
                <a:lnTo>
                  <a:pt x="1561" y="1739"/>
                </a:lnTo>
                <a:lnTo>
                  <a:pt x="1548" y="1792"/>
                </a:lnTo>
                <a:lnTo>
                  <a:pt x="1534" y="1845"/>
                </a:lnTo>
                <a:lnTo>
                  <a:pt x="1520" y="1897"/>
                </a:lnTo>
                <a:lnTo>
                  <a:pt x="1507" y="1948"/>
                </a:lnTo>
                <a:lnTo>
                  <a:pt x="1493" y="1998"/>
                </a:lnTo>
                <a:lnTo>
                  <a:pt x="1481" y="2045"/>
                </a:lnTo>
                <a:lnTo>
                  <a:pt x="1469" y="2089"/>
                </a:lnTo>
                <a:lnTo>
                  <a:pt x="1458" y="2131"/>
                </a:lnTo>
                <a:lnTo>
                  <a:pt x="1448" y="2170"/>
                </a:lnTo>
                <a:lnTo>
                  <a:pt x="1439" y="2205"/>
                </a:lnTo>
                <a:lnTo>
                  <a:pt x="1431" y="2236"/>
                </a:lnTo>
                <a:lnTo>
                  <a:pt x="1423" y="2263"/>
                </a:lnTo>
                <a:lnTo>
                  <a:pt x="1418" y="2285"/>
                </a:lnTo>
                <a:lnTo>
                  <a:pt x="1414" y="2301"/>
                </a:lnTo>
                <a:lnTo>
                  <a:pt x="1411" y="2312"/>
                </a:lnTo>
                <a:lnTo>
                  <a:pt x="1410" y="2317"/>
                </a:lnTo>
                <a:lnTo>
                  <a:pt x="1308" y="2317"/>
                </a:lnTo>
                <a:lnTo>
                  <a:pt x="1272" y="2317"/>
                </a:lnTo>
                <a:lnTo>
                  <a:pt x="1250" y="2317"/>
                </a:lnTo>
                <a:lnTo>
                  <a:pt x="1215" y="2317"/>
                </a:lnTo>
                <a:lnTo>
                  <a:pt x="1191" y="2317"/>
                </a:lnTo>
                <a:lnTo>
                  <a:pt x="1147" y="2317"/>
                </a:lnTo>
                <a:lnTo>
                  <a:pt x="1037" y="2317"/>
                </a:lnTo>
                <a:lnTo>
                  <a:pt x="1012" y="2317"/>
                </a:lnTo>
                <a:lnTo>
                  <a:pt x="968" y="2317"/>
                </a:lnTo>
                <a:lnTo>
                  <a:pt x="782" y="2317"/>
                </a:lnTo>
                <a:lnTo>
                  <a:pt x="771" y="2317"/>
                </a:lnTo>
                <a:lnTo>
                  <a:pt x="756" y="2317"/>
                </a:lnTo>
                <a:lnTo>
                  <a:pt x="749" y="2317"/>
                </a:lnTo>
                <a:lnTo>
                  <a:pt x="748" y="2313"/>
                </a:lnTo>
                <a:lnTo>
                  <a:pt x="745" y="2301"/>
                </a:lnTo>
                <a:lnTo>
                  <a:pt x="740" y="2286"/>
                </a:lnTo>
                <a:lnTo>
                  <a:pt x="735" y="2264"/>
                </a:lnTo>
                <a:lnTo>
                  <a:pt x="729" y="2237"/>
                </a:lnTo>
                <a:lnTo>
                  <a:pt x="721" y="2205"/>
                </a:lnTo>
                <a:lnTo>
                  <a:pt x="711" y="2169"/>
                </a:lnTo>
                <a:lnTo>
                  <a:pt x="702" y="2128"/>
                </a:lnTo>
                <a:lnTo>
                  <a:pt x="690" y="2084"/>
                </a:lnTo>
                <a:lnTo>
                  <a:pt x="679" y="2036"/>
                </a:lnTo>
                <a:lnTo>
                  <a:pt x="665" y="1985"/>
                </a:lnTo>
                <a:lnTo>
                  <a:pt x="651" y="1931"/>
                </a:lnTo>
                <a:lnTo>
                  <a:pt x="638" y="1874"/>
                </a:lnTo>
                <a:lnTo>
                  <a:pt x="623" y="1815"/>
                </a:lnTo>
                <a:lnTo>
                  <a:pt x="607" y="1753"/>
                </a:lnTo>
                <a:lnTo>
                  <a:pt x="592" y="1691"/>
                </a:lnTo>
                <a:lnTo>
                  <a:pt x="576" y="1626"/>
                </a:lnTo>
                <a:lnTo>
                  <a:pt x="559" y="1560"/>
                </a:lnTo>
                <a:lnTo>
                  <a:pt x="542" y="1494"/>
                </a:lnTo>
                <a:lnTo>
                  <a:pt x="526" y="1427"/>
                </a:lnTo>
                <a:lnTo>
                  <a:pt x="509" y="1360"/>
                </a:lnTo>
                <a:lnTo>
                  <a:pt x="492" y="1292"/>
                </a:lnTo>
                <a:lnTo>
                  <a:pt x="474" y="1225"/>
                </a:lnTo>
                <a:lnTo>
                  <a:pt x="459" y="1159"/>
                </a:lnTo>
                <a:lnTo>
                  <a:pt x="442" y="1093"/>
                </a:lnTo>
                <a:lnTo>
                  <a:pt x="426" y="1029"/>
                </a:lnTo>
                <a:lnTo>
                  <a:pt x="411" y="966"/>
                </a:lnTo>
                <a:lnTo>
                  <a:pt x="395" y="906"/>
                </a:lnTo>
                <a:lnTo>
                  <a:pt x="380" y="847"/>
                </a:lnTo>
                <a:lnTo>
                  <a:pt x="367" y="791"/>
                </a:lnTo>
                <a:lnTo>
                  <a:pt x="353" y="738"/>
                </a:lnTo>
                <a:lnTo>
                  <a:pt x="340" y="687"/>
                </a:lnTo>
                <a:lnTo>
                  <a:pt x="328" y="640"/>
                </a:lnTo>
                <a:lnTo>
                  <a:pt x="317" y="597"/>
                </a:lnTo>
                <a:lnTo>
                  <a:pt x="308" y="558"/>
                </a:lnTo>
                <a:lnTo>
                  <a:pt x="298" y="522"/>
                </a:lnTo>
                <a:lnTo>
                  <a:pt x="291" y="492"/>
                </a:lnTo>
                <a:lnTo>
                  <a:pt x="285" y="466"/>
                </a:lnTo>
                <a:lnTo>
                  <a:pt x="280" y="446"/>
                </a:lnTo>
                <a:lnTo>
                  <a:pt x="275" y="431"/>
                </a:lnTo>
                <a:lnTo>
                  <a:pt x="273" y="422"/>
                </a:lnTo>
                <a:lnTo>
                  <a:pt x="272" y="419"/>
                </a:lnTo>
                <a:lnTo>
                  <a:pt x="118" y="419"/>
                </a:lnTo>
                <a:lnTo>
                  <a:pt x="91" y="419"/>
                </a:lnTo>
                <a:lnTo>
                  <a:pt x="66" y="419"/>
                </a:lnTo>
                <a:lnTo>
                  <a:pt x="43" y="419"/>
                </a:lnTo>
                <a:lnTo>
                  <a:pt x="24" y="419"/>
                </a:lnTo>
                <a:lnTo>
                  <a:pt x="9" y="419"/>
                </a:lnTo>
                <a:lnTo>
                  <a:pt x="0" y="419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C02FC-EED9-489D-B8A1-ECFBA2B3D86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48" y="321539"/>
            <a:ext cx="2084429" cy="79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1FDA-CCAE-4272-99EE-EE0E4A60B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59" b="8545"/>
          <a:stretch/>
        </p:blipFill>
        <p:spPr>
          <a:xfrm>
            <a:off x="8068147" y="0"/>
            <a:ext cx="4123852" cy="654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60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568">
          <p15:clr>
            <a:srgbClr val="FBAE40"/>
          </p15:clr>
        </p15:guide>
        <p15:guide id="3" pos="32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46918"/>
            <a:ext cx="10350500" cy="67710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00" b="0">
                <a:solidFill>
                  <a:schemeClr val="bg2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2091146"/>
            <a:ext cx="10325100" cy="1491007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5333"/>
              </a:lnSpc>
              <a:spcBef>
                <a:spcPts val="0"/>
              </a:spcBef>
              <a:defRPr sz="5067" b="0" cap="all" spc="-4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This Click to edit master title style</a:t>
            </a: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-3821" y="3620243"/>
            <a:ext cx="3413760" cy="169333"/>
          </a:xfrm>
          <a:custGeom>
            <a:avLst/>
            <a:gdLst/>
            <a:ahLst/>
            <a:cxnLst/>
            <a:rect l="l" t="t" r="r" b="b"/>
            <a:pathLst>
              <a:path w="3224662" h="127000">
                <a:moveTo>
                  <a:pt x="0" y="0"/>
                </a:moveTo>
                <a:lnTo>
                  <a:pt x="3224662" y="0"/>
                </a:lnTo>
                <a:lnTo>
                  <a:pt x="3191325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3006" y="5905649"/>
            <a:ext cx="256031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400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39726"/>
          </a:xfrm>
          <a:prstGeom prst="rect">
            <a:avLst/>
          </a:prstGeom>
          <a:solidFill>
            <a:srgbClr val="4B2E84">
              <a:alpha val="75000"/>
            </a:srgb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marL="45720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957011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360595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443794"/>
            <a:ext cx="11074400" cy="10259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5867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333501"/>
            <a:ext cx="10972800" cy="2103140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459306" indent="-459306">
              <a:buFont typeface="Arial" panose="020B0604020202020204" pitchFamily="34" charset="0"/>
              <a:buChar char="•"/>
              <a:defRPr lang="en-US" sz="4267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1363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253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68847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8" y="2695484"/>
            <a:ext cx="10894141" cy="1928733"/>
          </a:xfrm>
        </p:spPr>
        <p:txBody>
          <a:bodyPr/>
          <a:lstStyle>
            <a:lvl1pPr algn="ctr">
              <a:defRPr sz="5867" b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3966" y="5966609"/>
            <a:ext cx="256031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04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82600" y="449891"/>
            <a:ext cx="10894141" cy="74898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82600" y="1337859"/>
            <a:ext cx="10894141" cy="2325423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70863" y="6133789"/>
            <a:ext cx="1920239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6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>
    <p:fade/>
  </p:transition>
  <p:hf hdr="0" ftr="0" dt="0"/>
  <p:txStyles>
    <p:titleStyle>
      <a:lvl1pPr algn="l" defTabSz="609585" rtl="0" fontAlgn="base">
        <a:spcBef>
          <a:spcPct val="0"/>
        </a:spcBef>
        <a:spcAft>
          <a:spcPct val="0"/>
        </a:spcAft>
        <a:defRPr sz="4267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609585" rtl="0" fontAlgn="base">
        <a:spcBef>
          <a:spcPts val="0"/>
        </a:spcBef>
        <a:spcAft>
          <a:spcPts val="133"/>
        </a:spcAft>
        <a:buFont typeface="Arial" charset="0"/>
        <a:buNone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59865" indent="-304792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068891" indent="-302676" algn="l" defTabSz="609585" rtl="0" fontAlgn="base">
        <a:spcBef>
          <a:spcPts val="0"/>
        </a:spcBef>
        <a:spcAft>
          <a:spcPts val="133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369450" indent="-294210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1678475" indent="-319609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  <p15:guide id="6" pos="542">
          <p15:clr>
            <a:srgbClr val="F26B43"/>
          </p15:clr>
        </p15:guide>
        <p15:guide id="7" pos="55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0203" y="1992427"/>
            <a:ext cx="8685177" cy="1596463"/>
          </a:xfrm>
        </p:spPr>
        <p:txBody>
          <a:bodyPr/>
          <a:lstStyle/>
          <a:p>
            <a:r>
              <a:rPr lang="en-US" sz="4000" dirty="0"/>
              <a:t>Accounting &amp; Finance Function 3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773AAD-913F-4F7D-B76C-297F2718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3" y="4019111"/>
            <a:ext cx="8502777" cy="1928733"/>
          </a:xfrm>
        </p:spPr>
        <p:txBody>
          <a:bodyPr/>
          <a:lstStyle/>
          <a:p>
            <a:r>
              <a:rPr lang="en-US" sz="3600" dirty="0"/>
              <a:t>Data Analytics for Professional Accountants </a:t>
            </a:r>
            <a:r>
              <a:rPr lang="en-US" sz="4000" dirty="0"/>
              <a:t>(ACCTG 522)</a:t>
            </a:r>
          </a:p>
          <a:p>
            <a:r>
              <a:rPr lang="en-US" sz="3600" dirty="0"/>
              <a:t>Class 15 | MPAcc Class of 2026</a:t>
            </a:r>
          </a:p>
        </p:txBody>
      </p:sp>
    </p:spTree>
    <p:extLst>
      <p:ext uri="{BB962C8B-B14F-4D97-AF65-F5344CB8AC3E}">
        <p14:creationId xmlns:p14="http://schemas.microsoft.com/office/powerpoint/2010/main" val="10628712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D141-81F8-4A93-87DE-D9885DC6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7BDE-DD2F-4C40-9423-74EA2798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4003340"/>
          </a:xfrm>
        </p:spPr>
        <p:txBody>
          <a:bodyPr/>
          <a:lstStyle/>
          <a:p>
            <a:r>
              <a:rPr lang="en-US" sz="2800" b="1" dirty="0"/>
              <a:t>Class Agenda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Review</a:t>
            </a:r>
          </a:p>
          <a:p>
            <a:pPr marL="1331365" lvl="1" indent="-571500"/>
            <a:r>
              <a:rPr lang="en-US" sz="2133" b="1" dirty="0" err="1">
                <a:solidFill>
                  <a:srgbClr val="4B2E84"/>
                </a:solidFill>
              </a:rPr>
              <a:t>PollEverywhere</a:t>
            </a:r>
            <a:endParaRPr lang="en-US" sz="2133" b="1" dirty="0">
              <a:solidFill>
                <a:srgbClr val="4B2E84"/>
              </a:solidFill>
            </a:endParaRPr>
          </a:p>
          <a:p>
            <a:pPr marL="1331365" lvl="1" indent="-571500"/>
            <a:r>
              <a:rPr lang="en-US" sz="2133" b="1" dirty="0">
                <a:solidFill>
                  <a:srgbClr val="4B2E84"/>
                </a:solidFill>
              </a:rPr>
              <a:t>Mini-Exercise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Lab:</a:t>
            </a:r>
          </a:p>
          <a:p>
            <a:pPr marL="1331365" lvl="1" indent="-571500"/>
            <a:r>
              <a:rPr lang="en-US" sz="2133" dirty="0"/>
              <a:t>Case 4/Mini-Exercise 2: Int. Group Tax -- Shortened</a:t>
            </a:r>
          </a:p>
          <a:p>
            <a:pPr marL="1331365" lvl="1" indent="-571500"/>
            <a:r>
              <a:rPr lang="en-US" sz="2133" dirty="0"/>
              <a:t>Case 5. Organizing Fin Data</a:t>
            </a:r>
          </a:p>
          <a:p>
            <a:pPr marL="1331365" lvl="1" indent="-571500"/>
            <a:r>
              <a:rPr lang="en-US" sz="2133" dirty="0"/>
              <a:t>Case 6. Sales Tax Use Estimates</a:t>
            </a: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Conclusion and look ahead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2691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1360E-C0EE-C3B0-E4F3-C3F56475F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Multi-Row Formula Tool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30634-F5AA-991D-D127-A984444173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43" b="7703"/>
          <a:stretch>
            <a:fillRect/>
          </a:stretch>
        </p:blipFill>
        <p:spPr>
          <a:xfrm>
            <a:off x="0" y="2502242"/>
            <a:ext cx="12192000" cy="182880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93802F-697B-8719-C0FC-99F0126014B2}"/>
              </a:ext>
            </a:extLst>
          </p:cNvPr>
          <p:cNvCxnSpPr>
            <a:cxnSpLocks/>
          </p:cNvCxnSpPr>
          <p:nvPr/>
        </p:nvCxnSpPr>
        <p:spPr>
          <a:xfrm flipV="1">
            <a:off x="4769708" y="3713205"/>
            <a:ext cx="203887" cy="80318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3B15B2-AFC4-74BD-A3B6-538B1ADCDD03}"/>
              </a:ext>
            </a:extLst>
          </p:cNvPr>
          <p:cNvCxnSpPr/>
          <p:nvPr/>
        </p:nvCxnSpPr>
        <p:spPr>
          <a:xfrm flipV="1">
            <a:off x="4466968" y="3700849"/>
            <a:ext cx="1872048" cy="161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1FD971-AB5F-6D63-69AC-F465036C079D}"/>
              </a:ext>
            </a:extLst>
          </p:cNvPr>
          <p:cNvCxnSpPr/>
          <p:nvPr/>
        </p:nvCxnSpPr>
        <p:spPr>
          <a:xfrm flipV="1">
            <a:off x="4497859" y="3713205"/>
            <a:ext cx="2860590" cy="1606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D2DC28-7CCE-E368-064F-830283C08F6A}"/>
              </a:ext>
            </a:extLst>
          </p:cNvPr>
          <p:cNvCxnSpPr/>
          <p:nvPr/>
        </p:nvCxnSpPr>
        <p:spPr>
          <a:xfrm flipV="1">
            <a:off x="4429897" y="3645243"/>
            <a:ext cx="6450227" cy="1668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170759-499B-022B-DE43-1892E204396E}"/>
              </a:ext>
            </a:extLst>
          </p:cNvPr>
          <p:cNvSpPr txBox="1"/>
          <p:nvPr/>
        </p:nvSpPr>
        <p:spPr>
          <a:xfrm>
            <a:off x="105033" y="4479324"/>
            <a:ext cx="5097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Parse related field like row1:number, row2:name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>
              <a:latin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Fill in missing values within a field (i.e., column)</a:t>
            </a:r>
          </a:p>
        </p:txBody>
      </p:sp>
    </p:spTree>
    <p:extLst>
      <p:ext uri="{BB962C8B-B14F-4D97-AF65-F5344CB8AC3E}">
        <p14:creationId xmlns:p14="http://schemas.microsoft.com/office/powerpoint/2010/main" val="328747082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62B63-C5F0-BD8F-467D-5863C40B2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25" y="1433234"/>
            <a:ext cx="9345329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7333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9334-71F0-F391-E22B-D810A693B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1D4C-FB4C-6FEB-84E0-192C135B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C2BF-24EA-9877-99D0-42775D9BD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4003340"/>
          </a:xfrm>
        </p:spPr>
        <p:txBody>
          <a:bodyPr/>
          <a:lstStyle/>
          <a:p>
            <a:r>
              <a:rPr lang="en-US" sz="2800" b="1" dirty="0"/>
              <a:t>Class Agenda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Review</a:t>
            </a:r>
          </a:p>
          <a:p>
            <a:pPr marL="1331365" lvl="1" indent="-571500"/>
            <a:r>
              <a:rPr lang="en-US" sz="2133" dirty="0" err="1">
                <a:solidFill>
                  <a:schemeClr val="bg1">
                    <a:lumMod val="75000"/>
                  </a:schemeClr>
                </a:solidFill>
              </a:rPr>
              <a:t>PollEverywhere</a:t>
            </a:r>
            <a:endParaRPr lang="en-US" sz="2133" dirty="0">
              <a:solidFill>
                <a:schemeClr val="bg1">
                  <a:lumMod val="75000"/>
                </a:schemeClr>
              </a:solidFill>
            </a:endParaRPr>
          </a:p>
          <a:p>
            <a:pPr marL="1331365" lvl="1" indent="-571500"/>
            <a:r>
              <a:rPr lang="en-US" sz="2133" dirty="0">
                <a:solidFill>
                  <a:schemeClr val="bg1">
                    <a:lumMod val="75000"/>
                  </a:schemeClr>
                </a:solidFill>
              </a:rPr>
              <a:t>Mini-Exercise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Lab:</a:t>
            </a:r>
          </a:p>
          <a:p>
            <a:pPr marL="1331365" lvl="1" indent="-571500"/>
            <a:r>
              <a:rPr lang="en-US" sz="2133" b="1" dirty="0">
                <a:solidFill>
                  <a:srgbClr val="4B2E84"/>
                </a:solidFill>
              </a:rPr>
              <a:t>Case 4/Mini-Exercise 2: Int. Group Tax -- Shortened</a:t>
            </a:r>
          </a:p>
          <a:p>
            <a:pPr marL="1331365" lvl="1" indent="-571500"/>
            <a:r>
              <a:rPr lang="en-US" sz="2133" dirty="0"/>
              <a:t>Case 5. Organizing Fin Data</a:t>
            </a:r>
          </a:p>
          <a:p>
            <a:pPr marL="1331365" lvl="1" indent="-571500"/>
            <a:r>
              <a:rPr lang="en-US" sz="2133" dirty="0"/>
              <a:t>Case 6. Sales Tax Use Estimates</a:t>
            </a: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Conclusion and look ahead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549374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7A176-1362-C0A1-3B6E-6C9F22CD2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434"/>
            <a:ext cx="12192000" cy="605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127846-F8AE-B29B-323C-2E5DAE92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114" y="3267682"/>
            <a:ext cx="2572109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0764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4ADA8-A5E8-976F-5A79-A0AC020F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2403-1CF5-A6F2-AF68-0BD16985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2D2B-94C0-26C5-1DA1-0ED2A043B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4003340"/>
          </a:xfrm>
        </p:spPr>
        <p:txBody>
          <a:bodyPr/>
          <a:lstStyle/>
          <a:p>
            <a:r>
              <a:rPr lang="en-US" sz="2800" b="1" dirty="0"/>
              <a:t>Class Agenda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Review</a:t>
            </a:r>
          </a:p>
          <a:p>
            <a:pPr marL="1331365" lvl="1" indent="-571500"/>
            <a:r>
              <a:rPr lang="en-US" sz="2133" dirty="0" err="1">
                <a:solidFill>
                  <a:schemeClr val="bg1">
                    <a:lumMod val="75000"/>
                  </a:schemeClr>
                </a:solidFill>
              </a:rPr>
              <a:t>PollEverywhere</a:t>
            </a:r>
            <a:endParaRPr lang="en-US" sz="2133" dirty="0">
              <a:solidFill>
                <a:schemeClr val="bg1">
                  <a:lumMod val="75000"/>
                </a:schemeClr>
              </a:solidFill>
            </a:endParaRPr>
          </a:p>
          <a:p>
            <a:pPr marL="1331365" lvl="1" indent="-571500"/>
            <a:r>
              <a:rPr lang="en-US" sz="2133" dirty="0">
                <a:solidFill>
                  <a:schemeClr val="bg1">
                    <a:lumMod val="75000"/>
                  </a:schemeClr>
                </a:solidFill>
              </a:rPr>
              <a:t>Mini-Exercise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Lab:</a:t>
            </a:r>
          </a:p>
          <a:p>
            <a:pPr marL="1331365" lvl="1" indent="-571500"/>
            <a:r>
              <a:rPr lang="en-US" sz="2133" dirty="0">
                <a:solidFill>
                  <a:schemeClr val="bg1">
                    <a:lumMod val="75000"/>
                  </a:schemeClr>
                </a:solidFill>
              </a:rPr>
              <a:t>Case 4/Mini-Exercise 2: Int. Group Tax -- Shortened</a:t>
            </a:r>
          </a:p>
          <a:p>
            <a:pPr marL="1331365" lvl="1" indent="-571500"/>
            <a:r>
              <a:rPr lang="en-US" sz="2133" b="1" dirty="0">
                <a:solidFill>
                  <a:srgbClr val="4B2E84"/>
                </a:solidFill>
              </a:rPr>
              <a:t>Case 5. Organizing Fin Data</a:t>
            </a:r>
          </a:p>
          <a:p>
            <a:pPr marL="1331365" lvl="1" indent="-571500"/>
            <a:r>
              <a:rPr lang="en-US" sz="2133" b="1" dirty="0">
                <a:solidFill>
                  <a:srgbClr val="4B2E84"/>
                </a:solidFill>
              </a:rPr>
              <a:t>Case 6. Sales Tax Use Estimates</a:t>
            </a:r>
            <a:endParaRPr lang="en-US" sz="2800" b="1" dirty="0">
              <a:solidFill>
                <a:srgbClr val="4B2E84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Conclusion and look ahead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125776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283B4-0331-5D14-FB91-9A8FE8DC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8468-4822-B710-E369-47223E3C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Organizing Financial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A478-54C1-43F3-9466-D778DE0DB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530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660E4-7883-373A-0243-8068551B9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9107"/>
            <a:ext cx="12192000" cy="2643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371E22-D9E0-C3A9-16D3-A5DA88286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25" y="2969845"/>
            <a:ext cx="9078592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1370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B041-1878-F2C9-F1BF-E1635E3C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Sales Tax Use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C696-6210-D56A-4D60-2BE02DA45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9396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D5EB4C-EB73-CCB7-383D-65F739AA2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64"/>
          <a:stretch>
            <a:fillRect/>
          </a:stretch>
        </p:blipFill>
        <p:spPr>
          <a:xfrm>
            <a:off x="158622" y="98612"/>
            <a:ext cx="11193437" cy="3866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D5B824-3593-87B5-D3F1-8714B04CD5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30" b="9318"/>
          <a:stretch>
            <a:fillRect/>
          </a:stretch>
        </p:blipFill>
        <p:spPr>
          <a:xfrm>
            <a:off x="0" y="3774141"/>
            <a:ext cx="12192000" cy="308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3548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6FD9-0B8C-482E-AC95-60C51853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look-ahead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94BA5-329A-4FA8-8D31-F5D00F1C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472198"/>
          </a:xfrm>
        </p:spPr>
        <p:txBody>
          <a:bodyPr/>
          <a:lstStyle/>
          <a:p>
            <a:r>
              <a:rPr lang="en-US" sz="3200" b="1" dirty="0"/>
              <a:t>Next class: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Alteryx Escape Room Challenge. 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579405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59E-D035-442F-B808-80D34A4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2695485"/>
            <a:ext cx="10894141" cy="102592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F8A0F-A392-468B-83F5-F4CB4C1F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6270"/>
            <a:ext cx="12192000" cy="8130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65860-206F-486C-94A8-1A3581784A71}"/>
              </a:ext>
            </a:extLst>
          </p:cNvPr>
          <p:cNvSpPr txBox="1"/>
          <p:nvPr/>
        </p:nvSpPr>
        <p:spPr>
          <a:xfrm>
            <a:off x="3279000" y="468554"/>
            <a:ext cx="4198585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70"/>
            <a:r>
              <a:rPr lang="en-US" sz="5867" b="1" dirty="0">
                <a:solidFill>
                  <a:prstClr val="white"/>
                </a:solidFill>
                <a:latin typeface="Arial"/>
                <a:cs typeface="Arial" panose="020B0604020202020204" pitchFamily="34" charset="0"/>
              </a:rPr>
              <a:t>Thank you!</a:t>
            </a: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40573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 Foster MBA Career Mgmt">
  <a:themeElements>
    <a:clrScheme name="Foster">
      <a:dk1>
        <a:sysClr val="windowText" lastClr="000000"/>
      </a:dk1>
      <a:lt1>
        <a:sysClr val="window" lastClr="FFFFFF"/>
      </a:lt1>
      <a:dk2>
        <a:srgbClr val="4B2E84"/>
      </a:dk2>
      <a:lt2>
        <a:srgbClr val="B9A077"/>
      </a:lt2>
      <a:accent1>
        <a:srgbClr val="86754D"/>
      </a:accent1>
      <a:accent2>
        <a:srgbClr val="0988C1"/>
      </a:accent2>
      <a:accent3>
        <a:srgbClr val="3CB2A7"/>
      </a:accent3>
      <a:accent4>
        <a:srgbClr val="41AD49"/>
      </a:accent4>
      <a:accent5>
        <a:srgbClr val="DC4327"/>
      </a:accent5>
      <a:accent6>
        <a:srgbClr val="D2B887"/>
      </a:accent6>
      <a:hlink>
        <a:srgbClr val="4B2E84"/>
      </a:hlink>
      <a:folHlink>
        <a:srgbClr val="4B2E84"/>
      </a:folHlink>
    </a:clrScheme>
    <a:fontScheme name="Custom 1">
      <a:majorFont>
        <a:latin typeface="Open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Widescreen</PresentationFormat>
  <Paragraphs>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Open Sans</vt:lpstr>
      <vt:lpstr>W Foster MBA Career Mgmt</vt:lpstr>
      <vt:lpstr>Accounting &amp; Finance Function 3</vt:lpstr>
      <vt:lpstr>Welcome!</vt:lpstr>
      <vt:lpstr>Multi-Row Formula Tool</vt:lpstr>
      <vt:lpstr>PowerPoint Presentation</vt:lpstr>
      <vt:lpstr>Welcome!</vt:lpstr>
      <vt:lpstr>PowerPoint Presentation</vt:lpstr>
      <vt:lpstr>Welcome!</vt:lpstr>
      <vt:lpstr>Organizing Financial Data</vt:lpstr>
      <vt:lpstr>PowerPoint Presentation</vt:lpstr>
      <vt:lpstr>Sales Tax Use Estimates</vt:lpstr>
      <vt:lpstr>PowerPoint Presentation</vt:lpstr>
      <vt:lpstr>Conclusion and look-ahead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2021-10-06T16:26:57Z</dcterms:created>
  <dcterms:modified xsi:type="dcterms:W3CDTF">2025-11-12T18:11:23Z</dcterms:modified>
</cp:coreProperties>
</file>