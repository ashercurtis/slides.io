
<file path=[Content_Types].xml><?xml version="1.0" encoding="utf-8"?>
<Types xmlns="http://schemas.openxmlformats.org/package/2006/content-types">
  <Default Extension="jpeg" ContentType="image/jpeg"/>
  <Default Extension="jpg" ContentType="image/pn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5"/>
  </p:notesMasterIdLst>
  <p:handoutMasterIdLst>
    <p:handoutMasterId r:id="rId26"/>
  </p:handoutMasterIdLst>
  <p:sldIdLst>
    <p:sldId id="495" r:id="rId5"/>
    <p:sldId id="376" r:id="rId6"/>
    <p:sldId id="2147481719" r:id="rId7"/>
    <p:sldId id="2147481720" r:id="rId8"/>
    <p:sldId id="2147481725" r:id="rId9"/>
    <p:sldId id="2147481726" r:id="rId10"/>
    <p:sldId id="2147481723" r:id="rId11"/>
    <p:sldId id="2147481738" r:id="rId12"/>
    <p:sldId id="2147481740" r:id="rId13"/>
    <p:sldId id="2147481741" r:id="rId14"/>
    <p:sldId id="2147481742" r:id="rId15"/>
    <p:sldId id="2147481729" r:id="rId16"/>
    <p:sldId id="2147481732" r:id="rId17"/>
    <p:sldId id="2147481730" r:id="rId18"/>
    <p:sldId id="2147481731" r:id="rId19"/>
    <p:sldId id="2147481733" r:id="rId20"/>
    <p:sldId id="2147481724" r:id="rId21"/>
    <p:sldId id="2147481736" r:id="rId22"/>
    <p:sldId id="2147481737" r:id="rId23"/>
    <p:sldId id="809" r:id="rId24"/>
  </p:sldIdLst>
  <p:sldSz cx="9144000" cy="5143500" type="screen16x9"/>
  <p:notesSz cx="7315200" cy="9601200"/>
  <p:defaultTextStyle>
    <a:defPPr>
      <a:defRPr lang="en-US"/>
    </a:defPPr>
    <a:lvl1pPr algn="l" defTabSz="457200" rtl="0" fontAlgn="base">
      <a:spcBef>
        <a:spcPct val="0"/>
      </a:spcBef>
      <a:spcAft>
        <a:spcPct val="0"/>
      </a:spcAft>
      <a:defRPr kern="1200">
        <a:solidFill>
          <a:schemeClr val="tx1"/>
        </a:solidFill>
        <a:latin typeface="Arial" charset="0"/>
        <a:ea typeface="+mn-ea"/>
        <a:cs typeface="Arial" charset="0"/>
      </a:defRPr>
    </a:lvl1pPr>
    <a:lvl2pPr marL="457200" algn="l" defTabSz="457200" rtl="0" fontAlgn="base">
      <a:spcBef>
        <a:spcPct val="0"/>
      </a:spcBef>
      <a:spcAft>
        <a:spcPct val="0"/>
      </a:spcAft>
      <a:defRPr kern="1200">
        <a:solidFill>
          <a:schemeClr val="tx1"/>
        </a:solidFill>
        <a:latin typeface="Arial" charset="0"/>
        <a:ea typeface="+mn-ea"/>
        <a:cs typeface="Arial" charset="0"/>
      </a:defRPr>
    </a:lvl2pPr>
    <a:lvl3pPr marL="914400" algn="l" defTabSz="457200" rtl="0" fontAlgn="base">
      <a:spcBef>
        <a:spcPct val="0"/>
      </a:spcBef>
      <a:spcAft>
        <a:spcPct val="0"/>
      </a:spcAft>
      <a:defRPr kern="1200">
        <a:solidFill>
          <a:schemeClr val="tx1"/>
        </a:solidFill>
        <a:latin typeface="Arial" charset="0"/>
        <a:ea typeface="+mn-ea"/>
        <a:cs typeface="Arial" charset="0"/>
      </a:defRPr>
    </a:lvl3pPr>
    <a:lvl4pPr marL="1371600" algn="l" defTabSz="457200" rtl="0" fontAlgn="base">
      <a:spcBef>
        <a:spcPct val="0"/>
      </a:spcBef>
      <a:spcAft>
        <a:spcPct val="0"/>
      </a:spcAft>
      <a:defRPr kern="1200">
        <a:solidFill>
          <a:schemeClr val="tx1"/>
        </a:solidFill>
        <a:latin typeface="Arial" charset="0"/>
        <a:ea typeface="+mn-ea"/>
        <a:cs typeface="Arial" charset="0"/>
      </a:defRPr>
    </a:lvl4pPr>
    <a:lvl5pPr marL="1828800" algn="l" defTabSz="457200"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521415D9-36F7-43E2-AB2F-B90AF26B5E84}">
      <p14:sectionLst xmlns:p14="http://schemas.microsoft.com/office/powerpoint/2010/main">
        <p14:section name="Default Section" id="{8D555BDC-712A-D847-BE44-26DF3EC466F7}">
          <p14:sldIdLst>
            <p14:sldId id="495"/>
            <p14:sldId id="376"/>
            <p14:sldId id="2147481719"/>
            <p14:sldId id="2147481720"/>
            <p14:sldId id="2147481725"/>
            <p14:sldId id="2147481726"/>
            <p14:sldId id="2147481723"/>
            <p14:sldId id="2147481738"/>
            <p14:sldId id="2147481740"/>
            <p14:sldId id="2147481741"/>
            <p14:sldId id="2147481742"/>
            <p14:sldId id="2147481729"/>
            <p14:sldId id="2147481732"/>
            <p14:sldId id="2147481730"/>
            <p14:sldId id="2147481731"/>
            <p14:sldId id="2147481733"/>
            <p14:sldId id="2147481724"/>
            <p14:sldId id="2147481736"/>
            <p14:sldId id="2147481737"/>
            <p14:sldId id="809"/>
          </p14:sldIdLst>
        </p14:section>
      </p14:sectionLst>
    </p:ext>
    <p:ext uri="{EFAFB233-063F-42B5-8137-9DF3F51BA10A}">
      <p15:sldGuideLst xmlns:p15="http://schemas.microsoft.com/office/powerpoint/2012/main">
        <p15:guide id="1" orient="horz" pos="2148" userDrawn="1">
          <p15:clr>
            <a:srgbClr val="A4A3A4"/>
          </p15:clr>
        </p15:guide>
        <p15:guide id="2" pos="2880">
          <p15:clr>
            <a:srgbClr val="A4A3A4"/>
          </p15:clr>
        </p15:guide>
        <p15:guide id="3" orient="horz" pos="1620">
          <p15:clr>
            <a:srgbClr val="A4A3A4"/>
          </p15:clr>
        </p15:guide>
        <p15:guide id="4" pos="228">
          <p15:clr>
            <a:srgbClr val="A4A3A4"/>
          </p15:clr>
        </p15:guide>
        <p15:guide id="5" pos="2887">
          <p15:clr>
            <a:srgbClr val="A4A3A4"/>
          </p15:clr>
        </p15:guide>
      </p15:sldGuideLst>
    </p:ext>
    <p:ext uri="{2D200454-40CA-4A62-9FC3-DE9A4176ACB9}">
      <p15:notesGuideLst xmlns:p15="http://schemas.microsoft.com/office/powerpoint/2012/main">
        <p15:guide id="1" orient="horz" pos="3024" userDrawn="1">
          <p15:clr>
            <a:srgbClr val="A4A3A4"/>
          </p15:clr>
        </p15:guide>
        <p15:guide id="2" pos="2304"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12985"/>
    <a:srgbClr val="C09F29"/>
    <a:srgbClr val="B9A077"/>
    <a:srgbClr val="0000FF"/>
    <a:srgbClr val="361F6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99" d="100"/>
          <a:sy n="199" d="100"/>
        </p:scale>
        <p:origin x="2370" y="150"/>
      </p:cViewPr>
      <p:guideLst>
        <p:guide orient="horz" pos="2148"/>
        <p:guide pos="2880"/>
        <p:guide orient="horz" pos="1620"/>
        <p:guide pos="228"/>
        <p:guide pos="2887"/>
      </p:guideLst>
    </p:cSldViewPr>
  </p:slideViewPr>
  <p:notesTextViewPr>
    <p:cViewPr>
      <p:scale>
        <a:sx n="1" d="1"/>
        <a:sy n="1" d="1"/>
      </p:scale>
      <p:origin x="0" y="0"/>
    </p:cViewPr>
  </p:notesTextViewPr>
  <p:notesViewPr>
    <p:cSldViewPr snapToGrid="0">
      <p:cViewPr>
        <p:scale>
          <a:sx n="1" d="2"/>
          <a:sy n="1" d="2"/>
        </p:scale>
        <p:origin x="0" y="0"/>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sher Curtis" userId="494c4f5b-6d11-415a-9d9e-829c1135aa91" providerId="ADAL" clId="{FDEDEEF3-7275-4161-A24C-7071BE30F9A7}"/>
    <pc:docChg chg="delSld modSection">
      <pc:chgData name="Asher Curtis" userId="494c4f5b-6d11-415a-9d9e-829c1135aa91" providerId="ADAL" clId="{FDEDEEF3-7275-4161-A24C-7071BE30F9A7}" dt="2025-11-13T20:37:09.958" v="0" actId="47"/>
      <pc:docMkLst>
        <pc:docMk/>
      </pc:docMkLst>
      <pc:sldChg chg="del">
        <pc:chgData name="Asher Curtis" userId="494c4f5b-6d11-415a-9d9e-829c1135aa91" providerId="ADAL" clId="{FDEDEEF3-7275-4161-A24C-7071BE30F9A7}" dt="2025-11-13T20:37:09.958" v="0" actId="47"/>
        <pc:sldMkLst>
          <pc:docMk/>
          <pc:sldMk cId="193523529" sldId="2147481727"/>
        </pc:sldMkLst>
      </pc:sldChg>
      <pc:sldChg chg="del">
        <pc:chgData name="Asher Curtis" userId="494c4f5b-6d11-415a-9d9e-829c1135aa91" providerId="ADAL" clId="{FDEDEEF3-7275-4161-A24C-7071BE30F9A7}" dt="2025-11-13T20:37:09.958" v="0" actId="47"/>
        <pc:sldMkLst>
          <pc:docMk/>
          <pc:sldMk cId="3088016628" sldId="2147481734"/>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53" tIns="48327" rIns="96653" bIns="48327" rtlCol="0"/>
          <a:lstStyle>
            <a:lvl1pPr algn="l" fontAlgn="auto">
              <a:spcBef>
                <a:spcPts val="0"/>
              </a:spcBef>
              <a:spcAft>
                <a:spcPts val="0"/>
              </a:spcAft>
              <a:defRPr sz="1200">
                <a:latin typeface="+mn-lt"/>
                <a:cs typeface="+mn-cs"/>
              </a:defRPr>
            </a:lvl1pPr>
          </a:lstStyle>
          <a:p>
            <a:pPr>
              <a:defRPr/>
            </a:pPr>
            <a:endParaRPr lang="en-US">
              <a:latin typeface="Arial" panose="020B0604020202020204" pitchFamily="34" charset="0"/>
            </a:endParaRPr>
          </a:p>
        </p:txBody>
      </p:sp>
      <p:sp>
        <p:nvSpPr>
          <p:cNvPr id="3" name="Date Placeholder 2"/>
          <p:cNvSpPr>
            <a:spLocks noGrp="1"/>
          </p:cNvSpPr>
          <p:nvPr>
            <p:ph type="dt" sz="quarter" idx="1"/>
          </p:nvPr>
        </p:nvSpPr>
        <p:spPr>
          <a:xfrm>
            <a:off x="4143587" y="0"/>
            <a:ext cx="3169920" cy="480060"/>
          </a:xfrm>
          <a:prstGeom prst="rect">
            <a:avLst/>
          </a:prstGeom>
        </p:spPr>
        <p:txBody>
          <a:bodyPr vert="horz" lIns="96653" tIns="48327" rIns="96653" bIns="48327" rtlCol="0"/>
          <a:lstStyle>
            <a:lvl1pPr algn="r" fontAlgn="auto">
              <a:spcBef>
                <a:spcPts val="0"/>
              </a:spcBef>
              <a:spcAft>
                <a:spcPts val="0"/>
              </a:spcAft>
              <a:defRPr sz="1200" smtClean="0">
                <a:latin typeface="+mn-lt"/>
                <a:cs typeface="+mn-cs"/>
              </a:defRPr>
            </a:lvl1pPr>
          </a:lstStyle>
          <a:p>
            <a:pPr>
              <a:defRPr/>
            </a:pPr>
            <a:fld id="{F87AE820-DFE1-4C3C-B564-108A438BD633}" type="datetimeFigureOut">
              <a:rPr lang="en-US">
                <a:latin typeface="Arial" panose="020B0604020202020204" pitchFamily="34" charset="0"/>
              </a:rPr>
              <a:pPr>
                <a:defRPr/>
              </a:pPr>
              <a:t>11/13/2025</a:t>
            </a:fld>
            <a:endParaRPr lang="en-US">
              <a:latin typeface="Arial" panose="020B0604020202020204" pitchFamily="34" charset="0"/>
            </a:endParaRPr>
          </a:p>
        </p:txBody>
      </p:sp>
      <p:sp>
        <p:nvSpPr>
          <p:cNvPr id="4" name="Footer Placeholder 3"/>
          <p:cNvSpPr>
            <a:spLocks noGrp="1"/>
          </p:cNvSpPr>
          <p:nvPr>
            <p:ph type="ftr" sz="quarter" idx="2"/>
          </p:nvPr>
        </p:nvSpPr>
        <p:spPr>
          <a:xfrm>
            <a:off x="0" y="9119474"/>
            <a:ext cx="3169920" cy="480060"/>
          </a:xfrm>
          <a:prstGeom prst="rect">
            <a:avLst/>
          </a:prstGeom>
        </p:spPr>
        <p:txBody>
          <a:bodyPr vert="horz" lIns="96653" tIns="48327" rIns="96653" bIns="48327" rtlCol="0" anchor="b"/>
          <a:lstStyle>
            <a:lvl1pPr algn="l" fontAlgn="auto">
              <a:spcBef>
                <a:spcPts val="0"/>
              </a:spcBef>
              <a:spcAft>
                <a:spcPts val="0"/>
              </a:spcAft>
              <a:defRPr sz="1200">
                <a:latin typeface="+mn-lt"/>
                <a:cs typeface="+mn-cs"/>
              </a:defRPr>
            </a:lvl1pPr>
          </a:lstStyle>
          <a:p>
            <a:pPr>
              <a:defRPr/>
            </a:pPr>
            <a:endParaRPr lang="en-US">
              <a:latin typeface="Arial" panose="020B0604020202020204" pitchFamily="34" charset="0"/>
            </a:endParaRPr>
          </a:p>
        </p:txBody>
      </p:sp>
      <p:sp>
        <p:nvSpPr>
          <p:cNvPr id="5" name="Slide Number Placeholder 4"/>
          <p:cNvSpPr>
            <a:spLocks noGrp="1"/>
          </p:cNvSpPr>
          <p:nvPr>
            <p:ph type="sldNum" sz="quarter" idx="3"/>
          </p:nvPr>
        </p:nvSpPr>
        <p:spPr>
          <a:xfrm>
            <a:off x="4143587" y="9119474"/>
            <a:ext cx="3169920" cy="480060"/>
          </a:xfrm>
          <a:prstGeom prst="rect">
            <a:avLst/>
          </a:prstGeom>
        </p:spPr>
        <p:txBody>
          <a:bodyPr vert="horz" lIns="96653" tIns="48327" rIns="96653" bIns="48327" rtlCol="0" anchor="b"/>
          <a:lstStyle>
            <a:lvl1pPr algn="r" fontAlgn="auto">
              <a:spcBef>
                <a:spcPts val="0"/>
              </a:spcBef>
              <a:spcAft>
                <a:spcPts val="0"/>
              </a:spcAft>
              <a:defRPr sz="1200" smtClean="0">
                <a:latin typeface="+mn-lt"/>
                <a:cs typeface="+mn-cs"/>
              </a:defRPr>
            </a:lvl1pPr>
          </a:lstStyle>
          <a:p>
            <a:pPr>
              <a:defRPr/>
            </a:pPr>
            <a:fld id="{429C84BD-FF2B-4119-9416-77652C2C47E2}" type="slidenum">
              <a:rPr lang="en-US">
                <a:latin typeface="Arial" panose="020B0604020202020204" pitchFamily="34" charset="0"/>
              </a:rPr>
              <a:pPr>
                <a:defRPr/>
              </a:pPr>
              <a:t>‹#›</a:t>
            </a:fld>
            <a:endParaRPr lang="en-US">
              <a:latin typeface="Arial" panose="020B0604020202020204" pitchFamily="34" charset="0"/>
            </a:endParaRPr>
          </a:p>
        </p:txBody>
      </p:sp>
    </p:spTree>
    <p:extLst>
      <p:ext uri="{BB962C8B-B14F-4D97-AF65-F5344CB8AC3E}">
        <p14:creationId xmlns:p14="http://schemas.microsoft.com/office/powerpoint/2010/main" val="137617555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53" tIns="48327" rIns="96653" bIns="48327" rtlCol="0"/>
          <a:lstStyle>
            <a:lvl1pPr algn="l" fontAlgn="auto">
              <a:spcBef>
                <a:spcPts val="0"/>
              </a:spcBef>
              <a:spcAft>
                <a:spcPts val="0"/>
              </a:spcAft>
              <a:defRPr sz="1200">
                <a:latin typeface="Arial" panose="020B0604020202020204" pitchFamily="34" charset="0"/>
                <a:cs typeface="+mn-cs"/>
              </a:defRPr>
            </a:lvl1pPr>
          </a:lstStyle>
          <a:p>
            <a:pPr>
              <a:defRPr/>
            </a:pPr>
            <a:endParaRPr lang="en-US"/>
          </a:p>
        </p:txBody>
      </p:sp>
      <p:sp>
        <p:nvSpPr>
          <p:cNvPr id="3" name="Date Placeholder 2"/>
          <p:cNvSpPr>
            <a:spLocks noGrp="1"/>
          </p:cNvSpPr>
          <p:nvPr>
            <p:ph type="dt" idx="1"/>
          </p:nvPr>
        </p:nvSpPr>
        <p:spPr>
          <a:xfrm>
            <a:off x="4143587" y="0"/>
            <a:ext cx="3169920" cy="480060"/>
          </a:xfrm>
          <a:prstGeom prst="rect">
            <a:avLst/>
          </a:prstGeom>
        </p:spPr>
        <p:txBody>
          <a:bodyPr vert="horz" lIns="96653" tIns="48327" rIns="96653" bIns="48327" rtlCol="0"/>
          <a:lstStyle>
            <a:lvl1pPr algn="r" fontAlgn="auto">
              <a:spcBef>
                <a:spcPts val="0"/>
              </a:spcBef>
              <a:spcAft>
                <a:spcPts val="0"/>
              </a:spcAft>
              <a:defRPr sz="1200" smtClean="0">
                <a:latin typeface="Arial" panose="020B0604020202020204" pitchFamily="34" charset="0"/>
                <a:cs typeface="+mn-cs"/>
              </a:defRPr>
            </a:lvl1pPr>
          </a:lstStyle>
          <a:p>
            <a:pPr>
              <a:defRPr/>
            </a:pPr>
            <a:fld id="{7C0560D2-22A1-4522-9A61-5BC081CC233D}" type="datetimeFigureOut">
              <a:rPr lang="en-US" smtClean="0"/>
              <a:pPr>
                <a:defRPr/>
              </a:pPr>
              <a:t>11/13/2025</a:t>
            </a:fld>
            <a:endParaRPr lang="en-US"/>
          </a:p>
        </p:txBody>
      </p:sp>
      <p:sp>
        <p:nvSpPr>
          <p:cNvPr id="4" name="Slide Image Placeholder 3"/>
          <p:cNvSpPr>
            <a:spLocks noGrp="1" noRot="1" noChangeAspect="1"/>
          </p:cNvSpPr>
          <p:nvPr>
            <p:ph type="sldImg" idx="2"/>
          </p:nvPr>
        </p:nvSpPr>
        <p:spPr>
          <a:xfrm>
            <a:off x="457200" y="719138"/>
            <a:ext cx="6400800" cy="3600450"/>
          </a:xfrm>
          <a:prstGeom prst="rect">
            <a:avLst/>
          </a:prstGeom>
          <a:noFill/>
          <a:ln w="12700">
            <a:solidFill>
              <a:prstClr val="black"/>
            </a:solidFill>
          </a:ln>
        </p:spPr>
        <p:txBody>
          <a:bodyPr vert="horz" lIns="96653" tIns="48327" rIns="96653" bIns="48327" rtlCol="0" anchor="ctr"/>
          <a:lstStyle/>
          <a:p>
            <a:pPr lvl="0"/>
            <a:endParaRPr lang="en-US" noProof="0"/>
          </a:p>
        </p:txBody>
      </p:sp>
      <p:sp>
        <p:nvSpPr>
          <p:cNvPr id="5" name="Notes Placeholder 4"/>
          <p:cNvSpPr>
            <a:spLocks noGrp="1"/>
          </p:cNvSpPr>
          <p:nvPr>
            <p:ph type="body" sz="quarter" idx="3"/>
          </p:nvPr>
        </p:nvSpPr>
        <p:spPr>
          <a:xfrm>
            <a:off x="731520" y="4560570"/>
            <a:ext cx="5852160" cy="4320540"/>
          </a:xfrm>
          <a:prstGeom prst="rect">
            <a:avLst/>
          </a:prstGeom>
        </p:spPr>
        <p:txBody>
          <a:bodyPr vert="horz" lIns="96653" tIns="48327" rIns="96653" bIns="48327"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9119474"/>
            <a:ext cx="3169920" cy="480060"/>
          </a:xfrm>
          <a:prstGeom prst="rect">
            <a:avLst/>
          </a:prstGeom>
        </p:spPr>
        <p:txBody>
          <a:bodyPr vert="horz" lIns="96653" tIns="48327" rIns="96653" bIns="48327" rtlCol="0" anchor="b"/>
          <a:lstStyle>
            <a:lvl1pPr algn="l" fontAlgn="auto">
              <a:spcBef>
                <a:spcPts val="0"/>
              </a:spcBef>
              <a:spcAft>
                <a:spcPts val="0"/>
              </a:spcAft>
              <a:defRPr sz="1200">
                <a:latin typeface="Arial" panose="020B0604020202020204" pitchFamily="34" charset="0"/>
                <a:cs typeface="+mn-cs"/>
              </a:defRPr>
            </a:lvl1pPr>
          </a:lstStyle>
          <a:p>
            <a:pPr>
              <a:defRPr/>
            </a:pPr>
            <a:endParaRPr lang="en-US"/>
          </a:p>
        </p:txBody>
      </p:sp>
      <p:sp>
        <p:nvSpPr>
          <p:cNvPr id="7" name="Slide Number Placeholder 6"/>
          <p:cNvSpPr>
            <a:spLocks noGrp="1"/>
          </p:cNvSpPr>
          <p:nvPr>
            <p:ph type="sldNum" sz="quarter" idx="5"/>
          </p:nvPr>
        </p:nvSpPr>
        <p:spPr>
          <a:xfrm>
            <a:off x="4143587" y="9119474"/>
            <a:ext cx="3169920" cy="480060"/>
          </a:xfrm>
          <a:prstGeom prst="rect">
            <a:avLst/>
          </a:prstGeom>
        </p:spPr>
        <p:txBody>
          <a:bodyPr vert="horz" lIns="96653" tIns="48327" rIns="96653" bIns="48327" rtlCol="0" anchor="b"/>
          <a:lstStyle>
            <a:lvl1pPr algn="r" fontAlgn="auto">
              <a:spcBef>
                <a:spcPts val="0"/>
              </a:spcBef>
              <a:spcAft>
                <a:spcPts val="0"/>
              </a:spcAft>
              <a:defRPr sz="1200" smtClean="0">
                <a:latin typeface="Arial" panose="020B0604020202020204" pitchFamily="34" charset="0"/>
                <a:cs typeface="+mn-cs"/>
              </a:defRPr>
            </a:lvl1pPr>
          </a:lstStyle>
          <a:p>
            <a:pPr>
              <a:defRPr/>
            </a:pPr>
            <a:fld id="{7B479713-0D50-44A6-B1F4-4082749E615F}" type="slidenum">
              <a:rPr lang="en-US" smtClean="0"/>
              <a:pPr>
                <a:defRPr/>
              </a:pPr>
              <a:t>‹#›</a:t>
            </a:fld>
            <a:endParaRPr lang="en-US"/>
          </a:p>
        </p:txBody>
      </p:sp>
    </p:spTree>
    <p:extLst>
      <p:ext uri="{BB962C8B-B14F-4D97-AF65-F5344CB8AC3E}">
        <p14:creationId xmlns:p14="http://schemas.microsoft.com/office/powerpoint/2010/main" val="1719214621"/>
      </p:ext>
    </p:extLst>
  </p:cSld>
  <p:clrMap bg1="lt1" tx1="dk1" bg2="lt2" tx2="dk2" accent1="accent1" accent2="accent2" accent3="accent3" accent4="accent4" accent5="accent5" accent6="accent6" hlink="hlink" folHlink="folHlink"/>
  <p:notesStyle>
    <a:lvl1pPr algn="l" defTabSz="457200" rtl="0" fontAlgn="base">
      <a:spcBef>
        <a:spcPct val="30000"/>
      </a:spcBef>
      <a:spcAft>
        <a:spcPct val="0"/>
      </a:spcAft>
      <a:defRPr sz="1200" kern="1200">
        <a:solidFill>
          <a:schemeClr val="tx1"/>
        </a:solidFill>
        <a:latin typeface="Arial" panose="020B0604020202020204" pitchFamily="34" charset="0"/>
        <a:ea typeface="+mn-ea"/>
        <a:cs typeface="+mn-cs"/>
      </a:defRPr>
    </a:lvl1pPr>
    <a:lvl2pPr marL="457200" algn="l" defTabSz="457200" rtl="0" fontAlgn="base">
      <a:spcBef>
        <a:spcPct val="30000"/>
      </a:spcBef>
      <a:spcAft>
        <a:spcPct val="0"/>
      </a:spcAft>
      <a:defRPr sz="1200" kern="1200">
        <a:solidFill>
          <a:schemeClr val="tx1"/>
        </a:solidFill>
        <a:latin typeface="Arial" panose="020B0604020202020204" pitchFamily="34" charset="0"/>
        <a:ea typeface="+mn-ea"/>
        <a:cs typeface="+mn-cs"/>
      </a:defRPr>
    </a:lvl2pPr>
    <a:lvl3pPr marL="914400" algn="l" defTabSz="457200" rtl="0" fontAlgn="base">
      <a:spcBef>
        <a:spcPct val="30000"/>
      </a:spcBef>
      <a:spcAft>
        <a:spcPct val="0"/>
      </a:spcAft>
      <a:defRPr sz="1200" kern="1200">
        <a:solidFill>
          <a:schemeClr val="tx1"/>
        </a:solidFill>
        <a:latin typeface="Arial" panose="020B0604020202020204" pitchFamily="34" charset="0"/>
        <a:ea typeface="+mn-ea"/>
        <a:cs typeface="+mn-cs"/>
      </a:defRPr>
    </a:lvl3pPr>
    <a:lvl4pPr marL="1371600" algn="l" defTabSz="457200" rtl="0" fontAlgn="base">
      <a:spcBef>
        <a:spcPct val="30000"/>
      </a:spcBef>
      <a:spcAft>
        <a:spcPct val="0"/>
      </a:spcAft>
      <a:defRPr sz="1200" kern="1200">
        <a:solidFill>
          <a:schemeClr val="tx1"/>
        </a:solidFill>
        <a:latin typeface="Arial" panose="020B0604020202020204" pitchFamily="34" charset="0"/>
        <a:ea typeface="+mn-ea"/>
        <a:cs typeface="+mn-cs"/>
      </a:defRPr>
    </a:lvl4pPr>
    <a:lvl5pPr marL="1828800" algn="l" defTabSz="457200" rtl="0" fontAlgn="base">
      <a:spcBef>
        <a:spcPct val="30000"/>
      </a:spcBef>
      <a:spcAft>
        <a:spcPct val="0"/>
      </a:spcAft>
      <a:defRPr sz="1200" kern="1200">
        <a:solidFill>
          <a:schemeClr val="tx1"/>
        </a:solidFill>
        <a:latin typeface="Arial" panose="020B0604020202020204" pitchFamily="34" charset="0"/>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B479713-0D50-44A6-B1F4-4082749E615F}" type="slidenum">
              <a:rPr lang="en-US" smtClean="0"/>
              <a:pPr>
                <a:defRPr/>
              </a:pPr>
              <a:t>1</a:t>
            </a:fld>
            <a:endParaRPr lang="en-US"/>
          </a:p>
        </p:txBody>
      </p:sp>
    </p:spTree>
    <p:extLst>
      <p:ext uri="{BB962C8B-B14F-4D97-AF65-F5344CB8AC3E}">
        <p14:creationId xmlns:p14="http://schemas.microsoft.com/office/powerpoint/2010/main" val="36774764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B479713-0D50-44A6-B1F4-4082749E615F}" type="slidenum">
              <a:rPr lang="en-US" smtClean="0"/>
              <a:pPr>
                <a:defRPr/>
              </a:pPr>
              <a:t>2</a:t>
            </a:fld>
            <a:endParaRPr lang="en-US"/>
          </a:p>
        </p:txBody>
      </p:sp>
    </p:spTree>
    <p:extLst>
      <p:ext uri="{BB962C8B-B14F-4D97-AF65-F5344CB8AC3E}">
        <p14:creationId xmlns:p14="http://schemas.microsoft.com/office/powerpoint/2010/main" val="40069419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B479713-0D50-44A6-B1F4-4082749E615F}" type="slidenum">
              <a:rPr lang="en-US" smtClean="0"/>
              <a:pPr>
                <a:defRPr/>
              </a:pPr>
              <a:t>3</a:t>
            </a:fld>
            <a:endParaRPr lang="en-US"/>
          </a:p>
        </p:txBody>
      </p:sp>
    </p:spTree>
    <p:extLst>
      <p:ext uri="{BB962C8B-B14F-4D97-AF65-F5344CB8AC3E}">
        <p14:creationId xmlns:p14="http://schemas.microsoft.com/office/powerpoint/2010/main" val="29153415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B479713-0D50-44A6-B1F4-4082749E615F}" type="slidenum">
              <a:rPr lang="en-US" smtClean="0"/>
              <a:pPr>
                <a:defRPr/>
              </a:pPr>
              <a:t>4</a:t>
            </a:fld>
            <a:endParaRPr lang="en-US"/>
          </a:p>
        </p:txBody>
      </p:sp>
    </p:spTree>
    <p:extLst>
      <p:ext uri="{BB962C8B-B14F-4D97-AF65-F5344CB8AC3E}">
        <p14:creationId xmlns:p14="http://schemas.microsoft.com/office/powerpoint/2010/main" val="5529893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B479713-0D50-44A6-B1F4-4082749E615F}" type="slidenum">
              <a:rPr lang="en-US" smtClean="0"/>
              <a:pPr>
                <a:defRPr/>
              </a:pPr>
              <a:t>5</a:t>
            </a:fld>
            <a:endParaRPr lang="en-US"/>
          </a:p>
        </p:txBody>
      </p:sp>
    </p:spTree>
    <p:extLst>
      <p:ext uri="{BB962C8B-B14F-4D97-AF65-F5344CB8AC3E}">
        <p14:creationId xmlns:p14="http://schemas.microsoft.com/office/powerpoint/2010/main" val="8567157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B479713-0D50-44A6-B1F4-4082749E615F}" type="slidenum">
              <a:rPr lang="en-US" smtClean="0"/>
              <a:pPr>
                <a:defRPr/>
              </a:pPr>
              <a:t>6</a:t>
            </a:fld>
            <a:endParaRPr lang="en-US"/>
          </a:p>
        </p:txBody>
      </p:sp>
    </p:spTree>
    <p:extLst>
      <p:ext uri="{BB962C8B-B14F-4D97-AF65-F5344CB8AC3E}">
        <p14:creationId xmlns:p14="http://schemas.microsoft.com/office/powerpoint/2010/main" val="12870679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B479713-0D50-44A6-B1F4-4082749E615F}" type="slidenum">
              <a:rPr lang="en-US" smtClean="0"/>
              <a:pPr>
                <a:defRPr/>
              </a:pPr>
              <a:t>7</a:t>
            </a:fld>
            <a:endParaRPr lang="en-US"/>
          </a:p>
        </p:txBody>
      </p:sp>
    </p:spTree>
    <p:extLst>
      <p:ext uri="{BB962C8B-B14F-4D97-AF65-F5344CB8AC3E}">
        <p14:creationId xmlns:p14="http://schemas.microsoft.com/office/powerpoint/2010/main" val="8742752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B479713-0D50-44A6-B1F4-4082749E615F}" type="slidenum">
              <a:rPr lang="en-US" smtClean="0"/>
              <a:pPr>
                <a:defRPr/>
              </a:pPr>
              <a:t>8</a:t>
            </a:fld>
            <a:endParaRPr lang="en-US"/>
          </a:p>
        </p:txBody>
      </p:sp>
    </p:spTree>
    <p:extLst>
      <p:ext uri="{BB962C8B-B14F-4D97-AF65-F5344CB8AC3E}">
        <p14:creationId xmlns:p14="http://schemas.microsoft.com/office/powerpoint/2010/main" val="241110999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B479713-0D50-44A6-B1F4-4082749E615F}" type="slidenum">
              <a:rPr lang="en-US" smtClean="0"/>
              <a:pPr>
                <a:defRPr/>
              </a:pPr>
              <a:t>9</a:t>
            </a:fld>
            <a:endParaRPr lang="en-US"/>
          </a:p>
        </p:txBody>
      </p:sp>
    </p:spTree>
    <p:extLst>
      <p:ext uri="{BB962C8B-B14F-4D97-AF65-F5344CB8AC3E}">
        <p14:creationId xmlns:p14="http://schemas.microsoft.com/office/powerpoint/2010/main" val="362899719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B479713-0D50-44A6-B1F4-4082749E615F}" type="slidenum">
              <a:rPr lang="en-US" smtClean="0"/>
              <a:pPr>
                <a:defRPr/>
              </a:pPr>
              <a:t>10</a:t>
            </a:fld>
            <a:endParaRPr lang="en-US"/>
          </a:p>
        </p:txBody>
      </p:sp>
    </p:spTree>
    <p:extLst>
      <p:ext uri="{BB962C8B-B14F-4D97-AF65-F5344CB8AC3E}">
        <p14:creationId xmlns:p14="http://schemas.microsoft.com/office/powerpoint/2010/main" val="203385955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B479713-0D50-44A6-B1F4-4082749E615F}" type="slidenum">
              <a:rPr lang="en-US" smtClean="0"/>
              <a:pPr>
                <a:defRPr/>
              </a:pPr>
              <a:t>11</a:t>
            </a:fld>
            <a:endParaRPr lang="en-US"/>
          </a:p>
        </p:txBody>
      </p:sp>
    </p:spTree>
    <p:extLst>
      <p:ext uri="{BB962C8B-B14F-4D97-AF65-F5344CB8AC3E}">
        <p14:creationId xmlns:p14="http://schemas.microsoft.com/office/powerpoint/2010/main" val="420360135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92BEB8-443B-FAFC-144E-3697A41908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43A103-C715-10D6-736D-B06A3E49DA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25CC2F-C983-EE4B-1E51-910AFAFA420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08E852F-8276-AB0C-B7CA-76EAEDD28FF2}"/>
              </a:ext>
            </a:extLst>
          </p:cNvPr>
          <p:cNvSpPr>
            <a:spLocks noGrp="1"/>
          </p:cNvSpPr>
          <p:nvPr>
            <p:ph type="sldNum" sz="quarter" idx="5"/>
          </p:nvPr>
        </p:nvSpPr>
        <p:spPr/>
        <p:txBody>
          <a:bodyPr/>
          <a:lstStyle/>
          <a:p>
            <a:pPr>
              <a:defRPr/>
            </a:pPr>
            <a:fld id="{7B479713-0D50-44A6-B1F4-4082749E615F}" type="slidenum">
              <a:rPr lang="en-US" smtClean="0"/>
              <a:pPr>
                <a:defRPr/>
              </a:pPr>
              <a:t>12</a:t>
            </a:fld>
            <a:endParaRPr lang="en-US"/>
          </a:p>
        </p:txBody>
      </p:sp>
    </p:spTree>
    <p:extLst>
      <p:ext uri="{BB962C8B-B14F-4D97-AF65-F5344CB8AC3E}">
        <p14:creationId xmlns:p14="http://schemas.microsoft.com/office/powerpoint/2010/main" val="4294127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B479713-0D50-44A6-B1F4-4082749E615F}" type="slidenum">
              <a:rPr lang="en-US" smtClean="0"/>
              <a:pPr>
                <a:defRPr/>
              </a:pPr>
              <a:t>13</a:t>
            </a:fld>
            <a:endParaRPr lang="en-US"/>
          </a:p>
        </p:txBody>
      </p:sp>
    </p:spTree>
    <p:extLst>
      <p:ext uri="{BB962C8B-B14F-4D97-AF65-F5344CB8AC3E}">
        <p14:creationId xmlns:p14="http://schemas.microsoft.com/office/powerpoint/2010/main" val="127208472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B479713-0D50-44A6-B1F4-4082749E615F}" type="slidenum">
              <a:rPr lang="en-US" smtClean="0"/>
              <a:pPr>
                <a:defRPr/>
              </a:pPr>
              <a:t>14</a:t>
            </a:fld>
            <a:endParaRPr lang="en-US"/>
          </a:p>
        </p:txBody>
      </p:sp>
    </p:spTree>
    <p:extLst>
      <p:ext uri="{BB962C8B-B14F-4D97-AF65-F5344CB8AC3E}">
        <p14:creationId xmlns:p14="http://schemas.microsoft.com/office/powerpoint/2010/main" val="230425409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B479713-0D50-44A6-B1F4-4082749E615F}" type="slidenum">
              <a:rPr lang="en-US" smtClean="0"/>
              <a:pPr>
                <a:defRPr/>
              </a:pPr>
              <a:t>15</a:t>
            </a:fld>
            <a:endParaRPr lang="en-US"/>
          </a:p>
        </p:txBody>
      </p:sp>
    </p:spTree>
    <p:extLst>
      <p:ext uri="{BB962C8B-B14F-4D97-AF65-F5344CB8AC3E}">
        <p14:creationId xmlns:p14="http://schemas.microsoft.com/office/powerpoint/2010/main" val="365145791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B479713-0D50-44A6-B1F4-4082749E615F}" type="slidenum">
              <a:rPr lang="en-US" smtClean="0"/>
              <a:pPr>
                <a:defRPr/>
              </a:pPr>
              <a:t>16</a:t>
            </a:fld>
            <a:endParaRPr lang="en-US"/>
          </a:p>
        </p:txBody>
      </p:sp>
    </p:spTree>
    <p:extLst>
      <p:ext uri="{BB962C8B-B14F-4D97-AF65-F5344CB8AC3E}">
        <p14:creationId xmlns:p14="http://schemas.microsoft.com/office/powerpoint/2010/main" val="36023814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B479713-0D50-44A6-B1F4-4082749E615F}" type="slidenum">
              <a:rPr lang="en-US" smtClean="0"/>
              <a:pPr>
                <a:defRPr/>
              </a:pPr>
              <a:t>17</a:t>
            </a:fld>
            <a:endParaRPr lang="en-US"/>
          </a:p>
        </p:txBody>
      </p:sp>
    </p:spTree>
    <p:extLst>
      <p:ext uri="{BB962C8B-B14F-4D97-AF65-F5344CB8AC3E}">
        <p14:creationId xmlns:p14="http://schemas.microsoft.com/office/powerpoint/2010/main" val="411466648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B479713-0D50-44A6-B1F4-4082749E615F}" type="slidenum">
              <a:rPr lang="en-US" smtClean="0"/>
              <a:pPr>
                <a:defRPr/>
              </a:pPr>
              <a:t>18</a:t>
            </a:fld>
            <a:endParaRPr lang="en-US"/>
          </a:p>
        </p:txBody>
      </p:sp>
    </p:spTree>
    <p:extLst>
      <p:ext uri="{BB962C8B-B14F-4D97-AF65-F5344CB8AC3E}">
        <p14:creationId xmlns:p14="http://schemas.microsoft.com/office/powerpoint/2010/main" val="67329807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B479713-0D50-44A6-B1F4-4082749E615F}" type="slidenum">
              <a:rPr lang="en-US" smtClean="0"/>
              <a:pPr>
                <a:defRPr/>
              </a:pPr>
              <a:t>19</a:t>
            </a:fld>
            <a:endParaRPr lang="en-US"/>
          </a:p>
        </p:txBody>
      </p:sp>
    </p:spTree>
    <p:extLst>
      <p:ext uri="{BB962C8B-B14F-4D97-AF65-F5344CB8AC3E}">
        <p14:creationId xmlns:p14="http://schemas.microsoft.com/office/powerpoint/2010/main" val="276514397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84417D-1188-4C37-8002-C7B0954B3805}" type="slidenum">
              <a:rPr lang="en-US" smtClean="0"/>
              <a:t>20</a:t>
            </a:fld>
            <a:endParaRPr lang="en-US"/>
          </a:p>
        </p:txBody>
      </p:sp>
    </p:spTree>
    <p:extLst>
      <p:ext uri="{BB962C8B-B14F-4D97-AF65-F5344CB8AC3E}">
        <p14:creationId xmlns:p14="http://schemas.microsoft.com/office/powerpoint/2010/main" val="685817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1_Title Slide White">
    <p:bg>
      <p:bgPr>
        <a:solidFill>
          <a:schemeClr val="bg1"/>
        </a:solid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361951" y="3014332"/>
            <a:ext cx="7762875" cy="538609"/>
          </a:xfrm>
          <a:prstGeom prst="rect">
            <a:avLst/>
          </a:prstGeom>
        </p:spPr>
        <p:txBody>
          <a:bodyPr anchor="t" anchorCtr="0"/>
          <a:lstStyle>
            <a:lvl1pPr marL="0" indent="0" algn="l">
              <a:spcBef>
                <a:spcPts val="0"/>
              </a:spcBef>
              <a:spcAft>
                <a:spcPts val="300"/>
              </a:spcAft>
              <a:buNone/>
              <a:defRPr sz="2900" b="0">
                <a:solidFill>
                  <a:schemeClr val="tx2"/>
                </a:solidFill>
                <a:latin typeface="+mn-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name</a:t>
            </a:r>
          </a:p>
        </p:txBody>
      </p:sp>
      <p:sp>
        <p:nvSpPr>
          <p:cNvPr id="7" name="Title 1"/>
          <p:cNvSpPr>
            <a:spLocks noGrp="1"/>
          </p:cNvSpPr>
          <p:nvPr>
            <p:ph type="title" hasCustomPrompt="1"/>
          </p:nvPr>
        </p:nvSpPr>
        <p:spPr>
          <a:xfrm>
            <a:off x="361951" y="1419523"/>
            <a:ext cx="7743825" cy="1272143"/>
          </a:xfrm>
          <a:prstGeom prst="rect">
            <a:avLst/>
          </a:prstGeom>
        </p:spPr>
        <p:txBody>
          <a:bodyPr anchor="b" anchorCtr="0"/>
          <a:lstStyle>
            <a:lvl1pPr algn="l">
              <a:lnSpc>
                <a:spcPts val="4600"/>
              </a:lnSpc>
              <a:spcBef>
                <a:spcPts val="0"/>
              </a:spcBef>
              <a:defRPr sz="4400" b="0" cap="all" spc="-30" baseline="0">
                <a:solidFill>
                  <a:schemeClr val="tx2"/>
                </a:solidFill>
                <a:latin typeface="Arial Black" panose="020B0A04020102020204" pitchFamily="34" charset="0"/>
              </a:defRPr>
            </a:lvl1pPr>
          </a:lstStyle>
          <a:p>
            <a:r>
              <a:rPr lang="en-US"/>
              <a:t>Click to edit master title style</a:t>
            </a:r>
          </a:p>
        </p:txBody>
      </p:sp>
      <p:sp>
        <p:nvSpPr>
          <p:cNvPr id="13" name="Freeform 12"/>
          <p:cNvSpPr>
            <a:spLocks/>
          </p:cNvSpPr>
          <p:nvPr userDrawn="1"/>
        </p:nvSpPr>
        <p:spPr bwMode="auto">
          <a:xfrm>
            <a:off x="7951304" y="384934"/>
            <a:ext cx="1192696" cy="799273"/>
          </a:xfrm>
          <a:custGeom>
            <a:avLst/>
            <a:gdLst>
              <a:gd name="T0" fmla="*/ 88 w 3456"/>
              <a:gd name="T1" fmla="*/ 0 h 2317"/>
              <a:gd name="T2" fmla="*/ 462 w 3456"/>
              <a:gd name="T3" fmla="*/ 0 h 2317"/>
              <a:gd name="T4" fmla="*/ 1159 w 3456"/>
              <a:gd name="T5" fmla="*/ 0 h 2317"/>
              <a:gd name="T6" fmla="*/ 1231 w 3456"/>
              <a:gd name="T7" fmla="*/ 419 h 2317"/>
              <a:gd name="T8" fmla="*/ 953 w 3456"/>
              <a:gd name="T9" fmla="*/ 419 h 2317"/>
              <a:gd name="T10" fmla="*/ 1239 w 3456"/>
              <a:gd name="T11" fmla="*/ 1591 h 2317"/>
              <a:gd name="T12" fmla="*/ 1298 w 3456"/>
              <a:gd name="T13" fmla="*/ 1374 h 2317"/>
              <a:gd name="T14" fmla="*/ 1387 w 3456"/>
              <a:gd name="T15" fmla="*/ 1044 h 2317"/>
              <a:gd name="T16" fmla="*/ 1487 w 3456"/>
              <a:gd name="T17" fmla="*/ 673 h 2317"/>
              <a:gd name="T18" fmla="*/ 1580 w 3456"/>
              <a:gd name="T19" fmla="*/ 328 h 2317"/>
              <a:gd name="T20" fmla="*/ 1646 w 3456"/>
              <a:gd name="T21" fmla="*/ 81 h 2317"/>
              <a:gd name="T22" fmla="*/ 1763 w 3456"/>
              <a:gd name="T23" fmla="*/ 0 h 2317"/>
              <a:gd name="T24" fmla="*/ 2093 w 3456"/>
              <a:gd name="T25" fmla="*/ 0 h 2317"/>
              <a:gd name="T26" fmla="*/ 2122 w 3456"/>
              <a:gd name="T27" fmla="*/ 113 h 2317"/>
              <a:gd name="T28" fmla="*/ 2189 w 3456"/>
              <a:gd name="T29" fmla="*/ 380 h 2317"/>
              <a:gd name="T30" fmla="*/ 2277 w 3456"/>
              <a:gd name="T31" fmla="*/ 734 h 2317"/>
              <a:gd name="T32" fmla="*/ 2369 w 3456"/>
              <a:gd name="T33" fmla="*/ 1105 h 2317"/>
              <a:gd name="T34" fmla="*/ 2447 w 3456"/>
              <a:gd name="T35" fmla="*/ 1420 h 2317"/>
              <a:gd name="T36" fmla="*/ 2496 w 3456"/>
              <a:gd name="T37" fmla="*/ 1611 h 2317"/>
              <a:gd name="T38" fmla="*/ 2634 w 3456"/>
              <a:gd name="T39" fmla="*/ 419 h 2317"/>
              <a:gd name="T40" fmla="*/ 2536 w 3456"/>
              <a:gd name="T41" fmla="*/ 281 h 2317"/>
              <a:gd name="T42" fmla="*/ 2536 w 3456"/>
              <a:gd name="T43" fmla="*/ 0 h 2317"/>
              <a:gd name="T44" fmla="*/ 3215 w 3456"/>
              <a:gd name="T45" fmla="*/ 419 h 2317"/>
              <a:gd name="T46" fmla="*/ 3178 w 3456"/>
              <a:gd name="T47" fmla="*/ 446 h 2317"/>
              <a:gd name="T48" fmla="*/ 3127 w 3456"/>
              <a:gd name="T49" fmla="*/ 640 h 2317"/>
              <a:gd name="T50" fmla="*/ 3041 w 3456"/>
              <a:gd name="T51" fmla="*/ 967 h 2317"/>
              <a:gd name="T52" fmla="*/ 2938 w 3456"/>
              <a:gd name="T53" fmla="*/ 1360 h 2317"/>
              <a:gd name="T54" fmla="*/ 2833 w 3456"/>
              <a:gd name="T55" fmla="*/ 1754 h 2317"/>
              <a:gd name="T56" fmla="*/ 2746 w 3456"/>
              <a:gd name="T57" fmla="*/ 2084 h 2317"/>
              <a:gd name="T58" fmla="*/ 2693 w 3456"/>
              <a:gd name="T59" fmla="*/ 2286 h 2317"/>
              <a:gd name="T60" fmla="*/ 2525 w 3456"/>
              <a:gd name="T61" fmla="*/ 2317 h 2317"/>
              <a:gd name="T62" fmla="*/ 2242 w 3456"/>
              <a:gd name="T63" fmla="*/ 2317 h 2317"/>
              <a:gd name="T64" fmla="*/ 2020 w 3456"/>
              <a:gd name="T65" fmla="*/ 2301 h 2317"/>
              <a:gd name="T66" fmla="*/ 1977 w 3456"/>
              <a:gd name="T67" fmla="*/ 2131 h 2317"/>
              <a:gd name="T68" fmla="*/ 1906 w 3456"/>
              <a:gd name="T69" fmla="*/ 1845 h 2317"/>
              <a:gd name="T70" fmla="*/ 1825 w 3456"/>
              <a:gd name="T71" fmla="*/ 1527 h 2317"/>
              <a:gd name="T72" fmla="*/ 1758 w 3456"/>
              <a:gd name="T73" fmla="*/ 1258 h 2317"/>
              <a:gd name="T74" fmla="*/ 1725 w 3456"/>
              <a:gd name="T75" fmla="*/ 1126 h 2317"/>
              <a:gd name="T76" fmla="*/ 1705 w 3456"/>
              <a:gd name="T77" fmla="*/ 1195 h 2317"/>
              <a:gd name="T78" fmla="*/ 1644 w 3456"/>
              <a:gd name="T79" fmla="*/ 1428 h 2317"/>
              <a:gd name="T80" fmla="*/ 1561 w 3456"/>
              <a:gd name="T81" fmla="*/ 1739 h 2317"/>
              <a:gd name="T82" fmla="*/ 1481 w 3456"/>
              <a:gd name="T83" fmla="*/ 2045 h 2317"/>
              <a:gd name="T84" fmla="*/ 1423 w 3456"/>
              <a:gd name="T85" fmla="*/ 2263 h 2317"/>
              <a:gd name="T86" fmla="*/ 1272 w 3456"/>
              <a:gd name="T87" fmla="*/ 2317 h 2317"/>
              <a:gd name="T88" fmla="*/ 1012 w 3456"/>
              <a:gd name="T89" fmla="*/ 2317 h 2317"/>
              <a:gd name="T90" fmla="*/ 748 w 3456"/>
              <a:gd name="T91" fmla="*/ 2313 h 2317"/>
              <a:gd name="T92" fmla="*/ 711 w 3456"/>
              <a:gd name="T93" fmla="*/ 2169 h 2317"/>
              <a:gd name="T94" fmla="*/ 638 w 3456"/>
              <a:gd name="T95" fmla="*/ 1874 h 2317"/>
              <a:gd name="T96" fmla="*/ 542 w 3456"/>
              <a:gd name="T97" fmla="*/ 1494 h 2317"/>
              <a:gd name="T98" fmla="*/ 442 w 3456"/>
              <a:gd name="T99" fmla="*/ 1093 h 2317"/>
              <a:gd name="T100" fmla="*/ 353 w 3456"/>
              <a:gd name="T101" fmla="*/ 738 h 2317"/>
              <a:gd name="T102" fmla="*/ 291 w 3456"/>
              <a:gd name="T103" fmla="*/ 492 h 2317"/>
              <a:gd name="T104" fmla="*/ 118 w 3456"/>
              <a:gd name="T105" fmla="*/ 419 h 2317"/>
              <a:gd name="T106" fmla="*/ 0 w 3456"/>
              <a:gd name="T107" fmla="*/ 419 h 23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456" h="2317">
                <a:moveTo>
                  <a:pt x="0" y="0"/>
                </a:moveTo>
                <a:lnTo>
                  <a:pt x="15" y="0"/>
                </a:lnTo>
                <a:lnTo>
                  <a:pt x="22" y="0"/>
                </a:lnTo>
                <a:lnTo>
                  <a:pt x="43" y="0"/>
                </a:lnTo>
                <a:lnTo>
                  <a:pt x="71" y="0"/>
                </a:lnTo>
                <a:lnTo>
                  <a:pt x="88" y="0"/>
                </a:lnTo>
                <a:lnTo>
                  <a:pt x="189" y="0"/>
                </a:lnTo>
                <a:lnTo>
                  <a:pt x="237" y="0"/>
                </a:lnTo>
                <a:lnTo>
                  <a:pt x="289" y="0"/>
                </a:lnTo>
                <a:lnTo>
                  <a:pt x="345" y="0"/>
                </a:lnTo>
                <a:lnTo>
                  <a:pt x="402" y="0"/>
                </a:lnTo>
                <a:lnTo>
                  <a:pt x="462" y="0"/>
                </a:lnTo>
                <a:lnTo>
                  <a:pt x="941" y="0"/>
                </a:lnTo>
                <a:lnTo>
                  <a:pt x="993" y="0"/>
                </a:lnTo>
                <a:lnTo>
                  <a:pt x="1042" y="0"/>
                </a:lnTo>
                <a:lnTo>
                  <a:pt x="1106" y="0"/>
                </a:lnTo>
                <a:lnTo>
                  <a:pt x="1125" y="0"/>
                </a:lnTo>
                <a:lnTo>
                  <a:pt x="1159" y="0"/>
                </a:lnTo>
                <a:lnTo>
                  <a:pt x="1188" y="0"/>
                </a:lnTo>
                <a:lnTo>
                  <a:pt x="1231" y="0"/>
                </a:lnTo>
                <a:lnTo>
                  <a:pt x="1231" y="372"/>
                </a:lnTo>
                <a:lnTo>
                  <a:pt x="1231" y="394"/>
                </a:lnTo>
                <a:lnTo>
                  <a:pt x="1231" y="410"/>
                </a:lnTo>
                <a:lnTo>
                  <a:pt x="1231" y="419"/>
                </a:lnTo>
                <a:lnTo>
                  <a:pt x="1082" y="419"/>
                </a:lnTo>
                <a:lnTo>
                  <a:pt x="1053" y="419"/>
                </a:lnTo>
                <a:lnTo>
                  <a:pt x="1024" y="419"/>
                </a:lnTo>
                <a:lnTo>
                  <a:pt x="997" y="419"/>
                </a:lnTo>
                <a:lnTo>
                  <a:pt x="973" y="419"/>
                </a:lnTo>
                <a:lnTo>
                  <a:pt x="953" y="419"/>
                </a:lnTo>
                <a:lnTo>
                  <a:pt x="924" y="419"/>
                </a:lnTo>
                <a:lnTo>
                  <a:pt x="1226" y="1638"/>
                </a:lnTo>
                <a:lnTo>
                  <a:pt x="1227" y="1635"/>
                </a:lnTo>
                <a:lnTo>
                  <a:pt x="1229" y="1627"/>
                </a:lnTo>
                <a:lnTo>
                  <a:pt x="1234" y="1611"/>
                </a:lnTo>
                <a:lnTo>
                  <a:pt x="1239" y="1591"/>
                </a:lnTo>
                <a:lnTo>
                  <a:pt x="1246" y="1566"/>
                </a:lnTo>
                <a:lnTo>
                  <a:pt x="1255" y="1536"/>
                </a:lnTo>
                <a:lnTo>
                  <a:pt x="1264" y="1502"/>
                </a:lnTo>
                <a:lnTo>
                  <a:pt x="1275" y="1463"/>
                </a:lnTo>
                <a:lnTo>
                  <a:pt x="1286" y="1420"/>
                </a:lnTo>
                <a:lnTo>
                  <a:pt x="1298" y="1374"/>
                </a:lnTo>
                <a:lnTo>
                  <a:pt x="1311" y="1325"/>
                </a:lnTo>
                <a:lnTo>
                  <a:pt x="1325" y="1273"/>
                </a:lnTo>
                <a:lnTo>
                  <a:pt x="1339" y="1219"/>
                </a:lnTo>
                <a:lnTo>
                  <a:pt x="1355" y="1162"/>
                </a:lnTo>
                <a:lnTo>
                  <a:pt x="1371" y="1104"/>
                </a:lnTo>
                <a:lnTo>
                  <a:pt x="1387" y="1044"/>
                </a:lnTo>
                <a:lnTo>
                  <a:pt x="1403" y="984"/>
                </a:lnTo>
                <a:lnTo>
                  <a:pt x="1420" y="922"/>
                </a:lnTo>
                <a:lnTo>
                  <a:pt x="1437" y="860"/>
                </a:lnTo>
                <a:lnTo>
                  <a:pt x="1454" y="797"/>
                </a:lnTo>
                <a:lnTo>
                  <a:pt x="1470" y="734"/>
                </a:lnTo>
                <a:lnTo>
                  <a:pt x="1487" y="673"/>
                </a:lnTo>
                <a:lnTo>
                  <a:pt x="1504" y="611"/>
                </a:lnTo>
                <a:lnTo>
                  <a:pt x="1520" y="551"/>
                </a:lnTo>
                <a:lnTo>
                  <a:pt x="1535" y="492"/>
                </a:lnTo>
                <a:lnTo>
                  <a:pt x="1551" y="436"/>
                </a:lnTo>
                <a:lnTo>
                  <a:pt x="1566" y="380"/>
                </a:lnTo>
                <a:lnTo>
                  <a:pt x="1580" y="328"/>
                </a:lnTo>
                <a:lnTo>
                  <a:pt x="1593" y="278"/>
                </a:lnTo>
                <a:lnTo>
                  <a:pt x="1605" y="231"/>
                </a:lnTo>
                <a:lnTo>
                  <a:pt x="1618" y="188"/>
                </a:lnTo>
                <a:lnTo>
                  <a:pt x="1629" y="149"/>
                </a:lnTo>
                <a:lnTo>
                  <a:pt x="1638" y="112"/>
                </a:lnTo>
                <a:lnTo>
                  <a:pt x="1646" y="81"/>
                </a:lnTo>
                <a:lnTo>
                  <a:pt x="1654" y="55"/>
                </a:lnTo>
                <a:lnTo>
                  <a:pt x="1660" y="33"/>
                </a:lnTo>
                <a:lnTo>
                  <a:pt x="1664" y="16"/>
                </a:lnTo>
                <a:lnTo>
                  <a:pt x="1667" y="6"/>
                </a:lnTo>
                <a:lnTo>
                  <a:pt x="1668" y="0"/>
                </a:lnTo>
                <a:lnTo>
                  <a:pt x="1763" y="0"/>
                </a:lnTo>
                <a:lnTo>
                  <a:pt x="1794" y="0"/>
                </a:lnTo>
                <a:lnTo>
                  <a:pt x="1811" y="0"/>
                </a:lnTo>
                <a:lnTo>
                  <a:pt x="1968" y="0"/>
                </a:lnTo>
                <a:lnTo>
                  <a:pt x="1999" y="0"/>
                </a:lnTo>
                <a:lnTo>
                  <a:pt x="2028" y="0"/>
                </a:lnTo>
                <a:lnTo>
                  <a:pt x="2093" y="0"/>
                </a:lnTo>
                <a:lnTo>
                  <a:pt x="2095" y="6"/>
                </a:lnTo>
                <a:lnTo>
                  <a:pt x="2098" y="16"/>
                </a:lnTo>
                <a:lnTo>
                  <a:pt x="2102" y="33"/>
                </a:lnTo>
                <a:lnTo>
                  <a:pt x="2107" y="55"/>
                </a:lnTo>
                <a:lnTo>
                  <a:pt x="2113" y="81"/>
                </a:lnTo>
                <a:lnTo>
                  <a:pt x="2122" y="113"/>
                </a:lnTo>
                <a:lnTo>
                  <a:pt x="2130" y="149"/>
                </a:lnTo>
                <a:lnTo>
                  <a:pt x="2141" y="188"/>
                </a:lnTo>
                <a:lnTo>
                  <a:pt x="2151" y="231"/>
                </a:lnTo>
                <a:lnTo>
                  <a:pt x="2163" y="278"/>
                </a:lnTo>
                <a:lnTo>
                  <a:pt x="2175" y="328"/>
                </a:lnTo>
                <a:lnTo>
                  <a:pt x="2189" y="380"/>
                </a:lnTo>
                <a:lnTo>
                  <a:pt x="2202" y="436"/>
                </a:lnTo>
                <a:lnTo>
                  <a:pt x="2216" y="492"/>
                </a:lnTo>
                <a:lnTo>
                  <a:pt x="2231" y="552"/>
                </a:lnTo>
                <a:lnTo>
                  <a:pt x="2246" y="611"/>
                </a:lnTo>
                <a:lnTo>
                  <a:pt x="2261" y="673"/>
                </a:lnTo>
                <a:lnTo>
                  <a:pt x="2277" y="734"/>
                </a:lnTo>
                <a:lnTo>
                  <a:pt x="2292" y="797"/>
                </a:lnTo>
                <a:lnTo>
                  <a:pt x="2308" y="860"/>
                </a:lnTo>
                <a:lnTo>
                  <a:pt x="2323" y="922"/>
                </a:lnTo>
                <a:lnTo>
                  <a:pt x="2339" y="984"/>
                </a:lnTo>
                <a:lnTo>
                  <a:pt x="2354" y="1044"/>
                </a:lnTo>
                <a:lnTo>
                  <a:pt x="2369" y="1105"/>
                </a:lnTo>
                <a:lnTo>
                  <a:pt x="2384" y="1162"/>
                </a:lnTo>
                <a:lnTo>
                  <a:pt x="2397" y="1219"/>
                </a:lnTo>
                <a:lnTo>
                  <a:pt x="2411" y="1273"/>
                </a:lnTo>
                <a:lnTo>
                  <a:pt x="2423" y="1325"/>
                </a:lnTo>
                <a:lnTo>
                  <a:pt x="2436" y="1374"/>
                </a:lnTo>
                <a:lnTo>
                  <a:pt x="2447" y="1420"/>
                </a:lnTo>
                <a:lnTo>
                  <a:pt x="2458" y="1463"/>
                </a:lnTo>
                <a:lnTo>
                  <a:pt x="2467" y="1502"/>
                </a:lnTo>
                <a:lnTo>
                  <a:pt x="2477" y="1536"/>
                </a:lnTo>
                <a:lnTo>
                  <a:pt x="2484" y="1565"/>
                </a:lnTo>
                <a:lnTo>
                  <a:pt x="2490" y="1591"/>
                </a:lnTo>
                <a:lnTo>
                  <a:pt x="2496" y="1611"/>
                </a:lnTo>
                <a:lnTo>
                  <a:pt x="2499" y="1627"/>
                </a:lnTo>
                <a:lnTo>
                  <a:pt x="2501" y="1635"/>
                </a:lnTo>
                <a:lnTo>
                  <a:pt x="2502" y="1638"/>
                </a:lnTo>
                <a:lnTo>
                  <a:pt x="2831" y="419"/>
                </a:lnTo>
                <a:lnTo>
                  <a:pt x="2663" y="419"/>
                </a:lnTo>
                <a:lnTo>
                  <a:pt x="2634" y="419"/>
                </a:lnTo>
                <a:lnTo>
                  <a:pt x="2607" y="419"/>
                </a:lnTo>
                <a:lnTo>
                  <a:pt x="2582" y="419"/>
                </a:lnTo>
                <a:lnTo>
                  <a:pt x="2562" y="419"/>
                </a:lnTo>
                <a:lnTo>
                  <a:pt x="2546" y="419"/>
                </a:lnTo>
                <a:lnTo>
                  <a:pt x="2536" y="419"/>
                </a:lnTo>
                <a:lnTo>
                  <a:pt x="2536" y="281"/>
                </a:lnTo>
                <a:lnTo>
                  <a:pt x="2536" y="246"/>
                </a:lnTo>
                <a:lnTo>
                  <a:pt x="2536" y="209"/>
                </a:lnTo>
                <a:lnTo>
                  <a:pt x="2536" y="47"/>
                </a:lnTo>
                <a:lnTo>
                  <a:pt x="2536" y="26"/>
                </a:lnTo>
                <a:lnTo>
                  <a:pt x="2536" y="10"/>
                </a:lnTo>
                <a:lnTo>
                  <a:pt x="2536" y="0"/>
                </a:lnTo>
                <a:lnTo>
                  <a:pt x="3456" y="0"/>
                </a:lnTo>
                <a:lnTo>
                  <a:pt x="3456" y="419"/>
                </a:lnTo>
                <a:lnTo>
                  <a:pt x="3283" y="419"/>
                </a:lnTo>
                <a:lnTo>
                  <a:pt x="3258" y="419"/>
                </a:lnTo>
                <a:lnTo>
                  <a:pt x="3234" y="419"/>
                </a:lnTo>
                <a:lnTo>
                  <a:pt x="3215" y="419"/>
                </a:lnTo>
                <a:lnTo>
                  <a:pt x="3199" y="419"/>
                </a:lnTo>
                <a:lnTo>
                  <a:pt x="3189" y="419"/>
                </a:lnTo>
                <a:lnTo>
                  <a:pt x="3186" y="419"/>
                </a:lnTo>
                <a:lnTo>
                  <a:pt x="3185" y="422"/>
                </a:lnTo>
                <a:lnTo>
                  <a:pt x="3183" y="431"/>
                </a:lnTo>
                <a:lnTo>
                  <a:pt x="3178" y="446"/>
                </a:lnTo>
                <a:lnTo>
                  <a:pt x="3173" y="466"/>
                </a:lnTo>
                <a:lnTo>
                  <a:pt x="3166" y="492"/>
                </a:lnTo>
                <a:lnTo>
                  <a:pt x="3159" y="522"/>
                </a:lnTo>
                <a:lnTo>
                  <a:pt x="3149" y="558"/>
                </a:lnTo>
                <a:lnTo>
                  <a:pt x="3139" y="597"/>
                </a:lnTo>
                <a:lnTo>
                  <a:pt x="3127" y="640"/>
                </a:lnTo>
                <a:lnTo>
                  <a:pt x="3115" y="687"/>
                </a:lnTo>
                <a:lnTo>
                  <a:pt x="3101" y="738"/>
                </a:lnTo>
                <a:lnTo>
                  <a:pt x="3087" y="791"/>
                </a:lnTo>
                <a:lnTo>
                  <a:pt x="3073" y="847"/>
                </a:lnTo>
                <a:lnTo>
                  <a:pt x="3057" y="906"/>
                </a:lnTo>
                <a:lnTo>
                  <a:pt x="3041" y="967"/>
                </a:lnTo>
                <a:lnTo>
                  <a:pt x="3025" y="1029"/>
                </a:lnTo>
                <a:lnTo>
                  <a:pt x="3008" y="1093"/>
                </a:lnTo>
                <a:lnTo>
                  <a:pt x="2990" y="1159"/>
                </a:lnTo>
                <a:lnTo>
                  <a:pt x="2973" y="1225"/>
                </a:lnTo>
                <a:lnTo>
                  <a:pt x="2955" y="1292"/>
                </a:lnTo>
                <a:lnTo>
                  <a:pt x="2938" y="1360"/>
                </a:lnTo>
                <a:lnTo>
                  <a:pt x="2920" y="1427"/>
                </a:lnTo>
                <a:lnTo>
                  <a:pt x="2902" y="1494"/>
                </a:lnTo>
                <a:lnTo>
                  <a:pt x="2884" y="1560"/>
                </a:lnTo>
                <a:lnTo>
                  <a:pt x="2867" y="1626"/>
                </a:lnTo>
                <a:lnTo>
                  <a:pt x="2850" y="1691"/>
                </a:lnTo>
                <a:lnTo>
                  <a:pt x="2833" y="1754"/>
                </a:lnTo>
                <a:lnTo>
                  <a:pt x="2817" y="1815"/>
                </a:lnTo>
                <a:lnTo>
                  <a:pt x="2801" y="1874"/>
                </a:lnTo>
                <a:lnTo>
                  <a:pt x="2787" y="1931"/>
                </a:lnTo>
                <a:lnTo>
                  <a:pt x="2772" y="1985"/>
                </a:lnTo>
                <a:lnTo>
                  <a:pt x="2759" y="2036"/>
                </a:lnTo>
                <a:lnTo>
                  <a:pt x="2746" y="2084"/>
                </a:lnTo>
                <a:lnTo>
                  <a:pt x="2734" y="2128"/>
                </a:lnTo>
                <a:lnTo>
                  <a:pt x="2724" y="2169"/>
                </a:lnTo>
                <a:lnTo>
                  <a:pt x="2715" y="2205"/>
                </a:lnTo>
                <a:lnTo>
                  <a:pt x="2706" y="2237"/>
                </a:lnTo>
                <a:lnTo>
                  <a:pt x="2699" y="2264"/>
                </a:lnTo>
                <a:lnTo>
                  <a:pt x="2693" y="2286"/>
                </a:lnTo>
                <a:lnTo>
                  <a:pt x="2688" y="2302"/>
                </a:lnTo>
                <a:lnTo>
                  <a:pt x="2686" y="2313"/>
                </a:lnTo>
                <a:lnTo>
                  <a:pt x="2684" y="2317"/>
                </a:lnTo>
                <a:lnTo>
                  <a:pt x="2584" y="2317"/>
                </a:lnTo>
                <a:lnTo>
                  <a:pt x="2548" y="2317"/>
                </a:lnTo>
                <a:lnTo>
                  <a:pt x="2525" y="2317"/>
                </a:lnTo>
                <a:lnTo>
                  <a:pt x="2490" y="2317"/>
                </a:lnTo>
                <a:lnTo>
                  <a:pt x="2466" y="2317"/>
                </a:lnTo>
                <a:lnTo>
                  <a:pt x="2422" y="2317"/>
                </a:lnTo>
                <a:lnTo>
                  <a:pt x="2312" y="2317"/>
                </a:lnTo>
                <a:lnTo>
                  <a:pt x="2286" y="2317"/>
                </a:lnTo>
                <a:lnTo>
                  <a:pt x="2242" y="2317"/>
                </a:lnTo>
                <a:lnTo>
                  <a:pt x="2058" y="2317"/>
                </a:lnTo>
                <a:lnTo>
                  <a:pt x="2045" y="2317"/>
                </a:lnTo>
                <a:lnTo>
                  <a:pt x="2032" y="2317"/>
                </a:lnTo>
                <a:lnTo>
                  <a:pt x="2024" y="2317"/>
                </a:lnTo>
                <a:lnTo>
                  <a:pt x="2023" y="2312"/>
                </a:lnTo>
                <a:lnTo>
                  <a:pt x="2020" y="2301"/>
                </a:lnTo>
                <a:lnTo>
                  <a:pt x="2016" y="2285"/>
                </a:lnTo>
                <a:lnTo>
                  <a:pt x="2011" y="2263"/>
                </a:lnTo>
                <a:lnTo>
                  <a:pt x="2003" y="2236"/>
                </a:lnTo>
                <a:lnTo>
                  <a:pt x="1996" y="2205"/>
                </a:lnTo>
                <a:lnTo>
                  <a:pt x="1988" y="2170"/>
                </a:lnTo>
                <a:lnTo>
                  <a:pt x="1977" y="2131"/>
                </a:lnTo>
                <a:lnTo>
                  <a:pt x="1967" y="2089"/>
                </a:lnTo>
                <a:lnTo>
                  <a:pt x="1956" y="2045"/>
                </a:lnTo>
                <a:lnTo>
                  <a:pt x="1944" y="1998"/>
                </a:lnTo>
                <a:lnTo>
                  <a:pt x="1931" y="1948"/>
                </a:lnTo>
                <a:lnTo>
                  <a:pt x="1919" y="1897"/>
                </a:lnTo>
                <a:lnTo>
                  <a:pt x="1906" y="1845"/>
                </a:lnTo>
                <a:lnTo>
                  <a:pt x="1892" y="1792"/>
                </a:lnTo>
                <a:lnTo>
                  <a:pt x="1879" y="1739"/>
                </a:lnTo>
                <a:lnTo>
                  <a:pt x="1865" y="1684"/>
                </a:lnTo>
                <a:lnTo>
                  <a:pt x="1852" y="1631"/>
                </a:lnTo>
                <a:lnTo>
                  <a:pt x="1839" y="1578"/>
                </a:lnTo>
                <a:lnTo>
                  <a:pt x="1825" y="1527"/>
                </a:lnTo>
                <a:lnTo>
                  <a:pt x="1813" y="1476"/>
                </a:lnTo>
                <a:lnTo>
                  <a:pt x="1801" y="1428"/>
                </a:lnTo>
                <a:lnTo>
                  <a:pt x="1790" y="1381"/>
                </a:lnTo>
                <a:lnTo>
                  <a:pt x="1778" y="1337"/>
                </a:lnTo>
                <a:lnTo>
                  <a:pt x="1768" y="1296"/>
                </a:lnTo>
                <a:lnTo>
                  <a:pt x="1758" y="1258"/>
                </a:lnTo>
                <a:lnTo>
                  <a:pt x="1750" y="1225"/>
                </a:lnTo>
                <a:lnTo>
                  <a:pt x="1743" y="1195"/>
                </a:lnTo>
                <a:lnTo>
                  <a:pt x="1736" y="1170"/>
                </a:lnTo>
                <a:lnTo>
                  <a:pt x="1731" y="1150"/>
                </a:lnTo>
                <a:lnTo>
                  <a:pt x="1727" y="1135"/>
                </a:lnTo>
                <a:lnTo>
                  <a:pt x="1725" y="1126"/>
                </a:lnTo>
                <a:lnTo>
                  <a:pt x="1725" y="1123"/>
                </a:lnTo>
                <a:lnTo>
                  <a:pt x="1724" y="1126"/>
                </a:lnTo>
                <a:lnTo>
                  <a:pt x="1722" y="1135"/>
                </a:lnTo>
                <a:lnTo>
                  <a:pt x="1718" y="1150"/>
                </a:lnTo>
                <a:lnTo>
                  <a:pt x="1712" y="1170"/>
                </a:lnTo>
                <a:lnTo>
                  <a:pt x="1705" y="1195"/>
                </a:lnTo>
                <a:lnTo>
                  <a:pt x="1698" y="1225"/>
                </a:lnTo>
                <a:lnTo>
                  <a:pt x="1688" y="1258"/>
                </a:lnTo>
                <a:lnTo>
                  <a:pt x="1679" y="1296"/>
                </a:lnTo>
                <a:lnTo>
                  <a:pt x="1668" y="1337"/>
                </a:lnTo>
                <a:lnTo>
                  <a:pt x="1657" y="1381"/>
                </a:lnTo>
                <a:lnTo>
                  <a:pt x="1644" y="1428"/>
                </a:lnTo>
                <a:lnTo>
                  <a:pt x="1632" y="1476"/>
                </a:lnTo>
                <a:lnTo>
                  <a:pt x="1618" y="1527"/>
                </a:lnTo>
                <a:lnTo>
                  <a:pt x="1604" y="1578"/>
                </a:lnTo>
                <a:lnTo>
                  <a:pt x="1591" y="1631"/>
                </a:lnTo>
                <a:lnTo>
                  <a:pt x="1576" y="1684"/>
                </a:lnTo>
                <a:lnTo>
                  <a:pt x="1561" y="1739"/>
                </a:lnTo>
                <a:lnTo>
                  <a:pt x="1548" y="1792"/>
                </a:lnTo>
                <a:lnTo>
                  <a:pt x="1534" y="1845"/>
                </a:lnTo>
                <a:lnTo>
                  <a:pt x="1520" y="1897"/>
                </a:lnTo>
                <a:lnTo>
                  <a:pt x="1507" y="1948"/>
                </a:lnTo>
                <a:lnTo>
                  <a:pt x="1493" y="1998"/>
                </a:lnTo>
                <a:lnTo>
                  <a:pt x="1481" y="2045"/>
                </a:lnTo>
                <a:lnTo>
                  <a:pt x="1469" y="2089"/>
                </a:lnTo>
                <a:lnTo>
                  <a:pt x="1458" y="2131"/>
                </a:lnTo>
                <a:lnTo>
                  <a:pt x="1448" y="2170"/>
                </a:lnTo>
                <a:lnTo>
                  <a:pt x="1439" y="2205"/>
                </a:lnTo>
                <a:lnTo>
                  <a:pt x="1431" y="2236"/>
                </a:lnTo>
                <a:lnTo>
                  <a:pt x="1423" y="2263"/>
                </a:lnTo>
                <a:lnTo>
                  <a:pt x="1418" y="2285"/>
                </a:lnTo>
                <a:lnTo>
                  <a:pt x="1414" y="2301"/>
                </a:lnTo>
                <a:lnTo>
                  <a:pt x="1411" y="2312"/>
                </a:lnTo>
                <a:lnTo>
                  <a:pt x="1410" y="2317"/>
                </a:lnTo>
                <a:lnTo>
                  <a:pt x="1308" y="2317"/>
                </a:lnTo>
                <a:lnTo>
                  <a:pt x="1272" y="2317"/>
                </a:lnTo>
                <a:lnTo>
                  <a:pt x="1250" y="2317"/>
                </a:lnTo>
                <a:lnTo>
                  <a:pt x="1215" y="2317"/>
                </a:lnTo>
                <a:lnTo>
                  <a:pt x="1191" y="2317"/>
                </a:lnTo>
                <a:lnTo>
                  <a:pt x="1147" y="2317"/>
                </a:lnTo>
                <a:lnTo>
                  <a:pt x="1037" y="2317"/>
                </a:lnTo>
                <a:lnTo>
                  <a:pt x="1012" y="2317"/>
                </a:lnTo>
                <a:lnTo>
                  <a:pt x="968" y="2317"/>
                </a:lnTo>
                <a:lnTo>
                  <a:pt x="782" y="2317"/>
                </a:lnTo>
                <a:lnTo>
                  <a:pt x="771" y="2317"/>
                </a:lnTo>
                <a:lnTo>
                  <a:pt x="756" y="2317"/>
                </a:lnTo>
                <a:lnTo>
                  <a:pt x="749" y="2317"/>
                </a:lnTo>
                <a:lnTo>
                  <a:pt x="748" y="2313"/>
                </a:lnTo>
                <a:lnTo>
                  <a:pt x="745" y="2301"/>
                </a:lnTo>
                <a:lnTo>
                  <a:pt x="740" y="2286"/>
                </a:lnTo>
                <a:lnTo>
                  <a:pt x="735" y="2264"/>
                </a:lnTo>
                <a:lnTo>
                  <a:pt x="729" y="2237"/>
                </a:lnTo>
                <a:lnTo>
                  <a:pt x="721" y="2205"/>
                </a:lnTo>
                <a:lnTo>
                  <a:pt x="711" y="2169"/>
                </a:lnTo>
                <a:lnTo>
                  <a:pt x="702" y="2128"/>
                </a:lnTo>
                <a:lnTo>
                  <a:pt x="690" y="2084"/>
                </a:lnTo>
                <a:lnTo>
                  <a:pt x="679" y="2036"/>
                </a:lnTo>
                <a:lnTo>
                  <a:pt x="665" y="1985"/>
                </a:lnTo>
                <a:lnTo>
                  <a:pt x="651" y="1931"/>
                </a:lnTo>
                <a:lnTo>
                  <a:pt x="638" y="1874"/>
                </a:lnTo>
                <a:lnTo>
                  <a:pt x="623" y="1815"/>
                </a:lnTo>
                <a:lnTo>
                  <a:pt x="607" y="1753"/>
                </a:lnTo>
                <a:lnTo>
                  <a:pt x="592" y="1691"/>
                </a:lnTo>
                <a:lnTo>
                  <a:pt x="576" y="1626"/>
                </a:lnTo>
                <a:lnTo>
                  <a:pt x="559" y="1560"/>
                </a:lnTo>
                <a:lnTo>
                  <a:pt x="542" y="1494"/>
                </a:lnTo>
                <a:lnTo>
                  <a:pt x="526" y="1427"/>
                </a:lnTo>
                <a:lnTo>
                  <a:pt x="509" y="1360"/>
                </a:lnTo>
                <a:lnTo>
                  <a:pt x="492" y="1292"/>
                </a:lnTo>
                <a:lnTo>
                  <a:pt x="474" y="1225"/>
                </a:lnTo>
                <a:lnTo>
                  <a:pt x="459" y="1159"/>
                </a:lnTo>
                <a:lnTo>
                  <a:pt x="442" y="1093"/>
                </a:lnTo>
                <a:lnTo>
                  <a:pt x="426" y="1029"/>
                </a:lnTo>
                <a:lnTo>
                  <a:pt x="411" y="966"/>
                </a:lnTo>
                <a:lnTo>
                  <a:pt x="395" y="906"/>
                </a:lnTo>
                <a:lnTo>
                  <a:pt x="380" y="847"/>
                </a:lnTo>
                <a:lnTo>
                  <a:pt x="367" y="791"/>
                </a:lnTo>
                <a:lnTo>
                  <a:pt x="353" y="738"/>
                </a:lnTo>
                <a:lnTo>
                  <a:pt x="340" y="687"/>
                </a:lnTo>
                <a:lnTo>
                  <a:pt x="328" y="640"/>
                </a:lnTo>
                <a:lnTo>
                  <a:pt x="317" y="597"/>
                </a:lnTo>
                <a:lnTo>
                  <a:pt x="308" y="558"/>
                </a:lnTo>
                <a:lnTo>
                  <a:pt x="298" y="522"/>
                </a:lnTo>
                <a:lnTo>
                  <a:pt x="291" y="492"/>
                </a:lnTo>
                <a:lnTo>
                  <a:pt x="285" y="466"/>
                </a:lnTo>
                <a:lnTo>
                  <a:pt x="280" y="446"/>
                </a:lnTo>
                <a:lnTo>
                  <a:pt x="275" y="431"/>
                </a:lnTo>
                <a:lnTo>
                  <a:pt x="273" y="422"/>
                </a:lnTo>
                <a:lnTo>
                  <a:pt x="272" y="419"/>
                </a:lnTo>
                <a:lnTo>
                  <a:pt x="118" y="419"/>
                </a:lnTo>
                <a:lnTo>
                  <a:pt x="91" y="419"/>
                </a:lnTo>
                <a:lnTo>
                  <a:pt x="66" y="419"/>
                </a:lnTo>
                <a:lnTo>
                  <a:pt x="43" y="419"/>
                </a:lnTo>
                <a:lnTo>
                  <a:pt x="24" y="419"/>
                </a:lnTo>
                <a:lnTo>
                  <a:pt x="9" y="419"/>
                </a:lnTo>
                <a:lnTo>
                  <a:pt x="0" y="419"/>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nvGrpSpPr>
          <p:cNvPr id="5" name="Group 4"/>
          <p:cNvGrpSpPr/>
          <p:nvPr userDrawn="1"/>
        </p:nvGrpSpPr>
        <p:grpSpPr>
          <a:xfrm>
            <a:off x="0" y="4913906"/>
            <a:ext cx="9144000" cy="229594"/>
            <a:chOff x="0" y="4913906"/>
            <a:chExt cx="9144000" cy="229594"/>
          </a:xfrm>
        </p:grpSpPr>
        <p:pic>
          <p:nvPicPr>
            <p:cNvPr id="19" name="Picture 350" descr="C:\Users\Sarah\Documents\_SSD_Business\Clients\AKA Design\1388_UW Foster PPT template\Art\RainAngle-purple_CESMAS.png"/>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t="-4807"/>
            <a:stretch/>
          </p:blipFill>
          <p:spPr bwMode="auto">
            <a:xfrm>
              <a:off x="0" y="4913906"/>
              <a:ext cx="9144000" cy="229594"/>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350" descr="C:\Users\Sarah\Documents\_SSD_Business\Clients\AKA Design\1388_UW Foster PPT template\Art\RainAngle-purple_CESMAS.png"/>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t="-4807"/>
            <a:stretch/>
          </p:blipFill>
          <p:spPr bwMode="auto">
            <a:xfrm>
              <a:off x="0" y="4913906"/>
              <a:ext cx="9144000" cy="229594"/>
            </a:xfrm>
            <a:prstGeom prst="rect">
              <a:avLst/>
            </a:prstGeom>
            <a:noFill/>
            <a:extLst>
              <a:ext uri="{909E8E84-426E-40DD-AFC4-6F175D3DCCD1}">
                <a14:hiddenFill xmlns:a14="http://schemas.microsoft.com/office/drawing/2010/main">
                  <a:solidFill>
                    <a:srgbClr val="FFFFFF"/>
                  </a:solidFill>
                </a14:hiddenFill>
              </a:ext>
            </a:extLst>
          </p:spPr>
        </p:pic>
      </p:grpSp>
      <p:sp>
        <p:nvSpPr>
          <p:cNvPr id="14" name="Freeform 8"/>
          <p:cNvSpPr>
            <a:spLocks/>
          </p:cNvSpPr>
          <p:nvPr userDrawn="1"/>
        </p:nvSpPr>
        <p:spPr bwMode="auto">
          <a:xfrm>
            <a:off x="0" y="2715182"/>
            <a:ext cx="4876038" cy="127000"/>
          </a:xfrm>
          <a:custGeom>
            <a:avLst/>
            <a:gdLst/>
            <a:ahLst/>
            <a:cxnLst/>
            <a:rect l="l" t="t" r="r" b="b"/>
            <a:pathLst>
              <a:path w="4876038" h="127000">
                <a:moveTo>
                  <a:pt x="0" y="0"/>
                </a:moveTo>
                <a:lnTo>
                  <a:pt x="1651376" y="0"/>
                </a:lnTo>
                <a:lnTo>
                  <a:pt x="3224662" y="0"/>
                </a:lnTo>
                <a:lnTo>
                  <a:pt x="4876038" y="0"/>
                </a:lnTo>
                <a:lnTo>
                  <a:pt x="4842701" y="127000"/>
                </a:lnTo>
                <a:lnTo>
                  <a:pt x="3191325" y="127000"/>
                </a:lnTo>
                <a:lnTo>
                  <a:pt x="1651376" y="127000"/>
                </a:lnTo>
                <a:lnTo>
                  <a:pt x="0" y="127000"/>
                </a:lnTo>
                <a:close/>
              </a:path>
            </a:pathLst>
          </a:cu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lang="en-US">
              <a:solidFill>
                <a:schemeClr val="lt1"/>
              </a:solidFill>
              <a:latin typeface="+mn-lt"/>
              <a:cs typeface="+mn-cs"/>
            </a:endParaRPr>
          </a:p>
        </p:txBody>
      </p:sp>
      <p:pic>
        <p:nvPicPr>
          <p:cNvPr id="16" name="Picture 15"/>
          <p:cNvPicPr>
            <a:picLocks noChangeAspect="1"/>
          </p:cNvPicPr>
          <p:nvPr userDrawn="1"/>
        </p:nvPicPr>
        <p:blipFill>
          <a:blip r:embed="rId3"/>
          <a:stretch>
            <a:fillRect/>
          </a:stretch>
        </p:blipFill>
        <p:spPr>
          <a:xfrm>
            <a:off x="315569" y="404086"/>
            <a:ext cx="2240279" cy="640080"/>
          </a:xfrm>
          <a:prstGeom prst="rect">
            <a:avLst/>
          </a:prstGeom>
        </p:spPr>
      </p:pic>
    </p:spTree>
    <p:extLst>
      <p:ext uri="{BB962C8B-B14F-4D97-AF65-F5344CB8AC3E}">
        <p14:creationId xmlns:p14="http://schemas.microsoft.com/office/powerpoint/2010/main" val="2114452014"/>
      </p:ext>
    </p:extLst>
  </p:cSld>
  <p:clrMapOvr>
    <a:masterClrMapping/>
  </p:clrMapOvr>
  <p:extLst>
    <p:ext uri="{DCECCB84-F9BA-43D5-87BE-67443E8EF086}">
      <p15:sldGuideLst xmlns:p15="http://schemas.microsoft.com/office/powerpoint/2012/main">
        <p15:guide id="1" pos="2880" userDrawn="1">
          <p15:clr>
            <a:srgbClr val="FBAE40"/>
          </p15:clr>
        </p15:guide>
        <p15:guide id="2" pos="5568" userDrawn="1">
          <p15:clr>
            <a:srgbClr val="FBAE40"/>
          </p15:clr>
        </p15:guide>
        <p15:guide id="3" pos="322"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_Section header_purple">
    <p:bg>
      <p:bgPr>
        <a:solidFill>
          <a:schemeClr val="tx2"/>
        </a:solid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361951" y="3035188"/>
            <a:ext cx="7762875" cy="530915"/>
          </a:xfrm>
          <a:prstGeom prst="rect">
            <a:avLst/>
          </a:prstGeom>
        </p:spPr>
        <p:txBody>
          <a:bodyPr anchor="t" anchorCtr="0"/>
          <a:lstStyle>
            <a:lvl1pPr marL="0" indent="0" algn="l">
              <a:spcBef>
                <a:spcPts val="0"/>
              </a:spcBef>
              <a:spcAft>
                <a:spcPts val="300"/>
              </a:spcAft>
              <a:buNone/>
              <a:defRPr sz="2850" b="0">
                <a:solidFill>
                  <a:schemeClr val="bg2"/>
                </a:solidFill>
                <a:latin typeface="+mj-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name</a:t>
            </a:r>
          </a:p>
        </p:txBody>
      </p:sp>
      <p:sp>
        <p:nvSpPr>
          <p:cNvPr id="7" name="Title 1"/>
          <p:cNvSpPr>
            <a:spLocks noGrp="1"/>
          </p:cNvSpPr>
          <p:nvPr>
            <p:ph type="title" hasCustomPrompt="1"/>
          </p:nvPr>
        </p:nvSpPr>
        <p:spPr>
          <a:xfrm>
            <a:off x="361951" y="1568359"/>
            <a:ext cx="7743825" cy="1118255"/>
          </a:xfrm>
          <a:prstGeom prst="rect">
            <a:avLst/>
          </a:prstGeom>
        </p:spPr>
        <p:txBody>
          <a:bodyPr anchor="t" anchorCtr="0"/>
          <a:lstStyle>
            <a:lvl1pPr algn="l">
              <a:lnSpc>
                <a:spcPts val="4000"/>
              </a:lnSpc>
              <a:spcBef>
                <a:spcPts val="0"/>
              </a:spcBef>
              <a:defRPr sz="3800" b="0" cap="all" spc="-30" baseline="0">
                <a:solidFill>
                  <a:schemeClr val="bg2"/>
                </a:solidFill>
                <a:latin typeface="Arial Black" panose="020B0A04020102020204" pitchFamily="34" charset="0"/>
              </a:defRPr>
            </a:lvl1pPr>
          </a:lstStyle>
          <a:p>
            <a:r>
              <a:rPr lang="en-US"/>
              <a:t>This Click to edit master title style</a:t>
            </a:r>
          </a:p>
        </p:txBody>
      </p:sp>
      <p:sp>
        <p:nvSpPr>
          <p:cNvPr id="11" name="Freeform 8"/>
          <p:cNvSpPr>
            <a:spLocks/>
          </p:cNvSpPr>
          <p:nvPr userDrawn="1"/>
        </p:nvSpPr>
        <p:spPr bwMode="auto">
          <a:xfrm>
            <a:off x="-2866" y="2715182"/>
            <a:ext cx="2560320" cy="127000"/>
          </a:xfrm>
          <a:custGeom>
            <a:avLst/>
            <a:gdLst/>
            <a:ahLst/>
            <a:cxnLst/>
            <a:rect l="l" t="t" r="r" b="b"/>
            <a:pathLst>
              <a:path w="3224662" h="127000">
                <a:moveTo>
                  <a:pt x="0" y="0"/>
                </a:moveTo>
                <a:lnTo>
                  <a:pt x="3224662" y="0"/>
                </a:lnTo>
                <a:lnTo>
                  <a:pt x="3191325" y="127000"/>
                </a:lnTo>
                <a:lnTo>
                  <a:pt x="0" y="127000"/>
                </a:lnTo>
                <a:close/>
              </a:path>
            </a:pathLst>
          </a:cu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lang="en-US">
              <a:solidFill>
                <a:schemeClr val="lt1"/>
              </a:solidFill>
              <a:latin typeface="+mn-lt"/>
              <a:cs typeface="+mn-cs"/>
            </a:endParaRPr>
          </a:p>
        </p:txBody>
      </p:sp>
      <p:pic>
        <p:nvPicPr>
          <p:cNvPr id="12" name="Picture 11"/>
          <p:cNvPicPr>
            <a:picLocks noChangeAspect="1"/>
          </p:cNvPicPr>
          <p:nvPr userDrawn="1"/>
        </p:nvPicPr>
        <p:blipFill>
          <a:blip r:embed="rId2"/>
          <a:stretch>
            <a:fillRect/>
          </a:stretch>
        </p:blipFill>
        <p:spPr>
          <a:xfrm>
            <a:off x="7086600" y="4448832"/>
            <a:ext cx="1920239" cy="548640"/>
          </a:xfrm>
          <a:prstGeom prst="rect">
            <a:avLst/>
          </a:prstGeom>
        </p:spPr>
      </p:pic>
    </p:spTree>
    <p:extLst>
      <p:ext uri="{BB962C8B-B14F-4D97-AF65-F5344CB8AC3E}">
        <p14:creationId xmlns:p14="http://schemas.microsoft.com/office/powerpoint/2010/main" val="21338323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61950" y="332845"/>
            <a:ext cx="8305800" cy="769441"/>
          </a:xfrm>
          <a:prstGeom prst="rect">
            <a:avLst/>
          </a:prstGeom>
        </p:spPr>
        <p:txBody>
          <a:bodyPr vert="horz" wrap="square" lIns="91440" tIns="45720" rIns="91440" bIns="45720" rtlCol="0" anchor="t" anchorCtr="0">
            <a:spAutoFit/>
          </a:bodyPr>
          <a:lstStyle>
            <a:lvl1pPr>
              <a:defRPr lang="en-US" sz="4400" dirty="0"/>
            </a:lvl1pPr>
          </a:lstStyle>
          <a:p>
            <a:pPr lvl="0"/>
            <a:r>
              <a:rPr lang="en-US"/>
              <a:t>Click to edit Master title style</a:t>
            </a:r>
          </a:p>
        </p:txBody>
      </p:sp>
      <p:sp>
        <p:nvSpPr>
          <p:cNvPr id="3" name="Content Placeholder 2"/>
          <p:cNvSpPr>
            <a:spLocks noGrp="1"/>
          </p:cNvSpPr>
          <p:nvPr>
            <p:ph idx="1"/>
          </p:nvPr>
        </p:nvSpPr>
        <p:spPr>
          <a:xfrm>
            <a:off x="361950" y="1000125"/>
            <a:ext cx="8229600" cy="1577355"/>
          </a:xfrm>
          <a:prstGeom prst="rect">
            <a:avLst/>
          </a:prstGeom>
        </p:spPr>
        <p:txBody>
          <a:bodyPr vert="horz" wrap="square" lIns="137160" tIns="45720" rIns="91440" bIns="45720" rtlCol="0">
            <a:spAutoFit/>
          </a:bodyPr>
          <a:lstStyle>
            <a:lvl1pPr>
              <a:defRPr lang="en-US" sz="3200" dirty="0" smtClean="0"/>
            </a:lvl1pPr>
            <a:lvl2pPr>
              <a:defRPr lang="en-US" dirty="0" smtClean="0"/>
            </a:lvl2pPr>
            <a:lvl3pPr>
              <a:defRPr lang="en-US" dirty="0" smtClean="0"/>
            </a:lvl3pPr>
            <a:lvl4pPr>
              <a:defRPr lang="en-US" dirty="0"/>
            </a:lvl4pPr>
          </a:lstStyle>
          <a:p>
            <a:pPr lvl="0"/>
            <a:r>
              <a:rPr lang="en-US"/>
              <a:t>Click to edit Master text styles</a:t>
            </a:r>
          </a:p>
          <a:p>
            <a:pPr lvl="1"/>
            <a:r>
              <a:rPr lang="en-US"/>
              <a:t>Second level</a:t>
            </a:r>
          </a:p>
          <a:p>
            <a:pPr lvl="2"/>
            <a:r>
              <a:rPr lang="en-US"/>
              <a:t>Third level</a:t>
            </a:r>
          </a:p>
          <a:p>
            <a:pPr lvl="3"/>
            <a:r>
              <a:rPr lang="en-US"/>
              <a:t>Fourth level</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Bullet">
    <p:spTree>
      <p:nvGrpSpPr>
        <p:cNvPr id="1" name=""/>
        <p:cNvGrpSpPr/>
        <p:nvPr/>
      </p:nvGrpSpPr>
      <p:grpSpPr>
        <a:xfrm>
          <a:off x="0" y="0"/>
          <a:ext cx="0" cy="0"/>
          <a:chOff x="0" y="0"/>
          <a:chExt cx="0" cy="0"/>
        </a:xfrm>
      </p:grpSpPr>
      <p:sp>
        <p:nvSpPr>
          <p:cNvPr id="2" name="Title 1"/>
          <p:cNvSpPr>
            <a:spLocks noGrp="1"/>
          </p:cNvSpPr>
          <p:nvPr>
            <p:ph type="title"/>
          </p:nvPr>
        </p:nvSpPr>
        <p:spPr>
          <a:xfrm>
            <a:off x="361950" y="332845"/>
            <a:ext cx="8305800" cy="769441"/>
          </a:xfrm>
          <a:prstGeom prst="rect">
            <a:avLst/>
          </a:prstGeom>
        </p:spPr>
        <p:txBody>
          <a:bodyPr vert="horz" wrap="square" lIns="91440" tIns="45720" rIns="91440" bIns="45720" rtlCol="0" anchor="t" anchorCtr="0">
            <a:spAutoFit/>
          </a:bodyPr>
          <a:lstStyle>
            <a:lvl1pPr>
              <a:defRPr lang="en-US" sz="4400" dirty="0"/>
            </a:lvl1pPr>
          </a:lstStyle>
          <a:p>
            <a:pPr lvl="0"/>
            <a:r>
              <a:rPr lang="en-US"/>
              <a:t>Click to edit Master title style</a:t>
            </a:r>
          </a:p>
        </p:txBody>
      </p:sp>
      <p:sp>
        <p:nvSpPr>
          <p:cNvPr id="3" name="Content Placeholder 2"/>
          <p:cNvSpPr>
            <a:spLocks noGrp="1"/>
          </p:cNvSpPr>
          <p:nvPr>
            <p:ph idx="1"/>
          </p:nvPr>
        </p:nvSpPr>
        <p:spPr>
          <a:xfrm>
            <a:off x="361950" y="1000125"/>
            <a:ext cx="8229600" cy="1577355"/>
          </a:xfrm>
          <a:prstGeom prst="rect">
            <a:avLst/>
          </a:prstGeom>
        </p:spPr>
        <p:txBody>
          <a:bodyPr vert="horz" wrap="square" lIns="137160" tIns="45720" rIns="91440" bIns="45720" rtlCol="0">
            <a:spAutoFit/>
          </a:bodyPr>
          <a:lstStyle>
            <a:lvl1pPr marL="344488" indent="-344488">
              <a:buFont typeface="Arial" panose="020B0604020202020204" pitchFamily="34" charset="0"/>
              <a:buChar char="•"/>
              <a:defRPr lang="en-US" sz="3200" dirty="0" smtClean="0"/>
            </a:lvl1pPr>
            <a:lvl2pPr>
              <a:defRPr lang="en-US" dirty="0" smtClean="0"/>
            </a:lvl2pPr>
            <a:lvl3pPr>
              <a:defRPr lang="en-US" dirty="0" smtClean="0"/>
            </a:lvl3pPr>
            <a:lvl4pPr>
              <a:defRPr lang="en-US" dirty="0"/>
            </a:lvl4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24674528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1_Title and Bullet">
    <p:spTree>
      <p:nvGrpSpPr>
        <p:cNvPr id="1" name=""/>
        <p:cNvGrpSpPr/>
        <p:nvPr/>
      </p:nvGrpSpPr>
      <p:grpSpPr>
        <a:xfrm>
          <a:off x="0" y="0"/>
          <a:ext cx="0" cy="0"/>
          <a:chOff x="0" y="0"/>
          <a:chExt cx="0" cy="0"/>
        </a:xfrm>
      </p:grpSpPr>
      <p:sp>
        <p:nvSpPr>
          <p:cNvPr id="2" name="Title 1"/>
          <p:cNvSpPr>
            <a:spLocks noGrp="1"/>
          </p:cNvSpPr>
          <p:nvPr>
            <p:ph type="title"/>
          </p:nvPr>
        </p:nvSpPr>
        <p:spPr>
          <a:xfrm>
            <a:off x="361950" y="332845"/>
            <a:ext cx="8305800" cy="769441"/>
          </a:xfrm>
          <a:prstGeom prst="rect">
            <a:avLst/>
          </a:prstGeom>
        </p:spPr>
        <p:txBody>
          <a:bodyPr vert="horz" wrap="square" lIns="91440" tIns="45720" rIns="91440" bIns="45720" rtlCol="0" anchor="t" anchorCtr="0">
            <a:spAutoFit/>
          </a:bodyPr>
          <a:lstStyle>
            <a:lvl1pPr>
              <a:defRPr lang="en-US" sz="4400" dirty="0"/>
            </a:lvl1pPr>
          </a:lstStyle>
          <a:p>
            <a:pPr lvl="0"/>
            <a:r>
              <a:rPr lang="en-US"/>
              <a:t>Click to edit Master title style</a:t>
            </a:r>
          </a:p>
        </p:txBody>
      </p:sp>
      <p:sp>
        <p:nvSpPr>
          <p:cNvPr id="3" name="Content Placeholder 2"/>
          <p:cNvSpPr>
            <a:spLocks noGrp="1"/>
          </p:cNvSpPr>
          <p:nvPr>
            <p:ph idx="1"/>
          </p:nvPr>
        </p:nvSpPr>
        <p:spPr>
          <a:xfrm>
            <a:off x="361950" y="1000125"/>
            <a:ext cx="8229600" cy="1577355"/>
          </a:xfrm>
          <a:prstGeom prst="rect">
            <a:avLst/>
          </a:prstGeom>
        </p:spPr>
        <p:txBody>
          <a:bodyPr vert="horz" wrap="square" lIns="137160" tIns="45720" rIns="91440" bIns="45720" rtlCol="0">
            <a:spAutoFit/>
          </a:bodyPr>
          <a:lstStyle>
            <a:lvl1pPr marL="344488" indent="-344488">
              <a:buFont typeface="Arial" panose="020B0604020202020204" pitchFamily="34" charset="0"/>
              <a:buChar char="•"/>
              <a:defRPr lang="en-US" sz="3200" dirty="0" smtClean="0"/>
            </a:lvl1pPr>
            <a:lvl2pPr>
              <a:defRPr lang="en-US" dirty="0" smtClean="0"/>
            </a:lvl2pPr>
            <a:lvl3pPr>
              <a:defRPr lang="en-US" dirty="0" smtClean="0"/>
            </a:lvl3pPr>
            <a:lvl4pPr>
              <a:defRPr lang="en-US" dirty="0"/>
            </a:lvl4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26152837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lank with Logo">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0774849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hank You_purple">
    <p:bg>
      <p:bgPr>
        <a:solidFill>
          <a:schemeClr val="tx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86696" y="2021613"/>
            <a:ext cx="8170606" cy="1446550"/>
          </a:xfrm>
        </p:spPr>
        <p:txBody>
          <a:bodyPr/>
          <a:lstStyle>
            <a:lvl1pPr algn="ctr">
              <a:defRPr sz="4400" b="0" baseline="0">
                <a:solidFill>
                  <a:schemeClr val="bg2"/>
                </a:solidFill>
                <a:latin typeface="Arial Black" panose="020B0A04020102020204" pitchFamily="34" charset="0"/>
              </a:defRPr>
            </a:lvl1pPr>
          </a:lstStyle>
          <a:p>
            <a:r>
              <a:rPr lang="en-US"/>
              <a:t>Click to edit Master title style</a:t>
            </a:r>
          </a:p>
        </p:txBody>
      </p:sp>
      <p:pic>
        <p:nvPicPr>
          <p:cNvPr id="9" name="Picture 8"/>
          <p:cNvPicPr>
            <a:picLocks noChangeAspect="1"/>
          </p:cNvPicPr>
          <p:nvPr userDrawn="1"/>
        </p:nvPicPr>
        <p:blipFill>
          <a:blip r:embed="rId2"/>
          <a:stretch>
            <a:fillRect/>
          </a:stretch>
        </p:blipFill>
        <p:spPr>
          <a:xfrm>
            <a:off x="7080068" y="4429237"/>
            <a:ext cx="1920238" cy="548640"/>
          </a:xfrm>
          <a:prstGeom prst="rect">
            <a:avLst/>
          </a:prstGeom>
        </p:spPr>
      </p:pic>
    </p:spTree>
    <p:extLst>
      <p:ext uri="{BB962C8B-B14F-4D97-AF65-F5344CB8AC3E}">
        <p14:creationId xmlns:p14="http://schemas.microsoft.com/office/powerpoint/2010/main" val="31688466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itle Placeholder 2"/>
          <p:cNvSpPr>
            <a:spLocks noGrp="1"/>
          </p:cNvSpPr>
          <p:nvPr>
            <p:ph type="title"/>
          </p:nvPr>
        </p:nvSpPr>
        <p:spPr>
          <a:xfrm>
            <a:off x="361950" y="337418"/>
            <a:ext cx="8170606" cy="584775"/>
          </a:xfrm>
          <a:prstGeom prst="rect">
            <a:avLst/>
          </a:prstGeom>
        </p:spPr>
        <p:txBody>
          <a:bodyPr vert="horz" wrap="square" lIns="91440" tIns="45720" rIns="91440" bIns="45720" rtlCol="0" anchor="t" anchorCtr="0">
            <a:spAutoFit/>
          </a:bodyPr>
          <a:lstStyle/>
          <a:p>
            <a:r>
              <a:rPr lang="en-US"/>
              <a:t>Click to edit Master title style</a:t>
            </a:r>
          </a:p>
        </p:txBody>
      </p:sp>
      <p:sp>
        <p:nvSpPr>
          <p:cNvPr id="6" name="Text Placeholder 5"/>
          <p:cNvSpPr>
            <a:spLocks noGrp="1"/>
          </p:cNvSpPr>
          <p:nvPr>
            <p:ph type="body" idx="1"/>
          </p:nvPr>
        </p:nvSpPr>
        <p:spPr>
          <a:xfrm>
            <a:off x="361950" y="1003394"/>
            <a:ext cx="8170606" cy="1744067"/>
          </a:xfrm>
          <a:prstGeom prst="rect">
            <a:avLst/>
          </a:prstGeom>
        </p:spPr>
        <p:txBody>
          <a:bodyPr vert="horz" wrap="square" lIns="137160" tIns="45720" rIns="91440" bIns="4572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5" name="Picture 14"/>
          <p:cNvPicPr>
            <a:picLocks noChangeAspect="1"/>
          </p:cNvPicPr>
          <p:nvPr userDrawn="1"/>
        </p:nvPicPr>
        <p:blipFill>
          <a:blip r:embed="rId10"/>
          <a:stretch>
            <a:fillRect/>
          </a:stretch>
        </p:blipFill>
        <p:spPr>
          <a:xfrm>
            <a:off x="7443417" y="4569498"/>
            <a:ext cx="1440179" cy="411480"/>
          </a:xfrm>
          <a:prstGeom prst="rect">
            <a:avLst/>
          </a:prstGeom>
        </p:spPr>
      </p:pic>
    </p:spTree>
  </p:cSld>
  <p:clrMap bg1="lt1" tx1="dk1" bg2="lt2" tx2="dk2" accent1="accent1" accent2="accent2" accent3="accent3" accent4="accent4" accent5="accent5" accent6="accent6" hlink="hlink" folHlink="folHlink"/>
  <p:sldLayoutIdLst>
    <p:sldLayoutId id="2147483669" r:id="rId1"/>
    <p:sldLayoutId id="2147483668" r:id="rId2"/>
    <p:sldLayoutId id="2147483650" r:id="rId3"/>
    <p:sldLayoutId id="2147483671" r:id="rId4"/>
    <p:sldLayoutId id="2147483672" r:id="rId5"/>
    <p:sldLayoutId id="2147483653" r:id="rId6"/>
    <p:sldLayoutId id="2147483670" r:id="rId7"/>
    <p:sldLayoutId id="2147483662" r:id="rId8"/>
  </p:sldLayoutIdLst>
  <p:hf hdr="0" ftr="0" dt="0"/>
  <p:txStyles>
    <p:titleStyle>
      <a:lvl1pPr algn="l" defTabSz="457200" rtl="0" fontAlgn="base">
        <a:spcBef>
          <a:spcPct val="0"/>
        </a:spcBef>
        <a:spcAft>
          <a:spcPct val="0"/>
        </a:spcAft>
        <a:defRPr sz="3200" b="1" kern="1200">
          <a:solidFill>
            <a:schemeClr val="tx2"/>
          </a:solidFill>
          <a:latin typeface="+mj-lt"/>
          <a:ea typeface="+mj-ea"/>
          <a:cs typeface="Arial" panose="020B0604020202020204" pitchFamily="34" charset="0"/>
        </a:defRPr>
      </a:lvl1pPr>
      <a:lvl2pPr algn="ctr" defTabSz="457200" rtl="0" fontAlgn="base">
        <a:spcBef>
          <a:spcPct val="0"/>
        </a:spcBef>
        <a:spcAft>
          <a:spcPct val="0"/>
        </a:spcAft>
        <a:defRPr sz="4400">
          <a:solidFill>
            <a:schemeClr val="tx1"/>
          </a:solidFill>
          <a:latin typeface="Calibri" pitchFamily="34" charset="0"/>
        </a:defRPr>
      </a:lvl2pPr>
      <a:lvl3pPr algn="ctr" defTabSz="457200" rtl="0" fontAlgn="base">
        <a:spcBef>
          <a:spcPct val="0"/>
        </a:spcBef>
        <a:spcAft>
          <a:spcPct val="0"/>
        </a:spcAft>
        <a:defRPr sz="4400">
          <a:solidFill>
            <a:schemeClr val="tx1"/>
          </a:solidFill>
          <a:latin typeface="Calibri" pitchFamily="34" charset="0"/>
        </a:defRPr>
      </a:lvl3pPr>
      <a:lvl4pPr algn="ctr" defTabSz="457200" rtl="0" fontAlgn="base">
        <a:spcBef>
          <a:spcPct val="0"/>
        </a:spcBef>
        <a:spcAft>
          <a:spcPct val="0"/>
        </a:spcAft>
        <a:defRPr sz="4400">
          <a:solidFill>
            <a:schemeClr val="tx1"/>
          </a:solidFill>
          <a:latin typeface="Calibri" pitchFamily="34" charset="0"/>
        </a:defRPr>
      </a:lvl4pPr>
      <a:lvl5pPr algn="ctr" defTabSz="457200" rtl="0" fontAlgn="base">
        <a:spcBef>
          <a:spcPct val="0"/>
        </a:spcBef>
        <a:spcAft>
          <a:spcPct val="0"/>
        </a:spcAft>
        <a:defRPr sz="4400">
          <a:solidFill>
            <a:schemeClr val="tx1"/>
          </a:solidFill>
          <a:latin typeface="Calibri" pitchFamily="34" charset="0"/>
        </a:defRPr>
      </a:lvl5pPr>
      <a:lvl6pPr marL="457200" algn="ctr" defTabSz="457200" rtl="0" fontAlgn="base">
        <a:spcBef>
          <a:spcPct val="0"/>
        </a:spcBef>
        <a:spcAft>
          <a:spcPct val="0"/>
        </a:spcAft>
        <a:defRPr sz="4400">
          <a:solidFill>
            <a:schemeClr val="tx1"/>
          </a:solidFill>
          <a:latin typeface="Calibri" pitchFamily="34" charset="0"/>
        </a:defRPr>
      </a:lvl6pPr>
      <a:lvl7pPr marL="914400" algn="ctr" defTabSz="457200" rtl="0" fontAlgn="base">
        <a:spcBef>
          <a:spcPct val="0"/>
        </a:spcBef>
        <a:spcAft>
          <a:spcPct val="0"/>
        </a:spcAft>
        <a:defRPr sz="4400">
          <a:solidFill>
            <a:schemeClr val="tx1"/>
          </a:solidFill>
          <a:latin typeface="Calibri" pitchFamily="34" charset="0"/>
        </a:defRPr>
      </a:lvl7pPr>
      <a:lvl8pPr marL="1371600" algn="ctr" defTabSz="457200" rtl="0" fontAlgn="base">
        <a:spcBef>
          <a:spcPct val="0"/>
        </a:spcBef>
        <a:spcAft>
          <a:spcPct val="0"/>
        </a:spcAft>
        <a:defRPr sz="4400">
          <a:solidFill>
            <a:schemeClr val="tx1"/>
          </a:solidFill>
          <a:latin typeface="Calibri" pitchFamily="34" charset="0"/>
        </a:defRPr>
      </a:lvl8pPr>
      <a:lvl9pPr marL="1828800" algn="ctr" defTabSz="457200" rtl="0" fontAlgn="base">
        <a:spcBef>
          <a:spcPct val="0"/>
        </a:spcBef>
        <a:spcAft>
          <a:spcPct val="0"/>
        </a:spcAft>
        <a:defRPr sz="4400">
          <a:solidFill>
            <a:schemeClr val="tx1"/>
          </a:solidFill>
          <a:latin typeface="Calibri" pitchFamily="34" charset="0"/>
        </a:defRPr>
      </a:lvl9pPr>
    </p:titleStyle>
    <p:bodyStyle>
      <a:lvl1pPr marL="0" indent="0" algn="l" defTabSz="457200" rtl="0" fontAlgn="base">
        <a:spcBef>
          <a:spcPts val="0"/>
        </a:spcBef>
        <a:spcAft>
          <a:spcPts val="100"/>
        </a:spcAft>
        <a:buFont typeface="Arial" charset="0"/>
        <a:buNone/>
        <a:defRPr sz="2200" kern="1200">
          <a:solidFill>
            <a:schemeClr val="tx1"/>
          </a:solidFill>
          <a:latin typeface="+mn-lt"/>
          <a:ea typeface="Open Sans" panose="020B0606030504020204" pitchFamily="34" charset="0"/>
          <a:cs typeface="Open Sans" panose="020B0606030504020204" pitchFamily="34" charset="0"/>
        </a:defRPr>
      </a:lvl1pPr>
      <a:lvl2pPr marL="569913" indent="-228600" algn="l" defTabSz="457200" rtl="0" fontAlgn="base">
        <a:spcBef>
          <a:spcPts val="0"/>
        </a:spcBef>
        <a:spcAft>
          <a:spcPts val="100"/>
        </a:spcAft>
        <a:buFont typeface="Arial" panose="020B0604020202020204" pitchFamily="34" charset="0"/>
        <a:buChar char="•"/>
        <a:defRPr sz="2200" kern="1200">
          <a:solidFill>
            <a:schemeClr val="tx1"/>
          </a:solidFill>
          <a:latin typeface="+mn-lt"/>
          <a:ea typeface="Open Sans" panose="020B0606030504020204" pitchFamily="34" charset="0"/>
          <a:cs typeface="Open Sans" panose="020B0606030504020204" pitchFamily="34" charset="0"/>
        </a:defRPr>
      </a:lvl2pPr>
      <a:lvl3pPr marL="801688" indent="-227013" algn="l" defTabSz="457200" rtl="0" fontAlgn="base">
        <a:spcBef>
          <a:spcPts val="0"/>
        </a:spcBef>
        <a:spcAft>
          <a:spcPts val="100"/>
        </a:spcAft>
        <a:buFont typeface="Arial" charset="0"/>
        <a:buChar char="•"/>
        <a:defRPr sz="2000" kern="1200">
          <a:solidFill>
            <a:schemeClr val="tx1"/>
          </a:solidFill>
          <a:latin typeface="+mn-lt"/>
          <a:ea typeface="Open Sans" panose="020B0606030504020204" pitchFamily="34" charset="0"/>
          <a:cs typeface="Open Sans" panose="020B0606030504020204" pitchFamily="34" charset="0"/>
        </a:defRPr>
      </a:lvl3pPr>
      <a:lvl4pPr marL="1027113" indent="-220663" algn="l" defTabSz="457200" rtl="0" fontAlgn="base">
        <a:spcBef>
          <a:spcPts val="0"/>
        </a:spcBef>
        <a:spcAft>
          <a:spcPts val="100"/>
        </a:spcAft>
        <a:buFont typeface="Arial" panose="020B0604020202020204" pitchFamily="34" charset="0"/>
        <a:buChar char="•"/>
        <a:defRPr sz="2000" kern="1200">
          <a:solidFill>
            <a:schemeClr val="tx1"/>
          </a:solidFill>
          <a:latin typeface="+mn-lt"/>
          <a:ea typeface="Open Sans" panose="020B0606030504020204" pitchFamily="34" charset="0"/>
          <a:cs typeface="Open Sans" panose="020B0606030504020204" pitchFamily="34" charset="0"/>
        </a:defRPr>
      </a:lvl4pPr>
      <a:lvl5pPr marL="1258888" indent="-239713" algn="l" defTabSz="457200" rtl="0" fontAlgn="base">
        <a:spcBef>
          <a:spcPts val="0"/>
        </a:spcBef>
        <a:spcAft>
          <a:spcPts val="100"/>
        </a:spcAft>
        <a:buFont typeface="Arial" panose="020B0604020202020204" pitchFamily="34" charset="0"/>
        <a:buChar char="•"/>
        <a:defRPr sz="2000" kern="1200">
          <a:solidFill>
            <a:schemeClr val="tx1"/>
          </a:solidFill>
          <a:latin typeface="+mn-lt"/>
          <a:ea typeface="Open Sans" panose="020B0606030504020204" pitchFamily="34" charset="0"/>
          <a:cs typeface="Open Sans" panose="020B0606030504020204" pitchFamily="34"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2880" userDrawn="1">
          <p15:clr>
            <a:srgbClr val="F26B43"/>
          </p15:clr>
        </p15:guide>
        <p15:guide id="3" pos="288" userDrawn="1">
          <p15:clr>
            <a:srgbClr val="F26B43"/>
          </p15:clr>
        </p15:guide>
        <p15:guide id="4" orient="horz" pos="279" userDrawn="1">
          <p15:clr>
            <a:srgbClr val="F26B43"/>
          </p15:clr>
        </p15:guide>
        <p15:guide id="5" orient="horz" pos="840" userDrawn="1">
          <p15:clr>
            <a:srgbClr val="F26B43"/>
          </p15:clr>
        </p15:guide>
        <p15:guide id="6" pos="542" userDrawn="1">
          <p15:clr>
            <a:srgbClr val="F26B43"/>
          </p15:clr>
        </p15:guide>
        <p15:guide id="7" pos="5568"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hyperlink" Target="https://canvas.uw.edu/courses/1826714/assignments/10826325" TargetMode="External"/><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20.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61951" y="1418369"/>
            <a:ext cx="7743825" cy="1273297"/>
          </a:xfrm>
        </p:spPr>
        <p:txBody>
          <a:bodyPr/>
          <a:lstStyle/>
          <a:p>
            <a:r>
              <a:rPr lang="en-US" dirty="0"/>
              <a:t>Data Veracity: </a:t>
            </a:r>
            <a:r>
              <a:rPr lang="en-US" b="1" dirty="0"/>
              <a:t>Generative AI 2</a:t>
            </a:r>
            <a:endParaRPr lang="en-US" sz="4000" dirty="0"/>
          </a:p>
        </p:txBody>
      </p:sp>
      <p:sp>
        <p:nvSpPr>
          <p:cNvPr id="9" name="Subtitle 8">
            <a:extLst>
              <a:ext uri="{FF2B5EF4-FFF2-40B4-BE49-F238E27FC236}">
                <a16:creationId xmlns:a16="http://schemas.microsoft.com/office/drawing/2014/main" id="{B2773AAD-913F-4F7D-B76C-297F2718F473}"/>
              </a:ext>
            </a:extLst>
          </p:cNvPr>
          <p:cNvSpPr>
            <a:spLocks noGrp="1"/>
          </p:cNvSpPr>
          <p:nvPr>
            <p:ph type="subTitle" idx="1"/>
          </p:nvPr>
        </p:nvSpPr>
        <p:spPr>
          <a:xfrm>
            <a:off x="361951" y="3014332"/>
            <a:ext cx="7762875" cy="992579"/>
          </a:xfrm>
        </p:spPr>
        <p:txBody>
          <a:bodyPr/>
          <a:lstStyle/>
          <a:p>
            <a:r>
              <a:rPr lang="en-US" sz="2800" dirty="0"/>
              <a:t>Advanced Cases in Assurance Services (ACCTG 521)</a:t>
            </a:r>
          </a:p>
          <a:p>
            <a:r>
              <a:rPr lang="en-US" sz="2800" dirty="0"/>
              <a:t>Class 14 | MPAcc class of 2026</a:t>
            </a:r>
          </a:p>
        </p:txBody>
      </p:sp>
    </p:spTree>
    <p:extLst>
      <p:ext uri="{BB962C8B-B14F-4D97-AF65-F5344CB8AC3E}">
        <p14:creationId xmlns:p14="http://schemas.microsoft.com/office/powerpoint/2010/main" val="3842891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4808D3-2E7B-4761-93EE-64ED2D0E74D1}"/>
              </a:ext>
            </a:extLst>
          </p:cNvPr>
          <p:cNvSpPr>
            <a:spLocks noGrp="1"/>
          </p:cNvSpPr>
          <p:nvPr>
            <p:ph type="title"/>
          </p:nvPr>
        </p:nvSpPr>
        <p:spPr/>
        <p:txBody>
          <a:bodyPr/>
          <a:lstStyle/>
          <a:p>
            <a:r>
              <a:rPr lang="en-US"/>
              <a:t>Agenda</a:t>
            </a:r>
          </a:p>
        </p:txBody>
      </p:sp>
      <p:sp>
        <p:nvSpPr>
          <p:cNvPr id="3" name="Content Placeholder 2">
            <a:extLst>
              <a:ext uri="{FF2B5EF4-FFF2-40B4-BE49-F238E27FC236}">
                <a16:creationId xmlns:a16="http://schemas.microsoft.com/office/drawing/2014/main" id="{8C51732E-A723-4580-A147-73CBB5BF3D05}"/>
              </a:ext>
            </a:extLst>
          </p:cNvPr>
          <p:cNvSpPr>
            <a:spLocks noGrp="1"/>
          </p:cNvSpPr>
          <p:nvPr>
            <p:ph idx="1"/>
          </p:nvPr>
        </p:nvSpPr>
        <p:spPr>
          <a:xfrm>
            <a:off x="361950" y="1000125"/>
            <a:ext cx="8229600" cy="2495555"/>
          </a:xfrm>
        </p:spPr>
        <p:txBody>
          <a:bodyPr/>
          <a:lstStyle/>
          <a:p>
            <a:pPr marL="457200" indent="-457200"/>
            <a:r>
              <a:rPr lang="en-US" b="1" dirty="0">
                <a:solidFill>
                  <a:schemeClr val="tx2"/>
                </a:solidFill>
              </a:rPr>
              <a:t>Review</a:t>
            </a:r>
            <a:r>
              <a:rPr lang="en-US" b="1" dirty="0">
                <a:solidFill>
                  <a:srgbClr val="412985"/>
                </a:solidFill>
              </a:rPr>
              <a:t>: Individual Deliverable (Due Nov 13</a:t>
            </a:r>
            <a:r>
              <a:rPr lang="en-US" b="1" baseline="30000" dirty="0">
                <a:solidFill>
                  <a:srgbClr val="412985"/>
                </a:solidFill>
              </a:rPr>
              <a:t>th</a:t>
            </a:r>
            <a:r>
              <a:rPr lang="en-US" b="1" dirty="0">
                <a:solidFill>
                  <a:srgbClr val="412985"/>
                </a:solidFill>
              </a:rPr>
              <a:t>)</a:t>
            </a:r>
          </a:p>
          <a:p>
            <a:pPr marL="457200" indent="-457200"/>
            <a:r>
              <a:rPr lang="en-US" dirty="0">
                <a:solidFill>
                  <a:schemeClr val="tx1">
                    <a:lumMod val="85000"/>
                    <a:lumOff val="15000"/>
                  </a:schemeClr>
                </a:solidFill>
              </a:rPr>
              <a:t>Labs:</a:t>
            </a:r>
          </a:p>
          <a:p>
            <a:pPr marL="1027113" lvl="1" indent="-457200"/>
            <a:r>
              <a:rPr lang="en-US" dirty="0">
                <a:solidFill>
                  <a:schemeClr val="tx1">
                    <a:lumMod val="85000"/>
                    <a:lumOff val="15000"/>
                  </a:schemeClr>
                </a:solidFill>
              </a:rPr>
              <a:t>ETL for Multiple Input Files </a:t>
            </a:r>
          </a:p>
          <a:p>
            <a:pPr marL="1027113" lvl="1" indent="-457200"/>
            <a:r>
              <a:rPr lang="en-US" dirty="0">
                <a:solidFill>
                  <a:schemeClr val="tx1">
                    <a:lumMod val="85000"/>
                    <a:lumOff val="15000"/>
                  </a:schemeClr>
                </a:solidFill>
              </a:rPr>
              <a:t>Preliminary Assessments of Gen AI </a:t>
            </a:r>
            <a:r>
              <a:rPr lang="en-US" dirty="0" err="1">
                <a:solidFill>
                  <a:schemeClr val="tx1">
                    <a:lumMod val="85000"/>
                    <a:lumOff val="15000"/>
                  </a:schemeClr>
                </a:solidFill>
              </a:rPr>
              <a:t>Sophistiation</a:t>
            </a:r>
            <a:endParaRPr lang="en-US" dirty="0">
              <a:solidFill>
                <a:schemeClr val="tx1">
                  <a:lumMod val="85000"/>
                  <a:lumOff val="15000"/>
                </a:schemeClr>
              </a:solidFill>
            </a:endParaRPr>
          </a:p>
          <a:p>
            <a:pPr marL="1027113" lvl="1" indent="-457200"/>
            <a:r>
              <a:rPr lang="en-US" dirty="0">
                <a:solidFill>
                  <a:schemeClr val="tx1">
                    <a:lumMod val="85000"/>
                    <a:lumOff val="15000"/>
                  </a:schemeClr>
                </a:solidFill>
              </a:rPr>
              <a:t>Time for Memo Writeup</a:t>
            </a:r>
          </a:p>
          <a:p>
            <a:pPr marL="1027113" lvl="1" indent="-457200"/>
            <a:endParaRPr lang="en-US" dirty="0"/>
          </a:p>
        </p:txBody>
      </p:sp>
    </p:spTree>
    <p:extLst>
      <p:ext uri="{BB962C8B-B14F-4D97-AF65-F5344CB8AC3E}">
        <p14:creationId xmlns:p14="http://schemas.microsoft.com/office/powerpoint/2010/main" val="39966994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36E6C1-A978-BEAE-5793-E98706A00F52}"/>
              </a:ext>
            </a:extLst>
          </p:cNvPr>
          <p:cNvSpPr>
            <a:spLocks noGrp="1"/>
          </p:cNvSpPr>
          <p:nvPr>
            <p:ph type="title"/>
          </p:nvPr>
        </p:nvSpPr>
        <p:spPr>
          <a:xfrm>
            <a:off x="0" y="265675"/>
            <a:ext cx="8390553" cy="769441"/>
          </a:xfrm>
        </p:spPr>
        <p:txBody>
          <a:bodyPr/>
          <a:lstStyle/>
          <a:p>
            <a:r>
              <a:rPr lang="en-US" dirty="0"/>
              <a:t>Swindler Case Part 2</a:t>
            </a:r>
          </a:p>
        </p:txBody>
      </p:sp>
      <p:pic>
        <p:nvPicPr>
          <p:cNvPr id="8" name="Picture 7">
            <a:extLst>
              <a:ext uri="{FF2B5EF4-FFF2-40B4-BE49-F238E27FC236}">
                <a16:creationId xmlns:a16="http://schemas.microsoft.com/office/drawing/2014/main" id="{F005C836-7166-1992-65E4-96754AB8C29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94548" y="1207610"/>
            <a:ext cx="2984500" cy="3837214"/>
          </a:xfrm>
          <a:prstGeom prst="rect">
            <a:avLst/>
          </a:prstGeom>
        </p:spPr>
      </p:pic>
    </p:spTree>
    <p:extLst>
      <p:ext uri="{BB962C8B-B14F-4D97-AF65-F5344CB8AC3E}">
        <p14:creationId xmlns:p14="http://schemas.microsoft.com/office/powerpoint/2010/main" val="27619818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35A085-A5AE-4EC0-BB0E-60792C9A4629}"/>
              </a:ext>
            </a:extLst>
          </p:cNvPr>
          <p:cNvSpPr>
            <a:spLocks noGrp="1"/>
          </p:cNvSpPr>
          <p:nvPr>
            <p:ph type="title"/>
          </p:nvPr>
        </p:nvSpPr>
        <p:spPr/>
        <p:txBody>
          <a:bodyPr/>
          <a:lstStyle/>
          <a:p>
            <a:r>
              <a:rPr lang="en-US" dirty="0"/>
              <a:t>Part Two Requirements</a:t>
            </a:r>
          </a:p>
        </p:txBody>
      </p:sp>
      <p:sp>
        <p:nvSpPr>
          <p:cNvPr id="3" name="Content Placeholder 2">
            <a:extLst>
              <a:ext uri="{FF2B5EF4-FFF2-40B4-BE49-F238E27FC236}">
                <a16:creationId xmlns:a16="http://schemas.microsoft.com/office/drawing/2014/main" id="{16722AD0-4454-24C2-B860-6B3C7F9CF409}"/>
              </a:ext>
            </a:extLst>
          </p:cNvPr>
          <p:cNvSpPr>
            <a:spLocks noGrp="1"/>
          </p:cNvSpPr>
          <p:nvPr>
            <p:ph idx="1"/>
          </p:nvPr>
        </p:nvSpPr>
        <p:spPr>
          <a:xfrm>
            <a:off x="361950" y="1000125"/>
            <a:ext cx="8229600" cy="3539430"/>
          </a:xfrm>
        </p:spPr>
        <p:txBody>
          <a:bodyPr/>
          <a:lstStyle/>
          <a:p>
            <a:r>
              <a:rPr lang="en-US" dirty="0"/>
              <a:t>Perform at least seven tests that will help determine if the data set is real or fake. Your tests can use the data included in the file Skylar sent you or you can add external data. If you add external data, include the link in the test explanation showing where you acquired the data. </a:t>
            </a:r>
          </a:p>
        </p:txBody>
      </p:sp>
    </p:spTree>
    <p:extLst>
      <p:ext uri="{BB962C8B-B14F-4D97-AF65-F5344CB8AC3E}">
        <p14:creationId xmlns:p14="http://schemas.microsoft.com/office/powerpoint/2010/main" val="34280624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D2B407-3907-C97B-05AB-41606BE518F6}"/>
              </a:ext>
            </a:extLst>
          </p:cNvPr>
          <p:cNvSpPr>
            <a:spLocks noGrp="1"/>
          </p:cNvSpPr>
          <p:nvPr>
            <p:ph type="title"/>
          </p:nvPr>
        </p:nvSpPr>
        <p:spPr/>
        <p:txBody>
          <a:bodyPr/>
          <a:lstStyle/>
          <a:p>
            <a:r>
              <a:rPr lang="en-US" dirty="0"/>
              <a:t>Memo Requirements</a:t>
            </a:r>
          </a:p>
        </p:txBody>
      </p:sp>
      <p:sp>
        <p:nvSpPr>
          <p:cNvPr id="3" name="Content Placeholder 2">
            <a:extLst>
              <a:ext uri="{FF2B5EF4-FFF2-40B4-BE49-F238E27FC236}">
                <a16:creationId xmlns:a16="http://schemas.microsoft.com/office/drawing/2014/main" id="{79BCC88E-C10D-AAE8-4D27-B87BBED5409A}"/>
              </a:ext>
            </a:extLst>
          </p:cNvPr>
          <p:cNvSpPr>
            <a:spLocks noGrp="1"/>
          </p:cNvSpPr>
          <p:nvPr>
            <p:ph idx="1"/>
          </p:nvPr>
        </p:nvSpPr>
        <p:spPr>
          <a:xfrm>
            <a:off x="361950" y="1000125"/>
            <a:ext cx="8229600" cy="3072636"/>
          </a:xfrm>
        </p:spPr>
        <p:txBody>
          <a:bodyPr/>
          <a:lstStyle/>
          <a:p>
            <a:pPr marL="457200" indent="-457200">
              <a:buFont typeface="Arial" panose="020B0604020202020204" pitchFamily="34" charset="0"/>
              <a:buChar char="•"/>
            </a:pPr>
            <a:r>
              <a:rPr lang="en-US" dirty="0">
                <a:solidFill>
                  <a:schemeClr val="bg1">
                    <a:lumMod val="75000"/>
                  </a:schemeClr>
                </a:solidFill>
              </a:rPr>
              <a:t>Documentation of Preliminary Testing Environment (last class)</a:t>
            </a:r>
          </a:p>
          <a:p>
            <a:pPr marL="457200" indent="-457200">
              <a:buFont typeface="Arial" panose="020B0604020202020204" pitchFamily="34" charset="0"/>
              <a:buChar char="•"/>
            </a:pPr>
            <a:r>
              <a:rPr lang="en-US" dirty="0">
                <a:solidFill>
                  <a:srgbClr val="412985"/>
                </a:solidFill>
              </a:rPr>
              <a:t>Outline of Expectations (more sophisticated Generative AI, last or this class)</a:t>
            </a:r>
          </a:p>
          <a:p>
            <a:pPr marL="457200" indent="-457200">
              <a:buFont typeface="Arial" panose="020B0604020202020204" pitchFamily="34" charset="0"/>
              <a:buChar char="•"/>
            </a:pPr>
            <a:r>
              <a:rPr lang="en-US" dirty="0">
                <a:solidFill>
                  <a:srgbClr val="412985"/>
                </a:solidFill>
              </a:rPr>
              <a:t>Analysis of Increasing Gen AI sophistication and implications (this class)</a:t>
            </a:r>
          </a:p>
        </p:txBody>
      </p:sp>
    </p:spTree>
    <p:extLst>
      <p:ext uri="{BB962C8B-B14F-4D97-AF65-F5344CB8AC3E}">
        <p14:creationId xmlns:p14="http://schemas.microsoft.com/office/powerpoint/2010/main" val="28261796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6FEA3A7-53C8-6641-DCBB-0381231E6E7F}"/>
              </a:ext>
            </a:extLst>
          </p:cNvPr>
          <p:cNvPicPr>
            <a:picLocks noChangeAspect="1"/>
          </p:cNvPicPr>
          <p:nvPr/>
        </p:nvPicPr>
        <p:blipFill>
          <a:blip r:embed="rId3"/>
          <a:stretch>
            <a:fillRect/>
          </a:stretch>
        </p:blipFill>
        <p:spPr>
          <a:xfrm>
            <a:off x="1851338" y="0"/>
            <a:ext cx="5441324" cy="5143500"/>
          </a:xfrm>
          <a:prstGeom prst="rect">
            <a:avLst/>
          </a:prstGeom>
        </p:spPr>
      </p:pic>
    </p:spTree>
    <p:extLst>
      <p:ext uri="{BB962C8B-B14F-4D97-AF65-F5344CB8AC3E}">
        <p14:creationId xmlns:p14="http://schemas.microsoft.com/office/powerpoint/2010/main" val="14251738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2D8B681-9BF7-DE91-FDBB-FC32F1DD409E}"/>
              </a:ext>
            </a:extLst>
          </p:cNvPr>
          <p:cNvPicPr>
            <a:picLocks noChangeAspect="1"/>
          </p:cNvPicPr>
          <p:nvPr/>
        </p:nvPicPr>
        <p:blipFill>
          <a:blip r:embed="rId3"/>
          <a:stretch>
            <a:fillRect/>
          </a:stretch>
        </p:blipFill>
        <p:spPr>
          <a:xfrm>
            <a:off x="213704" y="957037"/>
            <a:ext cx="8716591" cy="3229426"/>
          </a:xfrm>
          <a:prstGeom prst="rect">
            <a:avLst/>
          </a:prstGeom>
        </p:spPr>
      </p:pic>
      <p:cxnSp>
        <p:nvCxnSpPr>
          <p:cNvPr id="5" name="Straight Arrow Connector 4">
            <a:extLst>
              <a:ext uri="{FF2B5EF4-FFF2-40B4-BE49-F238E27FC236}">
                <a16:creationId xmlns:a16="http://schemas.microsoft.com/office/drawing/2014/main" id="{A0AE99A8-3B88-50D2-C764-00983D9A0568}"/>
              </a:ext>
            </a:extLst>
          </p:cNvPr>
          <p:cNvCxnSpPr>
            <a:cxnSpLocks/>
          </p:cNvCxnSpPr>
          <p:nvPr/>
        </p:nvCxnSpPr>
        <p:spPr>
          <a:xfrm flipH="1">
            <a:off x="2335338" y="651263"/>
            <a:ext cx="736783" cy="107228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 name="Straight Arrow Connector 6">
            <a:extLst>
              <a:ext uri="{FF2B5EF4-FFF2-40B4-BE49-F238E27FC236}">
                <a16:creationId xmlns:a16="http://schemas.microsoft.com/office/drawing/2014/main" id="{88B600BB-42E9-8610-77BC-97CAC164B654}"/>
              </a:ext>
            </a:extLst>
          </p:cNvPr>
          <p:cNvCxnSpPr>
            <a:cxnSpLocks/>
          </p:cNvCxnSpPr>
          <p:nvPr/>
        </p:nvCxnSpPr>
        <p:spPr>
          <a:xfrm>
            <a:off x="3072121" y="651263"/>
            <a:ext cx="453911" cy="94071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45DDA53D-08A2-EB57-98BD-E20215F676EB}"/>
              </a:ext>
            </a:extLst>
          </p:cNvPr>
          <p:cNvCxnSpPr>
            <a:cxnSpLocks/>
          </p:cNvCxnSpPr>
          <p:nvPr/>
        </p:nvCxnSpPr>
        <p:spPr>
          <a:xfrm>
            <a:off x="3072121" y="651263"/>
            <a:ext cx="2210348" cy="102623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63C5E00C-C1FE-D5EA-8855-FA04007597CC}"/>
              </a:ext>
            </a:extLst>
          </p:cNvPr>
          <p:cNvSpPr txBox="1"/>
          <p:nvPr/>
        </p:nvSpPr>
        <p:spPr>
          <a:xfrm>
            <a:off x="2120738" y="281931"/>
            <a:ext cx="1902765" cy="369332"/>
          </a:xfrm>
          <a:prstGeom prst="rect">
            <a:avLst/>
          </a:prstGeom>
          <a:noFill/>
        </p:spPr>
        <p:txBody>
          <a:bodyPr wrap="none" rtlCol="0">
            <a:spAutoFit/>
          </a:bodyPr>
          <a:lstStyle/>
          <a:p>
            <a:r>
              <a:rPr lang="en-US" dirty="0">
                <a:latin typeface="+mn-lt"/>
              </a:rPr>
              <a:t>Directly from Case</a:t>
            </a:r>
          </a:p>
        </p:txBody>
      </p:sp>
      <p:sp>
        <p:nvSpPr>
          <p:cNvPr id="14" name="TextBox 13">
            <a:extLst>
              <a:ext uri="{FF2B5EF4-FFF2-40B4-BE49-F238E27FC236}">
                <a16:creationId xmlns:a16="http://schemas.microsoft.com/office/drawing/2014/main" id="{AFA63B9C-A760-D902-015D-460279DA0930}"/>
              </a:ext>
            </a:extLst>
          </p:cNvPr>
          <p:cNvSpPr txBox="1"/>
          <p:nvPr/>
        </p:nvSpPr>
        <p:spPr>
          <a:xfrm>
            <a:off x="6249497" y="434818"/>
            <a:ext cx="2579681" cy="369332"/>
          </a:xfrm>
          <a:prstGeom prst="rect">
            <a:avLst/>
          </a:prstGeom>
          <a:noFill/>
        </p:spPr>
        <p:txBody>
          <a:bodyPr wrap="none" rtlCol="0">
            <a:spAutoFit/>
          </a:bodyPr>
          <a:lstStyle/>
          <a:p>
            <a:r>
              <a:rPr lang="en-US" dirty="0">
                <a:latin typeface="+mn-lt"/>
              </a:rPr>
              <a:t>+ Ask the Right Questions</a:t>
            </a:r>
          </a:p>
        </p:txBody>
      </p:sp>
      <p:cxnSp>
        <p:nvCxnSpPr>
          <p:cNvPr id="16" name="Straight Arrow Connector 15">
            <a:extLst>
              <a:ext uri="{FF2B5EF4-FFF2-40B4-BE49-F238E27FC236}">
                <a16:creationId xmlns:a16="http://schemas.microsoft.com/office/drawing/2014/main" id="{A9CB0E77-6108-2407-4743-FEE44DBFD1A4}"/>
              </a:ext>
            </a:extLst>
          </p:cNvPr>
          <p:cNvCxnSpPr/>
          <p:nvPr/>
        </p:nvCxnSpPr>
        <p:spPr>
          <a:xfrm>
            <a:off x="7545445" y="894665"/>
            <a:ext cx="0" cy="78283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CD936F12-467A-6C77-3C47-89CD22C52257}"/>
              </a:ext>
            </a:extLst>
          </p:cNvPr>
          <p:cNvSpPr txBox="1"/>
          <p:nvPr/>
        </p:nvSpPr>
        <p:spPr>
          <a:xfrm>
            <a:off x="5305587" y="3586298"/>
            <a:ext cx="3624708" cy="1200329"/>
          </a:xfrm>
          <a:prstGeom prst="rect">
            <a:avLst/>
          </a:prstGeom>
          <a:noFill/>
        </p:spPr>
        <p:txBody>
          <a:bodyPr wrap="square" rtlCol="0">
            <a:spAutoFit/>
          </a:bodyPr>
          <a:lstStyle/>
          <a:p>
            <a:r>
              <a:rPr lang="en-US" b="1" dirty="0">
                <a:solidFill>
                  <a:srgbClr val="412985"/>
                </a:solidFill>
                <a:latin typeface="+mn-lt"/>
              </a:rPr>
              <a:t>Based on the conclusion from the test, what question would you ask the hypothetical manager / borrower?</a:t>
            </a:r>
          </a:p>
        </p:txBody>
      </p:sp>
    </p:spTree>
    <p:extLst>
      <p:ext uri="{BB962C8B-B14F-4D97-AF65-F5344CB8AC3E}">
        <p14:creationId xmlns:p14="http://schemas.microsoft.com/office/powerpoint/2010/main" val="6245518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4E22E0-6D8B-7203-4A21-303439691442}"/>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E0F2E248-35DC-3FE5-8100-C29D0FA50D8F}"/>
              </a:ext>
            </a:extLst>
          </p:cNvPr>
          <p:cNvPicPr>
            <a:picLocks noChangeAspect="1"/>
          </p:cNvPicPr>
          <p:nvPr/>
        </p:nvPicPr>
        <p:blipFill>
          <a:blip r:embed="rId3"/>
          <a:stretch>
            <a:fillRect/>
          </a:stretch>
        </p:blipFill>
        <p:spPr>
          <a:xfrm>
            <a:off x="12487" y="0"/>
            <a:ext cx="5441324" cy="5143500"/>
          </a:xfrm>
          <a:prstGeom prst="rect">
            <a:avLst/>
          </a:prstGeom>
        </p:spPr>
      </p:pic>
      <p:sp>
        <p:nvSpPr>
          <p:cNvPr id="2" name="Rectangle 1">
            <a:extLst>
              <a:ext uri="{FF2B5EF4-FFF2-40B4-BE49-F238E27FC236}">
                <a16:creationId xmlns:a16="http://schemas.microsoft.com/office/drawing/2014/main" id="{4BB996FF-9150-7C2C-D08F-F17223C7168C}"/>
              </a:ext>
            </a:extLst>
          </p:cNvPr>
          <p:cNvSpPr/>
          <p:nvPr/>
        </p:nvSpPr>
        <p:spPr>
          <a:xfrm>
            <a:off x="143173" y="3380809"/>
            <a:ext cx="5209608" cy="939113"/>
          </a:xfrm>
          <a:prstGeom prst="rect">
            <a:avLst/>
          </a:pr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62D88364-C037-E4E8-FF08-26E347DE16E5}"/>
              </a:ext>
            </a:extLst>
          </p:cNvPr>
          <p:cNvSpPr/>
          <p:nvPr/>
        </p:nvSpPr>
        <p:spPr>
          <a:xfrm>
            <a:off x="157175" y="2107136"/>
            <a:ext cx="5209608" cy="939113"/>
          </a:xfrm>
          <a:prstGeom prst="rect">
            <a:avLst/>
          </a:pr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6" name="Straight Arrow Connector 5">
            <a:extLst>
              <a:ext uri="{FF2B5EF4-FFF2-40B4-BE49-F238E27FC236}">
                <a16:creationId xmlns:a16="http://schemas.microsoft.com/office/drawing/2014/main" id="{2BF69706-FC30-3DFE-641E-B8E1D2BB9A3D}"/>
              </a:ext>
            </a:extLst>
          </p:cNvPr>
          <p:cNvCxnSpPr/>
          <p:nvPr/>
        </p:nvCxnSpPr>
        <p:spPr>
          <a:xfrm flipH="1" flipV="1">
            <a:off x="5111643" y="2896424"/>
            <a:ext cx="973712" cy="48438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2B60A224-E3A4-F3B2-DC50-49621B5A2561}"/>
              </a:ext>
            </a:extLst>
          </p:cNvPr>
          <p:cNvSpPr txBox="1"/>
          <p:nvPr/>
        </p:nvSpPr>
        <p:spPr>
          <a:xfrm>
            <a:off x="6224954" y="2682910"/>
            <a:ext cx="2502039" cy="1754326"/>
          </a:xfrm>
          <a:prstGeom prst="rect">
            <a:avLst/>
          </a:prstGeom>
          <a:noFill/>
        </p:spPr>
        <p:txBody>
          <a:bodyPr wrap="square" rtlCol="0">
            <a:spAutoFit/>
          </a:bodyPr>
          <a:lstStyle/>
          <a:p>
            <a:r>
              <a:rPr lang="en-US" dirty="0">
                <a:latin typeface="+mn-lt"/>
              </a:rPr>
              <a:t>If you didn’t complete this, change from expectations to actual ETL challenges, </a:t>
            </a:r>
          </a:p>
          <a:p>
            <a:r>
              <a:rPr lang="en-US" dirty="0">
                <a:latin typeface="+mn-lt"/>
              </a:rPr>
              <a:t>if you did: footnote actual ETL challenges</a:t>
            </a:r>
          </a:p>
        </p:txBody>
      </p:sp>
    </p:spTree>
    <p:extLst>
      <p:ext uri="{BB962C8B-B14F-4D97-AF65-F5344CB8AC3E}">
        <p14:creationId xmlns:p14="http://schemas.microsoft.com/office/powerpoint/2010/main" val="37158959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965371-A907-1B84-14DE-50934206B3FF}"/>
              </a:ext>
            </a:extLst>
          </p:cNvPr>
          <p:cNvSpPr>
            <a:spLocks noGrp="1"/>
          </p:cNvSpPr>
          <p:nvPr>
            <p:ph type="title"/>
          </p:nvPr>
        </p:nvSpPr>
        <p:spPr/>
        <p:txBody>
          <a:bodyPr/>
          <a:lstStyle/>
          <a:p>
            <a:r>
              <a:rPr lang="en-US" dirty="0"/>
              <a:t>Appendix 2</a:t>
            </a:r>
          </a:p>
        </p:txBody>
      </p:sp>
      <p:sp>
        <p:nvSpPr>
          <p:cNvPr id="3" name="Content Placeholder 2">
            <a:extLst>
              <a:ext uri="{FF2B5EF4-FFF2-40B4-BE49-F238E27FC236}">
                <a16:creationId xmlns:a16="http://schemas.microsoft.com/office/drawing/2014/main" id="{5DD54975-6798-03C8-0E17-60DE690D2A58}"/>
              </a:ext>
            </a:extLst>
          </p:cNvPr>
          <p:cNvSpPr>
            <a:spLocks noGrp="1"/>
          </p:cNvSpPr>
          <p:nvPr>
            <p:ph idx="1"/>
          </p:nvPr>
        </p:nvSpPr>
        <p:spPr>
          <a:xfrm>
            <a:off x="361950" y="1000125"/>
            <a:ext cx="8229600" cy="3726661"/>
          </a:xfrm>
        </p:spPr>
        <p:txBody>
          <a:bodyPr/>
          <a:lstStyle/>
          <a:p>
            <a:r>
              <a:rPr lang="en-US" dirty="0"/>
              <a:t>Depending on how you have set up your analysis:</a:t>
            </a:r>
          </a:p>
          <a:p>
            <a:pPr marL="457200" indent="-457200">
              <a:buFont typeface="Arial" panose="020B0604020202020204" pitchFamily="34" charset="0"/>
              <a:buChar char="•"/>
            </a:pPr>
            <a:r>
              <a:rPr lang="en-US" sz="2400" dirty="0"/>
              <a:t>Tabulate the results for submission types 1, 2, &amp; 3 </a:t>
            </a:r>
          </a:p>
          <a:p>
            <a:pPr marL="457200" indent="-457200">
              <a:buFont typeface="Arial" panose="020B0604020202020204" pitchFamily="34" charset="0"/>
              <a:buChar char="•"/>
            </a:pPr>
            <a:r>
              <a:rPr lang="en-US" sz="2400" dirty="0"/>
              <a:t>OR</a:t>
            </a:r>
          </a:p>
          <a:p>
            <a:pPr marL="457200" indent="-457200">
              <a:buFont typeface="Arial" panose="020B0604020202020204" pitchFamily="34" charset="0"/>
              <a:buChar char="•"/>
            </a:pPr>
            <a:r>
              <a:rPr lang="en-US" sz="2400" dirty="0"/>
              <a:t>Take screenshots of the test outcomes you want to discuss.</a:t>
            </a:r>
          </a:p>
          <a:p>
            <a:pPr marL="457200" indent="-457200">
              <a:buFont typeface="Arial" panose="020B0604020202020204" pitchFamily="34" charset="0"/>
              <a:buChar char="•"/>
            </a:pPr>
            <a:r>
              <a:rPr lang="en-US" sz="2400" dirty="0"/>
              <a:t>E.g., The more sophisticated prompt 2, did not fail test X as often as prompt 1, see Appendix 2 Table/Figure X</a:t>
            </a:r>
          </a:p>
          <a:p>
            <a:pPr marL="457200" indent="-457200">
              <a:buFont typeface="Arial" panose="020B0604020202020204" pitchFamily="34" charset="0"/>
              <a:buChar char="•"/>
            </a:pPr>
            <a:r>
              <a:rPr lang="en-US" sz="2400" dirty="0"/>
              <a:t>Write up as many of the tests as you feel support your conclusion, but don’t ignore contrary evidence.</a:t>
            </a:r>
          </a:p>
        </p:txBody>
      </p:sp>
    </p:spTree>
    <p:extLst>
      <p:ext uri="{BB962C8B-B14F-4D97-AF65-F5344CB8AC3E}">
        <p14:creationId xmlns:p14="http://schemas.microsoft.com/office/powerpoint/2010/main" val="41197298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D3FE1B-3E19-BDDE-EC98-E4F0FB72C1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F6038C-169F-0654-CC4F-7345B33897F7}"/>
              </a:ext>
            </a:extLst>
          </p:cNvPr>
          <p:cNvSpPr>
            <a:spLocks noGrp="1"/>
          </p:cNvSpPr>
          <p:nvPr>
            <p:ph type="title"/>
          </p:nvPr>
        </p:nvSpPr>
        <p:spPr>
          <a:xfrm>
            <a:off x="361950" y="332845"/>
            <a:ext cx="8305800" cy="646331"/>
          </a:xfrm>
        </p:spPr>
        <p:txBody>
          <a:bodyPr/>
          <a:lstStyle/>
          <a:p>
            <a:r>
              <a:rPr lang="en-US" sz="3600" dirty="0"/>
              <a:t>In the Memo Text for Gen AI section</a:t>
            </a:r>
          </a:p>
        </p:txBody>
      </p:sp>
      <p:sp>
        <p:nvSpPr>
          <p:cNvPr id="3" name="Content Placeholder 2">
            <a:extLst>
              <a:ext uri="{FF2B5EF4-FFF2-40B4-BE49-F238E27FC236}">
                <a16:creationId xmlns:a16="http://schemas.microsoft.com/office/drawing/2014/main" id="{1650612F-45CD-B463-2754-52676DE7BB86}"/>
              </a:ext>
            </a:extLst>
          </p:cNvPr>
          <p:cNvSpPr>
            <a:spLocks noGrp="1"/>
          </p:cNvSpPr>
          <p:nvPr>
            <p:ph idx="1"/>
          </p:nvPr>
        </p:nvSpPr>
        <p:spPr>
          <a:xfrm>
            <a:off x="361950" y="1000125"/>
            <a:ext cx="8229600" cy="2087751"/>
          </a:xfrm>
        </p:spPr>
        <p:txBody>
          <a:bodyPr/>
          <a:lstStyle/>
          <a:p>
            <a:r>
              <a:rPr lang="en-US" dirty="0"/>
              <a:t>Link your discussion to the Appendix:</a:t>
            </a:r>
          </a:p>
          <a:p>
            <a:pPr marL="457200" indent="-457200">
              <a:buFont typeface="Arial" panose="020B0604020202020204" pitchFamily="34" charset="0"/>
              <a:buChar char="•"/>
            </a:pPr>
            <a:r>
              <a:rPr lang="en-US" sz="2400" dirty="0"/>
              <a:t>E.g., The more sophisticated prompt 2, did not fail test X as often as prompt 1, see Appendix 2 Table/Figure X</a:t>
            </a:r>
          </a:p>
          <a:p>
            <a:pPr marL="457200" indent="-457200">
              <a:buFont typeface="Arial" panose="020B0604020202020204" pitchFamily="34" charset="0"/>
              <a:buChar char="•"/>
            </a:pPr>
            <a:r>
              <a:rPr lang="en-US" sz="2400" dirty="0"/>
              <a:t>Write up as many of the tests as you feel support your conclusion, but don’t ignore contrary evidence.</a:t>
            </a:r>
          </a:p>
        </p:txBody>
      </p:sp>
    </p:spTree>
    <p:extLst>
      <p:ext uri="{BB962C8B-B14F-4D97-AF65-F5344CB8AC3E}">
        <p14:creationId xmlns:p14="http://schemas.microsoft.com/office/powerpoint/2010/main" val="40138423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3E22D6-EAA0-B76A-5017-68D246E72FA6}"/>
              </a:ext>
            </a:extLst>
          </p:cNvPr>
          <p:cNvSpPr>
            <a:spLocks noGrp="1"/>
          </p:cNvSpPr>
          <p:nvPr>
            <p:ph type="title"/>
          </p:nvPr>
        </p:nvSpPr>
        <p:spPr/>
        <p:txBody>
          <a:bodyPr/>
          <a:lstStyle/>
          <a:p>
            <a:r>
              <a:rPr lang="en-US" dirty="0"/>
              <a:t>Finally</a:t>
            </a:r>
          </a:p>
        </p:txBody>
      </p:sp>
      <p:sp>
        <p:nvSpPr>
          <p:cNvPr id="3" name="Content Placeholder 2">
            <a:extLst>
              <a:ext uri="{FF2B5EF4-FFF2-40B4-BE49-F238E27FC236}">
                <a16:creationId xmlns:a16="http://schemas.microsoft.com/office/drawing/2014/main" id="{3CA89D1B-4B61-1343-BCC9-695D5040A703}"/>
              </a:ext>
            </a:extLst>
          </p:cNvPr>
          <p:cNvSpPr>
            <a:spLocks noGrp="1"/>
          </p:cNvSpPr>
          <p:nvPr>
            <p:ph idx="1"/>
          </p:nvPr>
        </p:nvSpPr>
        <p:spPr>
          <a:xfrm>
            <a:off x="361950" y="1000125"/>
            <a:ext cx="8229600" cy="1964640"/>
          </a:xfrm>
        </p:spPr>
        <p:txBody>
          <a:bodyPr/>
          <a:lstStyle/>
          <a:p>
            <a:r>
              <a:rPr lang="en-US" dirty="0"/>
              <a:t>Please upload your workflow(s) used in these two classes to the same portal as the memo</a:t>
            </a:r>
          </a:p>
          <a:p>
            <a:endParaRPr lang="en-US" dirty="0"/>
          </a:p>
          <a:p>
            <a:r>
              <a:rPr lang="en-US" sz="2400" dirty="0">
                <a:hlinkClick r:id="rId3"/>
              </a:rPr>
              <a:t>https://canvas.uw.edu/courses/1826714/assignments/10826325</a:t>
            </a:r>
            <a:r>
              <a:rPr lang="en-US" sz="2400" dirty="0"/>
              <a:t> </a:t>
            </a:r>
          </a:p>
        </p:txBody>
      </p:sp>
    </p:spTree>
    <p:extLst>
      <p:ext uri="{BB962C8B-B14F-4D97-AF65-F5344CB8AC3E}">
        <p14:creationId xmlns:p14="http://schemas.microsoft.com/office/powerpoint/2010/main" val="4293836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087C86-A552-DF4F-548F-15C31CD3EF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528C46-A596-B902-9A2B-84DE64D9FCAE}"/>
              </a:ext>
            </a:extLst>
          </p:cNvPr>
          <p:cNvSpPr>
            <a:spLocks noGrp="1"/>
          </p:cNvSpPr>
          <p:nvPr>
            <p:ph type="title"/>
          </p:nvPr>
        </p:nvSpPr>
        <p:spPr/>
        <p:txBody>
          <a:bodyPr/>
          <a:lstStyle/>
          <a:p>
            <a:r>
              <a:rPr lang="en-US"/>
              <a:t>Agenda</a:t>
            </a:r>
          </a:p>
        </p:txBody>
      </p:sp>
      <p:sp>
        <p:nvSpPr>
          <p:cNvPr id="3" name="Content Placeholder 2">
            <a:extLst>
              <a:ext uri="{FF2B5EF4-FFF2-40B4-BE49-F238E27FC236}">
                <a16:creationId xmlns:a16="http://schemas.microsoft.com/office/drawing/2014/main" id="{F348F5AF-4DC8-211B-4157-D22490A5CFF8}"/>
              </a:ext>
            </a:extLst>
          </p:cNvPr>
          <p:cNvSpPr>
            <a:spLocks noGrp="1"/>
          </p:cNvSpPr>
          <p:nvPr>
            <p:ph idx="1"/>
          </p:nvPr>
        </p:nvSpPr>
        <p:spPr>
          <a:xfrm>
            <a:off x="361950" y="1000125"/>
            <a:ext cx="8229600" cy="2495555"/>
          </a:xfrm>
        </p:spPr>
        <p:txBody>
          <a:bodyPr/>
          <a:lstStyle/>
          <a:p>
            <a:pPr marL="457200" indent="-457200"/>
            <a:r>
              <a:rPr lang="en-US" dirty="0">
                <a:solidFill>
                  <a:schemeClr val="bg1">
                    <a:lumMod val="75000"/>
                  </a:schemeClr>
                </a:solidFill>
              </a:rPr>
              <a:t>Review: Individual Deliverable (Due Nov 13</a:t>
            </a:r>
            <a:r>
              <a:rPr lang="en-US" baseline="30000" dirty="0">
                <a:solidFill>
                  <a:schemeClr val="bg1">
                    <a:lumMod val="75000"/>
                  </a:schemeClr>
                </a:solidFill>
              </a:rPr>
              <a:t>th</a:t>
            </a:r>
            <a:r>
              <a:rPr lang="en-US" dirty="0">
                <a:solidFill>
                  <a:schemeClr val="bg1">
                    <a:lumMod val="75000"/>
                  </a:schemeClr>
                </a:solidFill>
              </a:rPr>
              <a:t>)</a:t>
            </a:r>
          </a:p>
          <a:p>
            <a:pPr marL="457200" indent="-457200"/>
            <a:r>
              <a:rPr lang="en-US" b="1" dirty="0">
                <a:solidFill>
                  <a:srgbClr val="412985"/>
                </a:solidFill>
              </a:rPr>
              <a:t>Labs:</a:t>
            </a:r>
          </a:p>
          <a:p>
            <a:pPr marL="1027113" lvl="1" indent="-457200"/>
            <a:r>
              <a:rPr lang="en-US" b="1" dirty="0">
                <a:solidFill>
                  <a:srgbClr val="412985"/>
                </a:solidFill>
              </a:rPr>
              <a:t>ETL for Multiple Input Files </a:t>
            </a:r>
          </a:p>
          <a:p>
            <a:pPr marL="1027113" lvl="1" indent="-457200"/>
            <a:r>
              <a:rPr lang="en-US" dirty="0">
                <a:solidFill>
                  <a:schemeClr val="tx1">
                    <a:lumMod val="85000"/>
                    <a:lumOff val="15000"/>
                  </a:schemeClr>
                </a:solidFill>
              </a:rPr>
              <a:t>Preliminary Assessments of Gen AI </a:t>
            </a:r>
            <a:r>
              <a:rPr lang="en-US" dirty="0" err="1">
                <a:solidFill>
                  <a:schemeClr val="tx1">
                    <a:lumMod val="85000"/>
                    <a:lumOff val="15000"/>
                  </a:schemeClr>
                </a:solidFill>
              </a:rPr>
              <a:t>Sophistiation</a:t>
            </a:r>
            <a:endParaRPr lang="en-US" dirty="0">
              <a:solidFill>
                <a:schemeClr val="tx1">
                  <a:lumMod val="85000"/>
                  <a:lumOff val="15000"/>
                </a:schemeClr>
              </a:solidFill>
            </a:endParaRPr>
          </a:p>
          <a:p>
            <a:pPr marL="1027113" lvl="1" indent="-457200"/>
            <a:r>
              <a:rPr lang="en-US" dirty="0">
                <a:solidFill>
                  <a:schemeClr val="tx1">
                    <a:lumMod val="85000"/>
                    <a:lumOff val="15000"/>
                  </a:schemeClr>
                </a:solidFill>
              </a:rPr>
              <a:t>Time for Memo Writeup</a:t>
            </a:r>
          </a:p>
          <a:p>
            <a:pPr marL="1027113" lvl="1" indent="-457200"/>
            <a:endParaRPr lang="en-US" dirty="0"/>
          </a:p>
        </p:txBody>
      </p:sp>
    </p:spTree>
    <p:extLst>
      <p:ext uri="{BB962C8B-B14F-4D97-AF65-F5344CB8AC3E}">
        <p14:creationId xmlns:p14="http://schemas.microsoft.com/office/powerpoint/2010/main" val="28486904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64A457-4D8A-9084-989F-83D1A8B307C2}"/>
              </a:ext>
            </a:extLst>
          </p:cNvPr>
          <p:cNvSpPr>
            <a:spLocks noGrp="1"/>
          </p:cNvSpPr>
          <p:nvPr>
            <p:ph type="title"/>
          </p:nvPr>
        </p:nvSpPr>
        <p:spPr/>
        <p:txBody>
          <a:bodyPr/>
          <a:lstStyle/>
          <a:p>
            <a:r>
              <a:rPr lang="en-US" dirty="0"/>
              <a:t>ETL for multiple files</a:t>
            </a:r>
          </a:p>
        </p:txBody>
      </p:sp>
      <p:sp>
        <p:nvSpPr>
          <p:cNvPr id="3" name="Content Placeholder 2">
            <a:extLst>
              <a:ext uri="{FF2B5EF4-FFF2-40B4-BE49-F238E27FC236}">
                <a16:creationId xmlns:a16="http://schemas.microsoft.com/office/drawing/2014/main" id="{2D22556F-121B-14C8-8146-034F4D5BAC21}"/>
              </a:ext>
            </a:extLst>
          </p:cNvPr>
          <p:cNvSpPr>
            <a:spLocks noGrp="1"/>
          </p:cNvSpPr>
          <p:nvPr>
            <p:ph idx="1"/>
          </p:nvPr>
        </p:nvSpPr>
        <p:spPr>
          <a:xfrm>
            <a:off x="361950" y="1000125"/>
            <a:ext cx="8229600" cy="4429418"/>
          </a:xfrm>
        </p:spPr>
        <p:txBody>
          <a:bodyPr/>
          <a:lstStyle/>
          <a:p>
            <a:r>
              <a:rPr lang="en-US" sz="2800" dirty="0"/>
              <a:t>ETL Steps:</a:t>
            </a:r>
          </a:p>
          <a:p>
            <a:pPr marL="514350" indent="-514350">
              <a:buFont typeface="+mj-lt"/>
              <a:buAutoNum type="arabicPeriod"/>
            </a:pPr>
            <a:r>
              <a:rPr lang="en-US" sz="2800" dirty="0"/>
              <a:t>ETL selected data</a:t>
            </a:r>
          </a:p>
          <a:p>
            <a:pPr marL="514350" indent="-514350">
              <a:buFont typeface="+mj-lt"/>
              <a:buAutoNum type="arabicPeriod"/>
            </a:pPr>
            <a:r>
              <a:rPr lang="en-US" sz="2800" dirty="0"/>
              <a:t>Update your file to accommodate multiple files (or run them one-by-one)</a:t>
            </a:r>
          </a:p>
          <a:p>
            <a:pPr marL="514350" indent="-514350">
              <a:buFont typeface="+mj-lt"/>
              <a:buAutoNum type="arabicPeriod"/>
            </a:pPr>
            <a:r>
              <a:rPr lang="en-US" sz="2800" dirty="0"/>
              <a:t>Run your analysis for each level of sophistication.</a:t>
            </a:r>
          </a:p>
          <a:p>
            <a:endParaRPr lang="en-US" sz="2400" dirty="0"/>
          </a:p>
          <a:p>
            <a:r>
              <a:rPr lang="en-US" sz="2400" dirty="0"/>
              <a:t>**Note: In addition to your own file(s) you can git pull the class submissions to ACCTG 522.</a:t>
            </a:r>
          </a:p>
          <a:p>
            <a:endParaRPr lang="en-US" dirty="0"/>
          </a:p>
          <a:p>
            <a:pPr marL="514350" indent="-514350">
              <a:buFont typeface="+mj-lt"/>
              <a:buAutoNum type="arabicPeriod"/>
            </a:pPr>
            <a:endParaRPr lang="en-US" dirty="0"/>
          </a:p>
        </p:txBody>
      </p:sp>
    </p:spTree>
    <p:extLst>
      <p:ext uri="{BB962C8B-B14F-4D97-AF65-F5344CB8AC3E}">
        <p14:creationId xmlns:p14="http://schemas.microsoft.com/office/powerpoint/2010/main" val="31845394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A51CB23-0EBC-CAB6-DAB2-FBCB304946BB}"/>
              </a:ext>
            </a:extLst>
          </p:cNvPr>
          <p:cNvPicPr>
            <a:picLocks noChangeAspect="1"/>
          </p:cNvPicPr>
          <p:nvPr/>
        </p:nvPicPr>
        <p:blipFill>
          <a:blip r:embed="rId3"/>
          <a:stretch>
            <a:fillRect/>
          </a:stretch>
        </p:blipFill>
        <p:spPr>
          <a:xfrm>
            <a:off x="337546" y="342589"/>
            <a:ext cx="8468907" cy="4458322"/>
          </a:xfrm>
          <a:prstGeom prst="rect">
            <a:avLst/>
          </a:prstGeom>
        </p:spPr>
      </p:pic>
      <p:sp>
        <p:nvSpPr>
          <p:cNvPr id="6" name="TextBox 5">
            <a:extLst>
              <a:ext uri="{FF2B5EF4-FFF2-40B4-BE49-F238E27FC236}">
                <a16:creationId xmlns:a16="http://schemas.microsoft.com/office/drawing/2014/main" id="{1B87D2B1-E219-7605-6A88-50035B17C0E3}"/>
              </a:ext>
            </a:extLst>
          </p:cNvPr>
          <p:cNvSpPr txBox="1"/>
          <p:nvPr/>
        </p:nvSpPr>
        <p:spPr>
          <a:xfrm>
            <a:off x="7267326" y="2527765"/>
            <a:ext cx="1391599" cy="646331"/>
          </a:xfrm>
          <a:prstGeom prst="rect">
            <a:avLst/>
          </a:prstGeom>
          <a:noFill/>
        </p:spPr>
        <p:txBody>
          <a:bodyPr wrap="none" rtlCol="0">
            <a:spAutoFit/>
          </a:bodyPr>
          <a:lstStyle/>
          <a:p>
            <a:r>
              <a:rPr lang="en-US" b="1" dirty="0">
                <a:solidFill>
                  <a:schemeClr val="bg1">
                    <a:lumMod val="75000"/>
                  </a:schemeClr>
                </a:solidFill>
                <a:latin typeface="+mn-lt"/>
              </a:rPr>
              <a:t>64 potential </a:t>
            </a:r>
          </a:p>
          <a:p>
            <a:r>
              <a:rPr lang="en-US" b="1" dirty="0">
                <a:solidFill>
                  <a:schemeClr val="bg1">
                    <a:lumMod val="75000"/>
                  </a:schemeClr>
                </a:solidFill>
                <a:latin typeface="+mn-lt"/>
              </a:rPr>
              <a:t>input files</a:t>
            </a:r>
          </a:p>
        </p:txBody>
      </p:sp>
    </p:spTree>
    <p:extLst>
      <p:ext uri="{BB962C8B-B14F-4D97-AF65-F5344CB8AC3E}">
        <p14:creationId xmlns:p14="http://schemas.microsoft.com/office/powerpoint/2010/main" val="38977880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4E4C5D0-5384-1276-6DAA-C7D61781D9DD}"/>
              </a:ext>
            </a:extLst>
          </p:cNvPr>
          <p:cNvPicPr>
            <a:picLocks noChangeAspect="1"/>
          </p:cNvPicPr>
          <p:nvPr/>
        </p:nvPicPr>
        <p:blipFill>
          <a:blip r:embed="rId3"/>
          <a:stretch>
            <a:fillRect/>
          </a:stretch>
        </p:blipFill>
        <p:spPr>
          <a:xfrm>
            <a:off x="0" y="0"/>
            <a:ext cx="9144000" cy="1581746"/>
          </a:xfrm>
          <a:prstGeom prst="rect">
            <a:avLst/>
          </a:prstGeom>
        </p:spPr>
      </p:pic>
      <p:pic>
        <p:nvPicPr>
          <p:cNvPr id="5" name="Picture 4">
            <a:extLst>
              <a:ext uri="{FF2B5EF4-FFF2-40B4-BE49-F238E27FC236}">
                <a16:creationId xmlns:a16="http://schemas.microsoft.com/office/drawing/2014/main" id="{F48D944A-C40D-4C4D-ECC0-2B075FEC89FF}"/>
              </a:ext>
            </a:extLst>
          </p:cNvPr>
          <p:cNvPicPr>
            <a:picLocks noChangeAspect="1"/>
          </p:cNvPicPr>
          <p:nvPr/>
        </p:nvPicPr>
        <p:blipFill>
          <a:blip r:embed="rId4"/>
          <a:stretch>
            <a:fillRect/>
          </a:stretch>
        </p:blipFill>
        <p:spPr>
          <a:xfrm>
            <a:off x="0" y="1825377"/>
            <a:ext cx="9144000" cy="1492745"/>
          </a:xfrm>
          <a:prstGeom prst="rect">
            <a:avLst/>
          </a:prstGeom>
        </p:spPr>
      </p:pic>
      <p:sp>
        <p:nvSpPr>
          <p:cNvPr id="6" name="TextBox 5">
            <a:extLst>
              <a:ext uri="{FF2B5EF4-FFF2-40B4-BE49-F238E27FC236}">
                <a16:creationId xmlns:a16="http://schemas.microsoft.com/office/drawing/2014/main" id="{0B0879EF-2BBA-6BA9-E2C2-0ABD3AC6B637}"/>
              </a:ext>
            </a:extLst>
          </p:cNvPr>
          <p:cNvSpPr txBox="1"/>
          <p:nvPr/>
        </p:nvSpPr>
        <p:spPr>
          <a:xfrm>
            <a:off x="220222" y="3437378"/>
            <a:ext cx="2497415" cy="1200329"/>
          </a:xfrm>
          <a:prstGeom prst="rect">
            <a:avLst/>
          </a:prstGeom>
          <a:noFill/>
        </p:spPr>
        <p:txBody>
          <a:bodyPr wrap="none" rtlCol="0">
            <a:spAutoFit/>
          </a:bodyPr>
          <a:lstStyle/>
          <a:p>
            <a:r>
              <a:rPr lang="en-US" dirty="0">
                <a:latin typeface="+mn-lt"/>
              </a:rPr>
              <a:t>Date formats in the files:</a:t>
            </a:r>
          </a:p>
          <a:p>
            <a:pPr marL="285750" indent="-285750">
              <a:buFont typeface="Arial" panose="020B0604020202020204" pitchFamily="34" charset="0"/>
              <a:buChar char="•"/>
            </a:pPr>
            <a:r>
              <a:rPr lang="en-US" dirty="0" err="1">
                <a:latin typeface="+mn-lt"/>
              </a:rPr>
              <a:t>yyyy</a:t>
            </a:r>
            <a:r>
              <a:rPr lang="en-US" dirty="0">
                <a:latin typeface="+mn-lt"/>
              </a:rPr>
              <a:t>-mm-dd</a:t>
            </a:r>
          </a:p>
          <a:p>
            <a:pPr marL="285750" indent="-285750">
              <a:buFont typeface="Arial" panose="020B0604020202020204" pitchFamily="34" charset="0"/>
              <a:buChar char="•"/>
            </a:pPr>
            <a:r>
              <a:rPr lang="en-US" dirty="0">
                <a:latin typeface="+mn-lt"/>
              </a:rPr>
              <a:t>mm/dd/</a:t>
            </a:r>
            <a:r>
              <a:rPr lang="en-US" dirty="0" err="1">
                <a:latin typeface="+mn-lt"/>
              </a:rPr>
              <a:t>yyyy</a:t>
            </a:r>
            <a:endParaRPr lang="en-US" dirty="0">
              <a:latin typeface="+mn-lt"/>
            </a:endParaRPr>
          </a:p>
          <a:p>
            <a:pPr marL="285750" indent="-285750">
              <a:buFont typeface="Arial" panose="020B0604020202020204" pitchFamily="34" charset="0"/>
              <a:buChar char="•"/>
            </a:pPr>
            <a:r>
              <a:rPr lang="en-US" dirty="0">
                <a:latin typeface="+mn-lt"/>
              </a:rPr>
              <a:t>dd-mm-</a:t>
            </a:r>
            <a:r>
              <a:rPr lang="en-US" dirty="0" err="1">
                <a:latin typeface="+mn-lt"/>
              </a:rPr>
              <a:t>yyyy</a:t>
            </a:r>
            <a:r>
              <a:rPr lang="en-US" dirty="0">
                <a:latin typeface="+mn-lt"/>
              </a:rPr>
              <a:t> etc.</a:t>
            </a:r>
          </a:p>
        </p:txBody>
      </p:sp>
      <p:cxnSp>
        <p:nvCxnSpPr>
          <p:cNvPr id="8" name="Straight Arrow Connector 7">
            <a:extLst>
              <a:ext uri="{FF2B5EF4-FFF2-40B4-BE49-F238E27FC236}">
                <a16:creationId xmlns:a16="http://schemas.microsoft.com/office/drawing/2014/main" id="{C4ECB2FF-9292-160B-C779-767BBBF54CEC}"/>
              </a:ext>
            </a:extLst>
          </p:cNvPr>
          <p:cNvCxnSpPr>
            <a:stCxn id="6" idx="3"/>
          </p:cNvCxnSpPr>
          <p:nvPr/>
        </p:nvCxnSpPr>
        <p:spPr>
          <a:xfrm flipV="1">
            <a:off x="2717637" y="4035807"/>
            <a:ext cx="2347469" cy="173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39D09619-3571-2255-DCB2-155596595B45}"/>
              </a:ext>
            </a:extLst>
          </p:cNvPr>
          <p:cNvSpPr txBox="1"/>
          <p:nvPr/>
        </p:nvSpPr>
        <p:spPr>
          <a:xfrm>
            <a:off x="3622760" y="3666475"/>
            <a:ext cx="506870" cy="369332"/>
          </a:xfrm>
          <a:prstGeom prst="rect">
            <a:avLst/>
          </a:prstGeom>
          <a:noFill/>
        </p:spPr>
        <p:txBody>
          <a:bodyPr wrap="none" rtlCol="0">
            <a:spAutoFit/>
          </a:bodyPr>
          <a:lstStyle/>
          <a:p>
            <a:r>
              <a:rPr lang="en-US" dirty="0">
                <a:latin typeface="+mn-lt"/>
              </a:rPr>
              <a:t>ETL</a:t>
            </a:r>
          </a:p>
        </p:txBody>
      </p:sp>
      <p:sp>
        <p:nvSpPr>
          <p:cNvPr id="10" name="TextBox 9">
            <a:extLst>
              <a:ext uri="{FF2B5EF4-FFF2-40B4-BE49-F238E27FC236}">
                <a16:creationId xmlns:a16="http://schemas.microsoft.com/office/drawing/2014/main" id="{24810328-7B95-D888-5C60-46C430AAC4BE}"/>
              </a:ext>
            </a:extLst>
          </p:cNvPr>
          <p:cNvSpPr txBox="1"/>
          <p:nvPr/>
        </p:nvSpPr>
        <p:spPr>
          <a:xfrm>
            <a:off x="5270965" y="3851141"/>
            <a:ext cx="3138551" cy="369332"/>
          </a:xfrm>
          <a:prstGeom prst="rect">
            <a:avLst/>
          </a:prstGeom>
          <a:noFill/>
        </p:spPr>
        <p:txBody>
          <a:bodyPr wrap="none" rtlCol="0">
            <a:spAutoFit/>
          </a:bodyPr>
          <a:lstStyle/>
          <a:p>
            <a:r>
              <a:rPr lang="en-US" dirty="0">
                <a:latin typeface="+mn-lt"/>
              </a:rPr>
              <a:t>Convert dates to Alteryx format</a:t>
            </a:r>
          </a:p>
        </p:txBody>
      </p:sp>
    </p:spTree>
    <p:extLst>
      <p:ext uri="{BB962C8B-B14F-4D97-AF65-F5344CB8AC3E}">
        <p14:creationId xmlns:p14="http://schemas.microsoft.com/office/powerpoint/2010/main" val="23059576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FCF695-F3F0-B733-9E86-4C01D2CAE4C4}"/>
              </a:ext>
            </a:extLst>
          </p:cNvPr>
          <p:cNvSpPr>
            <a:spLocks noGrp="1"/>
          </p:cNvSpPr>
          <p:nvPr>
            <p:ph type="title"/>
          </p:nvPr>
        </p:nvSpPr>
        <p:spPr/>
        <p:txBody>
          <a:bodyPr/>
          <a:lstStyle/>
          <a:p>
            <a:r>
              <a:rPr lang="en-US" dirty="0"/>
              <a:t>ETL Challenge levels</a:t>
            </a:r>
          </a:p>
        </p:txBody>
      </p:sp>
      <p:sp>
        <p:nvSpPr>
          <p:cNvPr id="3" name="Content Placeholder 2">
            <a:extLst>
              <a:ext uri="{FF2B5EF4-FFF2-40B4-BE49-F238E27FC236}">
                <a16:creationId xmlns:a16="http://schemas.microsoft.com/office/drawing/2014/main" id="{E040AE18-DD7F-B08D-0326-81A7468E2E61}"/>
              </a:ext>
            </a:extLst>
          </p:cNvPr>
          <p:cNvSpPr>
            <a:spLocks noGrp="1"/>
          </p:cNvSpPr>
          <p:nvPr>
            <p:ph idx="1"/>
          </p:nvPr>
        </p:nvSpPr>
        <p:spPr>
          <a:xfrm>
            <a:off x="361950" y="1000125"/>
            <a:ext cx="8229600" cy="3085460"/>
          </a:xfrm>
        </p:spPr>
        <p:txBody>
          <a:bodyPr/>
          <a:lstStyle/>
          <a:p>
            <a:pPr marL="514350" indent="-514350">
              <a:buFont typeface="+mj-lt"/>
              <a:buAutoNum type="arabicPeriod"/>
            </a:pPr>
            <a:r>
              <a:rPr lang="en-US" dirty="0"/>
              <a:t>Use single files, </a:t>
            </a:r>
            <a:r>
              <a:rPr lang="en-US" dirty="0" err="1"/>
              <a:t>class_prompt</a:t>
            </a:r>
            <a:r>
              <a:rPr lang="en-US" dirty="0"/>
              <a:t> (1), </a:t>
            </a:r>
            <a:r>
              <a:rPr lang="en-US" dirty="0" err="1"/>
              <a:t>followup</a:t>
            </a:r>
            <a:r>
              <a:rPr lang="en-US" dirty="0"/>
              <a:t> (2) and python (3) </a:t>
            </a:r>
          </a:p>
          <a:p>
            <a:pPr marL="514350" indent="-514350">
              <a:buFont typeface="+mj-lt"/>
              <a:buAutoNum type="arabicPeriod"/>
            </a:pPr>
            <a:r>
              <a:rPr lang="en-US" dirty="0"/>
              <a:t>Use a post ETL File (only if you get stuck)</a:t>
            </a:r>
          </a:p>
          <a:p>
            <a:pPr marL="514350" indent="-514350">
              <a:buFont typeface="+mj-lt"/>
              <a:buAutoNum type="arabicPeriod"/>
            </a:pPr>
            <a:r>
              <a:rPr lang="en-US" dirty="0"/>
              <a:t>Create a new file for the ETL workflow (se hints on logic).</a:t>
            </a:r>
          </a:p>
          <a:p>
            <a:pPr marL="514350" indent="-514350">
              <a:buFont typeface="+mj-lt"/>
              <a:buAutoNum type="arabicPeriod"/>
            </a:pPr>
            <a:r>
              <a:rPr lang="en-US" dirty="0"/>
              <a:t>Do the ETL in as few steps as possible.</a:t>
            </a:r>
          </a:p>
        </p:txBody>
      </p:sp>
    </p:spTree>
    <p:extLst>
      <p:ext uri="{BB962C8B-B14F-4D97-AF65-F5344CB8AC3E}">
        <p14:creationId xmlns:p14="http://schemas.microsoft.com/office/powerpoint/2010/main" val="727757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20F47E6-17FE-113B-5E28-303F3F5554BE}"/>
              </a:ext>
            </a:extLst>
          </p:cNvPr>
          <p:cNvPicPr>
            <a:picLocks noChangeAspect="1"/>
          </p:cNvPicPr>
          <p:nvPr/>
        </p:nvPicPr>
        <p:blipFill>
          <a:blip r:embed="rId3"/>
          <a:stretch>
            <a:fillRect/>
          </a:stretch>
        </p:blipFill>
        <p:spPr>
          <a:xfrm>
            <a:off x="0" y="338786"/>
            <a:ext cx="9144000" cy="4465927"/>
          </a:xfrm>
          <a:prstGeom prst="rect">
            <a:avLst/>
          </a:prstGeom>
        </p:spPr>
      </p:pic>
      <p:sp>
        <p:nvSpPr>
          <p:cNvPr id="5" name="TextBox 4">
            <a:extLst>
              <a:ext uri="{FF2B5EF4-FFF2-40B4-BE49-F238E27FC236}">
                <a16:creationId xmlns:a16="http://schemas.microsoft.com/office/drawing/2014/main" id="{CACAA7A7-DA6E-C09C-C929-80D704D247DB}"/>
              </a:ext>
            </a:extLst>
          </p:cNvPr>
          <p:cNvSpPr txBox="1"/>
          <p:nvPr/>
        </p:nvSpPr>
        <p:spPr>
          <a:xfrm>
            <a:off x="128511" y="1218854"/>
            <a:ext cx="2845907" cy="646331"/>
          </a:xfrm>
          <a:prstGeom prst="rect">
            <a:avLst/>
          </a:prstGeom>
          <a:solidFill>
            <a:schemeClr val="bg2"/>
          </a:solidFill>
        </p:spPr>
        <p:txBody>
          <a:bodyPr wrap="none" rtlCol="0">
            <a:spAutoFit/>
          </a:bodyPr>
          <a:lstStyle/>
          <a:p>
            <a:r>
              <a:rPr lang="en-US" dirty="0">
                <a:latin typeface="+mn-lt"/>
              </a:rPr>
              <a:t>Replace with </a:t>
            </a:r>
          </a:p>
          <a:p>
            <a:r>
              <a:rPr lang="en-US" dirty="0">
                <a:latin typeface="+mn-lt"/>
              </a:rPr>
              <a:t>Alteryx file or individual files</a:t>
            </a:r>
          </a:p>
        </p:txBody>
      </p:sp>
      <p:cxnSp>
        <p:nvCxnSpPr>
          <p:cNvPr id="7" name="Straight Arrow Connector 6">
            <a:extLst>
              <a:ext uri="{FF2B5EF4-FFF2-40B4-BE49-F238E27FC236}">
                <a16:creationId xmlns:a16="http://schemas.microsoft.com/office/drawing/2014/main" id="{54A17BEA-E158-01DF-35A4-F994FA0CE305}"/>
              </a:ext>
            </a:extLst>
          </p:cNvPr>
          <p:cNvCxnSpPr/>
          <p:nvPr/>
        </p:nvCxnSpPr>
        <p:spPr>
          <a:xfrm flipH="1">
            <a:off x="523926" y="1865185"/>
            <a:ext cx="874859" cy="54191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8" name="Rectangle 7">
            <a:extLst>
              <a:ext uri="{FF2B5EF4-FFF2-40B4-BE49-F238E27FC236}">
                <a16:creationId xmlns:a16="http://schemas.microsoft.com/office/drawing/2014/main" id="{7A0CF1B9-B4F2-05BB-3C2C-7586D325E202}"/>
              </a:ext>
            </a:extLst>
          </p:cNvPr>
          <p:cNvSpPr/>
          <p:nvPr/>
        </p:nvSpPr>
        <p:spPr>
          <a:xfrm>
            <a:off x="2466409" y="2006737"/>
            <a:ext cx="1907883" cy="771062"/>
          </a:xfrm>
          <a:prstGeom prst="rect">
            <a:avLst/>
          </a:prstGeom>
          <a:solidFill>
            <a:srgbClr val="002060">
              <a:alpha val="3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0" name="Straight Arrow Connector 9">
            <a:extLst>
              <a:ext uri="{FF2B5EF4-FFF2-40B4-BE49-F238E27FC236}">
                <a16:creationId xmlns:a16="http://schemas.microsoft.com/office/drawing/2014/main" id="{DB764DAB-8DB2-24C1-5AF1-78744B1F78E0}"/>
              </a:ext>
            </a:extLst>
          </p:cNvPr>
          <p:cNvCxnSpPr>
            <a:cxnSpLocks/>
          </p:cNvCxnSpPr>
          <p:nvPr/>
        </p:nvCxnSpPr>
        <p:spPr>
          <a:xfrm flipH="1">
            <a:off x="3415408" y="1275529"/>
            <a:ext cx="454728" cy="58965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F6F1CFB7-1AB9-79B7-F0FE-0416C594332C}"/>
              </a:ext>
            </a:extLst>
          </p:cNvPr>
          <p:cNvSpPr txBox="1"/>
          <p:nvPr/>
        </p:nvSpPr>
        <p:spPr>
          <a:xfrm>
            <a:off x="3415408" y="629198"/>
            <a:ext cx="3878691" cy="646331"/>
          </a:xfrm>
          <a:prstGeom prst="rect">
            <a:avLst/>
          </a:prstGeom>
          <a:solidFill>
            <a:schemeClr val="bg2"/>
          </a:solidFill>
        </p:spPr>
        <p:txBody>
          <a:bodyPr wrap="none" rtlCol="0">
            <a:spAutoFit/>
          </a:bodyPr>
          <a:lstStyle/>
          <a:p>
            <a:r>
              <a:rPr lang="en-US" dirty="0">
                <a:latin typeface="+mn-lt"/>
              </a:rPr>
              <a:t>Remove these steps </a:t>
            </a:r>
          </a:p>
          <a:p>
            <a:r>
              <a:rPr lang="en-US" dirty="0">
                <a:latin typeface="+mn-lt"/>
              </a:rPr>
              <a:t>if dates are formatted in the Alteryx file</a:t>
            </a:r>
          </a:p>
        </p:txBody>
      </p:sp>
      <p:sp>
        <p:nvSpPr>
          <p:cNvPr id="14" name="TextBox 13">
            <a:extLst>
              <a:ext uri="{FF2B5EF4-FFF2-40B4-BE49-F238E27FC236}">
                <a16:creationId xmlns:a16="http://schemas.microsoft.com/office/drawing/2014/main" id="{874A6226-CE48-A6CB-EAA1-1AAE1D61DD3C}"/>
              </a:ext>
            </a:extLst>
          </p:cNvPr>
          <p:cNvSpPr txBox="1"/>
          <p:nvPr/>
        </p:nvSpPr>
        <p:spPr>
          <a:xfrm>
            <a:off x="2377440" y="4506157"/>
            <a:ext cx="3881127" cy="369332"/>
          </a:xfrm>
          <a:prstGeom prst="rect">
            <a:avLst/>
          </a:prstGeom>
          <a:solidFill>
            <a:srgbClr val="412985"/>
          </a:solidFill>
        </p:spPr>
        <p:txBody>
          <a:bodyPr wrap="none" rtlCol="0">
            <a:spAutoFit/>
          </a:bodyPr>
          <a:lstStyle/>
          <a:p>
            <a:r>
              <a:rPr lang="en-US" dirty="0">
                <a:solidFill>
                  <a:schemeClr val="bg1">
                    <a:lumMod val="75000"/>
                  </a:schemeClr>
                </a:solidFill>
                <a:latin typeface="+mn-lt"/>
              </a:rPr>
              <a:t>Your Analysis from last Thursday is here</a:t>
            </a:r>
          </a:p>
        </p:txBody>
      </p:sp>
      <p:cxnSp>
        <p:nvCxnSpPr>
          <p:cNvPr id="16" name="Straight Arrow Connector 15">
            <a:extLst>
              <a:ext uri="{FF2B5EF4-FFF2-40B4-BE49-F238E27FC236}">
                <a16:creationId xmlns:a16="http://schemas.microsoft.com/office/drawing/2014/main" id="{F03B8A08-5D9A-BB28-0F16-B8477A03A43E}"/>
              </a:ext>
            </a:extLst>
          </p:cNvPr>
          <p:cNvCxnSpPr/>
          <p:nvPr/>
        </p:nvCxnSpPr>
        <p:spPr>
          <a:xfrm flipH="1" flipV="1">
            <a:off x="4829021" y="2674002"/>
            <a:ext cx="525732" cy="47450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52634606-E219-414B-8515-D5E5E1883AFB}"/>
              </a:ext>
            </a:extLst>
          </p:cNvPr>
          <p:cNvSpPr txBox="1"/>
          <p:nvPr/>
        </p:nvSpPr>
        <p:spPr>
          <a:xfrm>
            <a:off x="5354753" y="2911252"/>
            <a:ext cx="3396460" cy="646331"/>
          </a:xfrm>
          <a:prstGeom prst="rect">
            <a:avLst/>
          </a:prstGeom>
          <a:solidFill>
            <a:schemeClr val="bg2"/>
          </a:solidFill>
        </p:spPr>
        <p:txBody>
          <a:bodyPr wrap="square" rtlCol="0">
            <a:spAutoFit/>
          </a:bodyPr>
          <a:lstStyle/>
          <a:p>
            <a:r>
              <a:rPr lang="en-US" dirty="0">
                <a:latin typeface="+mn-lt"/>
              </a:rPr>
              <a:t>Check that these steps are working for the new file(s)</a:t>
            </a:r>
          </a:p>
        </p:txBody>
      </p:sp>
      <p:cxnSp>
        <p:nvCxnSpPr>
          <p:cNvPr id="19" name="Straight Arrow Connector 18">
            <a:extLst>
              <a:ext uri="{FF2B5EF4-FFF2-40B4-BE49-F238E27FC236}">
                <a16:creationId xmlns:a16="http://schemas.microsoft.com/office/drawing/2014/main" id="{0D8443AE-9CDD-A1A3-BDAE-FFEDB453734F}"/>
              </a:ext>
            </a:extLst>
          </p:cNvPr>
          <p:cNvCxnSpPr/>
          <p:nvPr/>
        </p:nvCxnSpPr>
        <p:spPr>
          <a:xfrm flipH="1" flipV="1">
            <a:off x="5931243" y="2323070"/>
            <a:ext cx="667265" cy="54369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804754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1108DE-13DE-557A-00EF-DF1E1620C4A1}"/>
              </a:ext>
            </a:extLst>
          </p:cNvPr>
          <p:cNvSpPr>
            <a:spLocks noGrp="1"/>
          </p:cNvSpPr>
          <p:nvPr>
            <p:ph type="title"/>
          </p:nvPr>
        </p:nvSpPr>
        <p:spPr/>
        <p:txBody>
          <a:bodyPr/>
          <a:lstStyle/>
          <a:p>
            <a:r>
              <a:rPr lang="en-US" dirty="0"/>
              <a:t>ETL Logic</a:t>
            </a:r>
          </a:p>
        </p:txBody>
      </p:sp>
      <p:sp>
        <p:nvSpPr>
          <p:cNvPr id="3" name="Content Placeholder 2">
            <a:extLst>
              <a:ext uri="{FF2B5EF4-FFF2-40B4-BE49-F238E27FC236}">
                <a16:creationId xmlns:a16="http://schemas.microsoft.com/office/drawing/2014/main" id="{C0C0C03E-4B84-AD29-EB65-546558038741}"/>
              </a:ext>
            </a:extLst>
          </p:cNvPr>
          <p:cNvSpPr>
            <a:spLocks noGrp="1"/>
          </p:cNvSpPr>
          <p:nvPr>
            <p:ph idx="1"/>
          </p:nvPr>
        </p:nvSpPr>
        <p:spPr>
          <a:xfrm>
            <a:off x="361950" y="1000125"/>
            <a:ext cx="8229600" cy="4095993"/>
          </a:xfrm>
        </p:spPr>
        <p:txBody>
          <a:bodyPr/>
          <a:lstStyle/>
          <a:p>
            <a:pPr marL="514350" indent="-514350">
              <a:buFont typeface="+mj-lt"/>
              <a:buAutoNum type="arabicPeriod"/>
            </a:pPr>
            <a:r>
              <a:rPr lang="en-US" dirty="0"/>
              <a:t>Use wildcard * read of csv files in folder, keep filename</a:t>
            </a:r>
          </a:p>
          <a:p>
            <a:pPr marL="514350" indent="-514350">
              <a:buFont typeface="+mj-lt"/>
              <a:buAutoNum type="arabicPeriod"/>
            </a:pPr>
            <a:r>
              <a:rPr lang="en-US" dirty="0"/>
              <a:t>Create source w/ regex “submission_(\d)_\d+” (e.g., 1, 2, or 3)</a:t>
            </a:r>
          </a:p>
          <a:p>
            <a:pPr marL="514350" indent="-514350">
              <a:buFont typeface="+mj-lt"/>
              <a:buAutoNum type="arabicPeriod"/>
            </a:pPr>
            <a:r>
              <a:rPr lang="en-US" dirty="0"/>
              <a:t>Sort out the dates</a:t>
            </a:r>
          </a:p>
          <a:p>
            <a:pPr marL="514350" indent="-514350">
              <a:buFont typeface="+mj-lt"/>
              <a:buAutoNum type="arabicPeriod"/>
            </a:pPr>
            <a:r>
              <a:rPr lang="en-US" dirty="0"/>
              <a:t>Save file in Alteryx format</a:t>
            </a:r>
          </a:p>
          <a:p>
            <a:pPr marL="514350" indent="-514350">
              <a:buFont typeface="+mj-lt"/>
              <a:buAutoNum type="arabicPeriod"/>
            </a:pPr>
            <a:endParaRPr lang="en-US" dirty="0"/>
          </a:p>
          <a:p>
            <a:pPr marL="514350" indent="-514350">
              <a:buFont typeface="+mj-lt"/>
              <a:buAutoNum type="arabicPeriod"/>
            </a:pPr>
            <a:endParaRPr lang="en-US" dirty="0"/>
          </a:p>
        </p:txBody>
      </p:sp>
    </p:spTree>
    <p:extLst>
      <p:ext uri="{BB962C8B-B14F-4D97-AF65-F5344CB8AC3E}">
        <p14:creationId xmlns:p14="http://schemas.microsoft.com/office/powerpoint/2010/main" val="3269906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DFE2CD-3DA1-2F65-F6C7-2458332256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7F0EEE-B5D4-A8C0-F8FC-41EDF3A44875}"/>
              </a:ext>
            </a:extLst>
          </p:cNvPr>
          <p:cNvSpPr>
            <a:spLocks noGrp="1"/>
          </p:cNvSpPr>
          <p:nvPr>
            <p:ph type="title"/>
          </p:nvPr>
        </p:nvSpPr>
        <p:spPr/>
        <p:txBody>
          <a:bodyPr/>
          <a:lstStyle/>
          <a:p>
            <a:r>
              <a:rPr lang="en-US" dirty="0"/>
              <a:t>ETL Logic</a:t>
            </a:r>
          </a:p>
        </p:txBody>
      </p:sp>
      <p:sp>
        <p:nvSpPr>
          <p:cNvPr id="3" name="Content Placeholder 2">
            <a:extLst>
              <a:ext uri="{FF2B5EF4-FFF2-40B4-BE49-F238E27FC236}">
                <a16:creationId xmlns:a16="http://schemas.microsoft.com/office/drawing/2014/main" id="{EBEB2B56-5166-5C6F-29E7-291C5EF301A6}"/>
              </a:ext>
            </a:extLst>
          </p:cNvPr>
          <p:cNvSpPr>
            <a:spLocks noGrp="1"/>
          </p:cNvSpPr>
          <p:nvPr>
            <p:ph idx="1"/>
          </p:nvPr>
        </p:nvSpPr>
        <p:spPr>
          <a:xfrm>
            <a:off x="361950" y="1000125"/>
            <a:ext cx="8229600" cy="3730041"/>
          </a:xfrm>
        </p:spPr>
        <p:txBody>
          <a:bodyPr/>
          <a:lstStyle/>
          <a:p>
            <a:pPr marL="514350" indent="-514350">
              <a:buFont typeface="+mj-lt"/>
              <a:buAutoNum type="arabicPeriod"/>
            </a:pPr>
            <a:r>
              <a:rPr lang="en-US" dirty="0"/>
              <a:t>Sort out the dates:</a:t>
            </a:r>
          </a:p>
          <a:p>
            <a:pPr marL="1084263" lvl="1" indent="-514350">
              <a:buFont typeface="+mj-lt"/>
              <a:buAutoNum type="arabicPeriod"/>
            </a:pPr>
            <a:r>
              <a:rPr lang="en-US" dirty="0"/>
              <a:t>Replace / with – in all dates (replace() in formula tool)</a:t>
            </a:r>
          </a:p>
          <a:p>
            <a:pPr marL="1084263" lvl="1" indent="-514350">
              <a:buFont typeface="+mj-lt"/>
              <a:buAutoNum type="arabicPeriod"/>
            </a:pPr>
            <a:r>
              <a:rPr lang="en-US" dirty="0"/>
              <a:t>Split to columns using – </a:t>
            </a:r>
          </a:p>
          <a:p>
            <a:pPr marL="1084263" lvl="1" indent="-514350">
              <a:buFont typeface="+mj-lt"/>
              <a:buAutoNum type="arabicPeriod"/>
            </a:pPr>
            <a:r>
              <a:rPr lang="en-US" dirty="0"/>
              <a:t>Find max date part for each file (summarize tool)</a:t>
            </a:r>
          </a:p>
          <a:p>
            <a:pPr marL="1084263" lvl="1" indent="-514350">
              <a:buFont typeface="+mj-lt"/>
              <a:buAutoNum type="arabicPeriod"/>
            </a:pPr>
            <a:r>
              <a:rPr lang="en-US" dirty="0"/>
              <a:t>Use logic to identify incoming date format mm&lt;=12, dd&lt;=31, </a:t>
            </a:r>
            <a:r>
              <a:rPr lang="en-US" dirty="0" err="1"/>
              <a:t>yyyy</a:t>
            </a:r>
            <a:r>
              <a:rPr lang="en-US" dirty="0"/>
              <a:t>&gt;31 (formula tool, **one expression)</a:t>
            </a:r>
          </a:p>
          <a:p>
            <a:pPr marL="1084263" lvl="1" indent="-514350">
              <a:buFont typeface="+mj-lt"/>
              <a:buAutoNum type="arabicPeriod"/>
            </a:pPr>
            <a:r>
              <a:rPr lang="en-US" dirty="0"/>
              <a:t>Use logic to parse Alteryx Dates using </a:t>
            </a:r>
            <a:r>
              <a:rPr lang="en-US" dirty="0" err="1"/>
              <a:t>dateparse</a:t>
            </a:r>
            <a:r>
              <a:rPr lang="en-US" dirty="0"/>
              <a:t>() in formula</a:t>
            </a:r>
          </a:p>
          <a:p>
            <a:pPr lvl="1" indent="0">
              <a:buNone/>
            </a:pPr>
            <a:endParaRPr lang="en-US" dirty="0"/>
          </a:p>
          <a:p>
            <a:r>
              <a:rPr lang="en-US" sz="2400" dirty="0"/>
              <a:t>**Use multi-field formula to parse all three dates where possible</a:t>
            </a:r>
          </a:p>
          <a:p>
            <a:endParaRPr lang="en-US" dirty="0"/>
          </a:p>
        </p:txBody>
      </p:sp>
    </p:spTree>
    <p:extLst>
      <p:ext uri="{BB962C8B-B14F-4D97-AF65-F5344CB8AC3E}">
        <p14:creationId xmlns:p14="http://schemas.microsoft.com/office/powerpoint/2010/main" val="8998426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D8E59E-D035-442F-B808-80D34A409A26}"/>
              </a:ext>
            </a:extLst>
          </p:cNvPr>
          <p:cNvSpPr>
            <a:spLocks noGrp="1"/>
          </p:cNvSpPr>
          <p:nvPr>
            <p:ph type="title"/>
          </p:nvPr>
        </p:nvSpPr>
        <p:spPr>
          <a:xfrm>
            <a:off x="486696" y="2021614"/>
            <a:ext cx="8170606" cy="769441"/>
          </a:xfrm>
        </p:spPr>
        <p:txBody>
          <a:bodyPr/>
          <a:lstStyle/>
          <a:p>
            <a:endParaRPr lang="en-US"/>
          </a:p>
        </p:txBody>
      </p:sp>
      <p:pic>
        <p:nvPicPr>
          <p:cNvPr id="4" name="Picture 3">
            <a:extLst>
              <a:ext uri="{FF2B5EF4-FFF2-40B4-BE49-F238E27FC236}">
                <a16:creationId xmlns:a16="http://schemas.microsoft.com/office/drawing/2014/main" id="{D34F8A0F-A392-468B-83F5-F4CB4C1F3C57}"/>
              </a:ext>
            </a:extLst>
          </p:cNvPr>
          <p:cNvPicPr>
            <a:picLocks noChangeAspect="1"/>
          </p:cNvPicPr>
          <p:nvPr/>
        </p:nvPicPr>
        <p:blipFill>
          <a:blip r:embed="rId3"/>
          <a:stretch>
            <a:fillRect/>
          </a:stretch>
        </p:blipFill>
        <p:spPr>
          <a:xfrm>
            <a:off x="0" y="-477202"/>
            <a:ext cx="9144000" cy="6097904"/>
          </a:xfrm>
          <a:prstGeom prst="rect">
            <a:avLst/>
          </a:prstGeom>
        </p:spPr>
      </p:pic>
      <p:sp>
        <p:nvSpPr>
          <p:cNvPr id="5" name="TextBox 4">
            <a:extLst>
              <a:ext uri="{FF2B5EF4-FFF2-40B4-BE49-F238E27FC236}">
                <a16:creationId xmlns:a16="http://schemas.microsoft.com/office/drawing/2014/main" id="{BCC65860-206F-486C-94A8-1A3581784A71}"/>
              </a:ext>
            </a:extLst>
          </p:cNvPr>
          <p:cNvSpPr txBox="1"/>
          <p:nvPr/>
        </p:nvSpPr>
        <p:spPr>
          <a:xfrm>
            <a:off x="2997529" y="1152145"/>
            <a:ext cx="3195105" cy="769441"/>
          </a:xfrm>
          <a:prstGeom prst="rect">
            <a:avLst/>
          </a:prstGeom>
          <a:noFill/>
        </p:spPr>
        <p:txBody>
          <a:bodyPr wrap="none" rtlCol="0">
            <a:spAutoFit/>
          </a:bodyPr>
          <a:lstStyle/>
          <a:p>
            <a:pPr defTabSz="457178"/>
            <a:r>
              <a:rPr lang="en-US" sz="4400" b="1" dirty="0">
                <a:solidFill>
                  <a:prstClr val="white"/>
                </a:solidFill>
                <a:latin typeface="Arial"/>
                <a:cs typeface="Arial" panose="020B0604020202020204" pitchFamily="34" charset="0"/>
              </a:rPr>
              <a:t>Thank you!</a:t>
            </a:r>
            <a:endParaRPr lang="en-US" dirty="0">
              <a:solidFill>
                <a:prstClr val="white"/>
              </a:solidFill>
              <a:latin typeface="Calibri"/>
            </a:endParaRPr>
          </a:p>
        </p:txBody>
      </p:sp>
    </p:spTree>
    <p:extLst>
      <p:ext uri="{BB962C8B-B14F-4D97-AF65-F5344CB8AC3E}">
        <p14:creationId xmlns:p14="http://schemas.microsoft.com/office/powerpoint/2010/main" val="4082899699"/>
      </p:ext>
    </p:extLst>
  </p:cSld>
  <p:clrMapOvr>
    <a:masterClrMapping/>
  </p:clrMapOvr>
</p:sld>
</file>

<file path=ppt/theme/theme1.xml><?xml version="1.0" encoding="utf-8"?>
<a:theme xmlns:a="http://schemas.openxmlformats.org/drawingml/2006/main" name="W Foster MBA Career Mgmt">
  <a:themeElements>
    <a:clrScheme name="Foster">
      <a:dk1>
        <a:sysClr val="windowText" lastClr="000000"/>
      </a:dk1>
      <a:lt1>
        <a:sysClr val="window" lastClr="FFFFFF"/>
      </a:lt1>
      <a:dk2>
        <a:srgbClr val="4B2E84"/>
      </a:dk2>
      <a:lt2>
        <a:srgbClr val="B9A077"/>
      </a:lt2>
      <a:accent1>
        <a:srgbClr val="86754D"/>
      </a:accent1>
      <a:accent2>
        <a:srgbClr val="0988C1"/>
      </a:accent2>
      <a:accent3>
        <a:srgbClr val="3CB2A7"/>
      </a:accent3>
      <a:accent4>
        <a:srgbClr val="41AD49"/>
      </a:accent4>
      <a:accent5>
        <a:srgbClr val="DC4327"/>
      </a:accent5>
      <a:accent6>
        <a:srgbClr val="D2B887"/>
      </a:accent6>
      <a:hlink>
        <a:srgbClr val="4B2E84"/>
      </a:hlink>
      <a:folHlink>
        <a:srgbClr val="4B2E84"/>
      </a:folHlink>
    </a:clrScheme>
    <a:fontScheme name="Foster">
      <a:majorFont>
        <a:latin typeface="Arial"/>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none" rtlCol="0">
        <a:spAutoFit/>
      </a:bodyPr>
      <a:lstStyle>
        <a:defPPr>
          <a:defRPr dirty="0">
            <a:latin typeface="+mn-lt"/>
          </a:defRPr>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23F69E203AC04243ACA450E86C6C3027" ma:contentTypeVersion="3" ma:contentTypeDescription="Create a new document." ma:contentTypeScope="" ma:versionID="2d5dfb402cda9ec94ad9e4211ac1946e">
  <xsd:schema xmlns:xsd="http://www.w3.org/2001/XMLSchema" xmlns:xs="http://www.w3.org/2001/XMLSchema" xmlns:p="http://schemas.microsoft.com/office/2006/metadata/properties" xmlns:ns2="92d151aa-5444-48df-9732-7562e1b8a114" targetNamespace="http://schemas.microsoft.com/office/2006/metadata/properties" ma:root="true" ma:fieldsID="713c23bda8087a008cc1c00c9d76869d" ns2:_="">
    <xsd:import namespace="92d151aa-5444-48df-9732-7562e1b8a114"/>
    <xsd:element name="properties">
      <xsd:complexType>
        <xsd:sequence>
          <xsd:element name="documentManagement">
            <xsd:complexType>
              <xsd:all>
                <xsd:element ref="ns2:MediaServiceMetadata" minOccurs="0"/>
                <xsd:element ref="ns2: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2d151aa-5444-48df-9732-7562e1b8a114" elementFormDefault="qualified">
    <xsd:import namespace="http://schemas.microsoft.com/office/2006/documentManagement/types"/>
    <xsd:import namespace="http://schemas.microsoft.com/office/infopath/2007/PartnerControls"/>
    <xsd:element name="MediaServiceMetadata" ma:index="8" nillable="true" ma:displayName="MediaServiceMetadata" ma:description="" ma:hidden="true" ma:internalName="MediaServiceMetadata" ma:readOnly="true">
      <xsd:simpleType>
        <xsd:restriction base="dms:Note"/>
      </xsd:simpleType>
    </xsd:element>
    <xsd:element name="MediaServiceFastMetadata" ma:index="9" nillable="true" ma:displayName="MediaServiceFastMetadata" ma:description=""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4" ma:displayName="Content Type"/>
        <xsd:element ref="dc:title" minOccurs="0" maxOccurs="1" ma:index="3"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122C1C38-D2BC-41E8-BFF7-3546CADD0637}">
  <ds:schemaRefs>
    <ds:schemaRef ds:uri="http://schemas.microsoft.com/sharepoint/v3/contenttype/forms"/>
  </ds:schemaRefs>
</ds:datastoreItem>
</file>

<file path=customXml/itemProps2.xml><?xml version="1.0" encoding="utf-8"?>
<ds:datastoreItem xmlns:ds="http://schemas.openxmlformats.org/officeDocument/2006/customXml" ds:itemID="{4C7141BF-5E11-47F9-9296-0695D3DC964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2d151aa-5444-48df-9732-7562e1b8a11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52AA8D24-9DB6-4446-BFF5-A34A571DCD63}">
  <ds:schemaRefs>
    <ds:schemaRef ds:uri="http://purl.org/dc/terms/"/>
    <ds:schemaRef ds:uri="92d151aa-5444-48df-9732-7562e1b8a114"/>
    <ds:schemaRef ds:uri="http://purl.org/dc/dcmitype/"/>
    <ds:schemaRef ds:uri="http://schemas.microsoft.com/office/2006/documentManagement/types"/>
    <ds:schemaRef ds:uri="http://schemas.microsoft.com/office/infopath/2007/PartnerControls"/>
    <ds:schemaRef ds:uri="http://schemas.openxmlformats.org/package/2006/metadata/core-properties"/>
    <ds:schemaRef ds:uri="http://schemas.microsoft.com/office/2006/metadata/properties"/>
    <ds:schemaRef ds:uri="http://www.w3.org/XML/1998/namespace"/>
    <ds:schemaRef ds:uri="http://purl.org/dc/elements/1.1/"/>
  </ds:schemaRefs>
</ds:datastoreItem>
</file>

<file path=docMetadata/LabelInfo.xml><?xml version="1.0" encoding="utf-8"?>
<clbl:labelList xmlns:clbl="http://schemas.microsoft.com/office/2020/mipLabelMetadata">
  <clbl:label id="{f6b6dd5b-f02f-441a-99a0-162ac5060bd2}" enabled="0" method="" siteId="{f6b6dd5b-f02f-441a-99a0-162ac5060bd2}" removed="1"/>
</clbl:labelList>
</file>

<file path=docProps/app.xml><?xml version="1.0" encoding="utf-8"?>
<Properties xmlns="http://schemas.openxmlformats.org/officeDocument/2006/extended-properties" xmlns:vt="http://schemas.openxmlformats.org/officeDocument/2006/docPropsVTypes">
  <TotalTime>13220</TotalTime>
  <Words>740</Words>
  <Application>Microsoft Office PowerPoint</Application>
  <PresentationFormat>On-screen Show (16:9)</PresentationFormat>
  <Paragraphs>103</Paragraphs>
  <Slides>20</Slides>
  <Notes>20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Arial Black</vt:lpstr>
      <vt:lpstr>Calibri</vt:lpstr>
      <vt:lpstr>W Foster MBA Career Mgmt</vt:lpstr>
      <vt:lpstr>Data Veracity: Generative AI 2</vt:lpstr>
      <vt:lpstr>Agenda</vt:lpstr>
      <vt:lpstr>Swindler Case Part 2</vt:lpstr>
      <vt:lpstr>Part Two Requirements</vt:lpstr>
      <vt:lpstr>Memo Requirements</vt:lpstr>
      <vt:lpstr>PowerPoint Presentation</vt:lpstr>
      <vt:lpstr>PowerPoint Presentation</vt:lpstr>
      <vt:lpstr>PowerPoint Presentation</vt:lpstr>
      <vt:lpstr>Appendix 2</vt:lpstr>
      <vt:lpstr>In the Memo Text for Gen AI section</vt:lpstr>
      <vt:lpstr>Finally</vt:lpstr>
      <vt:lpstr>Agenda</vt:lpstr>
      <vt:lpstr>ETL for multiple files</vt:lpstr>
      <vt:lpstr>PowerPoint Presentation</vt:lpstr>
      <vt:lpstr>PowerPoint Presentation</vt:lpstr>
      <vt:lpstr>ETL Challenge levels</vt:lpstr>
      <vt:lpstr>PowerPoint Presentation</vt:lpstr>
      <vt:lpstr>ETL Logic</vt:lpstr>
      <vt:lpstr>ETL Logic</vt:lpstr>
      <vt:lpstr>PowerPoint Presentation</vt:lpstr>
    </vt:vector>
  </TitlesOfParts>
  <Company>A.K.A. Design</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Ann Kumasaka</dc:creator>
  <cp:lastModifiedBy>Asher Curtis</cp:lastModifiedBy>
  <cp:revision>413</cp:revision>
  <cp:lastPrinted>2025-11-13T20:34:23Z</cp:lastPrinted>
  <dcterms:created xsi:type="dcterms:W3CDTF">2011-09-06T04:32:21Z</dcterms:created>
  <dcterms:modified xsi:type="dcterms:W3CDTF">2025-11-13T20:37:18Z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0x01010023F69E203AC04243ACA450E86C6C3027</vt:lpwstr>
  </property>
  <property fmtid="{D5CDD505-2E9C-101B-9397-08002B2CF9AE}" pid="3" name="ImageCreateDate">
    <vt:lpwstr/>
  </property>
  <property fmtid="{D5CDD505-2E9C-101B-9397-08002B2CF9AE}" pid="4" name="Foster Site Scope">
    <vt:lpwstr>Intranet</vt:lpwstr>
  </property>
  <property fmtid="{D5CDD505-2E9C-101B-9397-08002B2CF9AE}" pid="5" name="Foster Permission Form">
    <vt:lpwstr/>
  </property>
  <property fmtid="{D5CDD505-2E9C-101B-9397-08002B2CF9AE}" pid="6" name="This needs to be set to identify the intended use of this image.  Examples would be &quot;Homepage&quot; or &quot;Program Cent">
    <vt:lpwstr/>
  </property>
  <property fmtid="{D5CDD505-2E9C-101B-9397-08002B2CF9AE}" pid="7" name="Page Location">
    <vt:lpwstr>Brand</vt:lpwstr>
  </property>
  <property fmtid="{D5CDD505-2E9C-101B-9397-08002B2CF9AE}" pid="8" name="Caption">
    <vt:lpwstr/>
  </property>
  <property fmtid="{D5CDD505-2E9C-101B-9397-08002B2CF9AE}" pid="9" name="Source Image">
    <vt:lpwstr/>
  </property>
  <property fmtid="{D5CDD505-2E9C-101B-9397-08002B2CF9AE}" pid="10" name="Comments">
    <vt:lpwstr/>
  </property>
</Properties>
</file>