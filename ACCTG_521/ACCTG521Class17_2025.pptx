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495" r:id="rId5"/>
    <p:sldId id="510" r:id="rId6"/>
    <p:sldId id="737" r:id="rId7"/>
    <p:sldId id="544" r:id="rId8"/>
    <p:sldId id="881" r:id="rId9"/>
    <p:sldId id="2025" r:id="rId10"/>
    <p:sldId id="2040" r:id="rId11"/>
    <p:sldId id="2045" r:id="rId12"/>
    <p:sldId id="2032" r:id="rId13"/>
    <p:sldId id="2033" r:id="rId14"/>
    <p:sldId id="2057" r:id="rId15"/>
    <p:sldId id="2049" r:id="rId16"/>
    <p:sldId id="2034" r:id="rId17"/>
    <p:sldId id="2037" r:id="rId18"/>
    <p:sldId id="2035" r:id="rId19"/>
    <p:sldId id="2038" r:id="rId20"/>
    <p:sldId id="2036" r:id="rId21"/>
    <p:sldId id="2039" r:id="rId22"/>
    <p:sldId id="2047" r:id="rId23"/>
    <p:sldId id="2021" r:id="rId24"/>
    <p:sldId id="2051" r:id="rId25"/>
    <p:sldId id="2052" r:id="rId26"/>
    <p:sldId id="2009" r:id="rId27"/>
    <p:sldId id="2022" r:id="rId28"/>
    <p:sldId id="2023" r:id="rId29"/>
    <p:sldId id="2028" r:id="rId30"/>
    <p:sldId id="2050" r:id="rId31"/>
    <p:sldId id="2053" r:id="rId32"/>
    <p:sldId id="809" r:id="rId33"/>
  </p:sldIdLst>
  <p:sldSz cx="9144000" cy="5143500" type="screen16x9"/>
  <p:notesSz cx="7315200" cy="96012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8D555BDC-712A-D847-BE44-26DF3EC466F7}">
          <p14:sldIdLst>
            <p14:sldId id="495"/>
            <p14:sldId id="510"/>
            <p14:sldId id="737"/>
            <p14:sldId id="544"/>
            <p14:sldId id="881"/>
            <p14:sldId id="2025"/>
            <p14:sldId id="2040"/>
            <p14:sldId id="2045"/>
            <p14:sldId id="2032"/>
            <p14:sldId id="2033"/>
            <p14:sldId id="2057"/>
            <p14:sldId id="2049"/>
            <p14:sldId id="2034"/>
            <p14:sldId id="2037"/>
            <p14:sldId id="2035"/>
            <p14:sldId id="2038"/>
            <p14:sldId id="2036"/>
            <p14:sldId id="2039"/>
            <p14:sldId id="2047"/>
            <p14:sldId id="2021"/>
            <p14:sldId id="2051"/>
            <p14:sldId id="2052"/>
            <p14:sldId id="2009"/>
            <p14:sldId id="2022"/>
            <p14:sldId id="2023"/>
            <p14:sldId id="2028"/>
            <p14:sldId id="2050"/>
            <p14:sldId id="2053"/>
            <p14:sldId id="809"/>
          </p14:sldIdLst>
        </p14:section>
      </p14:sectionLst>
    </p:ext>
    <p:ext uri="{EFAFB233-063F-42B5-8137-9DF3F51BA10A}">
      <p15:sldGuideLst xmlns:p15="http://schemas.microsoft.com/office/powerpoint/2012/main">
        <p15:guide id="1" orient="horz" pos="2148" userDrawn="1">
          <p15:clr>
            <a:srgbClr val="A4A3A4"/>
          </p15:clr>
        </p15:guide>
        <p15:guide id="2" pos="2880">
          <p15:clr>
            <a:srgbClr val="A4A3A4"/>
          </p15:clr>
        </p15:guide>
        <p15:guide id="3" orient="horz" pos="1620">
          <p15:clr>
            <a:srgbClr val="A4A3A4"/>
          </p15:clr>
        </p15:guide>
        <p15:guide id="4" pos="228">
          <p15:clr>
            <a:srgbClr val="A4A3A4"/>
          </p15:clr>
        </p15:guide>
        <p15:guide id="5" pos="2887">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2985"/>
    <a:srgbClr val="0000FF"/>
    <a:srgbClr val="C09F29"/>
    <a:srgbClr val="B9A077"/>
    <a:srgbClr val="361F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96" y="1506"/>
      </p:cViewPr>
      <p:guideLst>
        <p:guide orient="horz" pos="2148"/>
        <p:guide pos="2880"/>
        <p:guide orient="horz" pos="1620"/>
        <p:guide pos="228"/>
        <p:guide pos="2887"/>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er Curtis" userId="494c4f5b-6d11-415a-9d9e-829c1135aa91" providerId="ADAL" clId="{FDEDEEF3-7275-4161-A24C-7071BE30F9A7}"/>
    <pc:docChg chg="delSld modSection">
      <pc:chgData name="Asher Curtis" userId="494c4f5b-6d11-415a-9d9e-829c1135aa91" providerId="ADAL" clId="{FDEDEEF3-7275-4161-A24C-7071BE30F9A7}" dt="2025-11-20T21:24:58.506" v="2" actId="47"/>
      <pc:docMkLst>
        <pc:docMk/>
      </pc:docMkLst>
      <pc:sldChg chg="del">
        <pc:chgData name="Asher Curtis" userId="494c4f5b-6d11-415a-9d9e-829c1135aa91" providerId="ADAL" clId="{FDEDEEF3-7275-4161-A24C-7071BE30F9A7}" dt="2025-11-20T21:24:50.947" v="0" actId="47"/>
        <pc:sldMkLst>
          <pc:docMk/>
          <pc:sldMk cId="2301828731" sldId="2029"/>
        </pc:sldMkLst>
      </pc:sldChg>
      <pc:sldChg chg="del">
        <pc:chgData name="Asher Curtis" userId="494c4f5b-6d11-415a-9d9e-829c1135aa91" providerId="ADAL" clId="{FDEDEEF3-7275-4161-A24C-7071BE30F9A7}" dt="2025-11-20T21:24:50.947" v="0" actId="47"/>
        <pc:sldMkLst>
          <pc:docMk/>
          <pc:sldMk cId="3749760284" sldId="2030"/>
        </pc:sldMkLst>
      </pc:sldChg>
      <pc:sldChg chg="del">
        <pc:chgData name="Asher Curtis" userId="494c4f5b-6d11-415a-9d9e-829c1135aa91" providerId="ADAL" clId="{FDEDEEF3-7275-4161-A24C-7071BE30F9A7}" dt="2025-11-20T21:24:50.947" v="0" actId="47"/>
        <pc:sldMkLst>
          <pc:docMk/>
          <pc:sldMk cId="562993602" sldId="2031"/>
        </pc:sldMkLst>
      </pc:sldChg>
      <pc:sldChg chg="del">
        <pc:chgData name="Asher Curtis" userId="494c4f5b-6d11-415a-9d9e-829c1135aa91" providerId="ADAL" clId="{FDEDEEF3-7275-4161-A24C-7071BE30F9A7}" dt="2025-11-20T21:24:55.396" v="1" actId="47"/>
        <pc:sldMkLst>
          <pc:docMk/>
          <pc:sldMk cId="1585490171" sldId="2042"/>
        </pc:sldMkLst>
      </pc:sldChg>
      <pc:sldChg chg="del">
        <pc:chgData name="Asher Curtis" userId="494c4f5b-6d11-415a-9d9e-829c1135aa91" providerId="ADAL" clId="{FDEDEEF3-7275-4161-A24C-7071BE30F9A7}" dt="2025-11-20T21:24:55.396" v="1" actId="47"/>
        <pc:sldMkLst>
          <pc:docMk/>
          <pc:sldMk cId="2761291277" sldId="2043"/>
        </pc:sldMkLst>
      </pc:sldChg>
      <pc:sldChg chg="del">
        <pc:chgData name="Asher Curtis" userId="494c4f5b-6d11-415a-9d9e-829c1135aa91" providerId="ADAL" clId="{FDEDEEF3-7275-4161-A24C-7071BE30F9A7}" dt="2025-11-20T21:24:55.396" v="1" actId="47"/>
        <pc:sldMkLst>
          <pc:docMk/>
          <pc:sldMk cId="2050489020" sldId="2044"/>
        </pc:sldMkLst>
      </pc:sldChg>
      <pc:sldChg chg="del">
        <pc:chgData name="Asher Curtis" userId="494c4f5b-6d11-415a-9d9e-829c1135aa91" providerId="ADAL" clId="{FDEDEEF3-7275-4161-A24C-7071BE30F9A7}" dt="2025-11-20T21:24:58.506" v="2" actId="47"/>
        <pc:sldMkLst>
          <pc:docMk/>
          <pc:sldMk cId="1103311195" sldId="2054"/>
        </pc:sldMkLst>
      </pc:sldChg>
      <pc:sldChg chg="del">
        <pc:chgData name="Asher Curtis" userId="494c4f5b-6d11-415a-9d9e-829c1135aa91" providerId="ADAL" clId="{FDEDEEF3-7275-4161-A24C-7071BE30F9A7}" dt="2025-11-20T21:24:58.506" v="2" actId="47"/>
        <pc:sldMkLst>
          <pc:docMk/>
          <pc:sldMk cId="2543963312" sldId="2055"/>
        </pc:sldMkLst>
      </pc:sldChg>
      <pc:sldChg chg="del">
        <pc:chgData name="Asher Curtis" userId="494c4f5b-6d11-415a-9d9e-829c1135aa91" providerId="ADAL" clId="{FDEDEEF3-7275-4161-A24C-7071BE30F9A7}" dt="2025-11-20T21:24:58.506" v="2" actId="47"/>
        <pc:sldMkLst>
          <pc:docMk/>
          <pc:sldMk cId="1494412270" sldId="205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BB883A-14C1-4AD8-8C10-5BF617763380}" type="doc">
      <dgm:prSet loTypeId="urn:microsoft.com/office/officeart/2008/layout/IncreasingCircleProcess" loCatId="process" qsTypeId="urn:microsoft.com/office/officeart/2005/8/quickstyle/simple1" qsCatId="simple" csTypeId="urn:microsoft.com/office/officeart/2005/8/colors/accent0_3" csCatId="mainScheme" phldr="1"/>
      <dgm:spPr/>
      <dgm:t>
        <a:bodyPr/>
        <a:lstStyle/>
        <a:p>
          <a:endParaRPr lang="en-US"/>
        </a:p>
      </dgm:t>
    </dgm:pt>
    <dgm:pt modelId="{4B31FCA5-D60D-492A-8182-A004FCFB8C16}">
      <dgm:prSet phldrT="[Text]" custT="1"/>
      <dgm:spPr/>
      <dgm:t>
        <a:bodyPr/>
        <a:lstStyle/>
        <a:p>
          <a:r>
            <a:rPr lang="en-US" sz="1100" dirty="0"/>
            <a:t>First Line of Defense</a:t>
          </a:r>
        </a:p>
      </dgm:t>
    </dgm:pt>
    <dgm:pt modelId="{084647FC-ACA8-4680-A623-74EBE03C1756}" type="parTrans" cxnId="{6D8159A3-8FA3-426E-BB5F-6113C0984EE9}">
      <dgm:prSet/>
      <dgm:spPr/>
      <dgm:t>
        <a:bodyPr/>
        <a:lstStyle/>
        <a:p>
          <a:endParaRPr lang="en-US"/>
        </a:p>
      </dgm:t>
    </dgm:pt>
    <dgm:pt modelId="{12DD95AB-B8B8-4BDE-887B-FBA8040B6DBF}" type="sibTrans" cxnId="{6D8159A3-8FA3-426E-BB5F-6113C0984EE9}">
      <dgm:prSet/>
      <dgm:spPr/>
      <dgm:t>
        <a:bodyPr/>
        <a:lstStyle/>
        <a:p>
          <a:endParaRPr lang="en-US"/>
        </a:p>
      </dgm:t>
    </dgm:pt>
    <dgm:pt modelId="{404A806A-05B5-44C6-8FD8-428B92177C09}">
      <dgm:prSet phldrT="[Text]" custT="1"/>
      <dgm:spPr/>
      <dgm:t>
        <a:bodyPr/>
        <a:lstStyle/>
        <a:p>
          <a:r>
            <a:rPr lang="en-US" sz="1100" dirty="0"/>
            <a:t>Second Line of Defense</a:t>
          </a:r>
        </a:p>
      </dgm:t>
    </dgm:pt>
    <dgm:pt modelId="{C86CF8F9-C3DC-4803-9102-E4CC7DACDFEA}" type="parTrans" cxnId="{CB41C78F-83F2-4110-9C9F-D3EA368188DD}">
      <dgm:prSet/>
      <dgm:spPr/>
      <dgm:t>
        <a:bodyPr/>
        <a:lstStyle/>
        <a:p>
          <a:endParaRPr lang="en-US"/>
        </a:p>
      </dgm:t>
    </dgm:pt>
    <dgm:pt modelId="{4BCFFDF2-A051-4DF3-B01C-2E98509E27AD}" type="sibTrans" cxnId="{CB41C78F-83F2-4110-9C9F-D3EA368188DD}">
      <dgm:prSet/>
      <dgm:spPr/>
      <dgm:t>
        <a:bodyPr/>
        <a:lstStyle/>
        <a:p>
          <a:endParaRPr lang="en-US"/>
        </a:p>
      </dgm:t>
    </dgm:pt>
    <dgm:pt modelId="{DD8C5602-9C61-4C5B-9CCA-B1CEA97233C5}">
      <dgm:prSet phldrT="[Text]" custT="1"/>
      <dgm:spPr/>
      <dgm:t>
        <a:bodyPr/>
        <a:lstStyle/>
        <a:p>
          <a:r>
            <a:rPr lang="en-US" sz="1100" dirty="0"/>
            <a:t>Third Line of Defense</a:t>
          </a:r>
        </a:p>
      </dgm:t>
    </dgm:pt>
    <dgm:pt modelId="{72361164-09EE-4412-B1CB-3EF8CC53E04E}" type="parTrans" cxnId="{5F7C7740-11EB-4546-8B95-6C9739EEBD09}">
      <dgm:prSet/>
      <dgm:spPr/>
      <dgm:t>
        <a:bodyPr/>
        <a:lstStyle/>
        <a:p>
          <a:endParaRPr lang="en-US"/>
        </a:p>
      </dgm:t>
    </dgm:pt>
    <dgm:pt modelId="{D7D89C23-B1E4-43D2-A45D-96CE31AADEA2}" type="sibTrans" cxnId="{5F7C7740-11EB-4546-8B95-6C9739EEBD09}">
      <dgm:prSet/>
      <dgm:spPr/>
      <dgm:t>
        <a:bodyPr/>
        <a:lstStyle/>
        <a:p>
          <a:endParaRPr lang="en-US"/>
        </a:p>
      </dgm:t>
    </dgm:pt>
    <dgm:pt modelId="{300AEBD2-DE8C-4172-AF0F-79DEF210F5C5}" type="pres">
      <dgm:prSet presAssocID="{95BB883A-14C1-4AD8-8C10-5BF617763380}" presName="Name0" presStyleCnt="0">
        <dgm:presLayoutVars>
          <dgm:chMax val="7"/>
          <dgm:chPref val="7"/>
          <dgm:dir/>
          <dgm:animOne val="branch"/>
          <dgm:animLvl val="lvl"/>
        </dgm:presLayoutVars>
      </dgm:prSet>
      <dgm:spPr/>
    </dgm:pt>
    <dgm:pt modelId="{041E182E-9544-42E7-8FC1-C0FF2E66957B}" type="pres">
      <dgm:prSet presAssocID="{4B31FCA5-D60D-492A-8182-A004FCFB8C16}" presName="composite" presStyleCnt="0"/>
      <dgm:spPr/>
    </dgm:pt>
    <dgm:pt modelId="{1E43CAB0-3352-4177-9513-B638365F12DD}" type="pres">
      <dgm:prSet presAssocID="{4B31FCA5-D60D-492A-8182-A004FCFB8C16}" presName="BackAccent" presStyleLbl="bgShp" presStyleIdx="0" presStyleCnt="3"/>
      <dgm:spPr/>
    </dgm:pt>
    <dgm:pt modelId="{4ED02604-E7CF-4A7D-BB12-8714823B771A}" type="pres">
      <dgm:prSet presAssocID="{4B31FCA5-D60D-492A-8182-A004FCFB8C16}" presName="Accent" presStyleLbl="alignNode1" presStyleIdx="0" presStyleCnt="3"/>
      <dgm:spPr/>
    </dgm:pt>
    <dgm:pt modelId="{3C6E81A2-2652-444B-B92C-6A7189C05A6A}" type="pres">
      <dgm:prSet presAssocID="{4B31FCA5-D60D-492A-8182-A004FCFB8C16}" presName="Child" presStyleLbl="revTx" presStyleIdx="0" presStyleCnt="3">
        <dgm:presLayoutVars>
          <dgm:chMax val="0"/>
          <dgm:chPref val="0"/>
          <dgm:bulletEnabled val="1"/>
        </dgm:presLayoutVars>
      </dgm:prSet>
      <dgm:spPr/>
    </dgm:pt>
    <dgm:pt modelId="{6BADBB54-D8DA-4C72-ADD2-14CB8E1041C3}" type="pres">
      <dgm:prSet presAssocID="{4B31FCA5-D60D-492A-8182-A004FCFB8C16}" presName="Parent" presStyleLbl="revTx" presStyleIdx="0" presStyleCnt="3">
        <dgm:presLayoutVars>
          <dgm:chMax val="1"/>
          <dgm:chPref val="1"/>
          <dgm:bulletEnabled val="1"/>
        </dgm:presLayoutVars>
      </dgm:prSet>
      <dgm:spPr/>
    </dgm:pt>
    <dgm:pt modelId="{CE2B3516-6FEC-46C0-ADBE-C26765C115C4}" type="pres">
      <dgm:prSet presAssocID="{12DD95AB-B8B8-4BDE-887B-FBA8040B6DBF}" presName="sibTrans" presStyleCnt="0"/>
      <dgm:spPr/>
    </dgm:pt>
    <dgm:pt modelId="{3C1E0FED-BAF1-4526-A177-19AAED8176E6}" type="pres">
      <dgm:prSet presAssocID="{404A806A-05B5-44C6-8FD8-428B92177C09}" presName="composite" presStyleCnt="0"/>
      <dgm:spPr/>
    </dgm:pt>
    <dgm:pt modelId="{BBCEF65E-4C73-4CC0-BCCA-E3F2CB3109B4}" type="pres">
      <dgm:prSet presAssocID="{404A806A-05B5-44C6-8FD8-428B92177C09}" presName="BackAccent" presStyleLbl="bgShp" presStyleIdx="1" presStyleCnt="3"/>
      <dgm:spPr/>
    </dgm:pt>
    <dgm:pt modelId="{2C988AAD-8748-4FBA-9AD2-457CE5D60D63}" type="pres">
      <dgm:prSet presAssocID="{404A806A-05B5-44C6-8FD8-428B92177C09}" presName="Accent" presStyleLbl="alignNode1" presStyleIdx="1" presStyleCnt="3"/>
      <dgm:spPr/>
    </dgm:pt>
    <dgm:pt modelId="{23573ED9-9466-4C3B-9EEB-61FEC6D718B2}" type="pres">
      <dgm:prSet presAssocID="{404A806A-05B5-44C6-8FD8-428B92177C09}" presName="Child" presStyleLbl="revTx" presStyleIdx="0" presStyleCnt="3">
        <dgm:presLayoutVars>
          <dgm:chMax val="0"/>
          <dgm:chPref val="0"/>
          <dgm:bulletEnabled val="1"/>
        </dgm:presLayoutVars>
      </dgm:prSet>
      <dgm:spPr/>
    </dgm:pt>
    <dgm:pt modelId="{BF964679-61D1-4643-9D22-EFBFC70B0346}" type="pres">
      <dgm:prSet presAssocID="{404A806A-05B5-44C6-8FD8-428B92177C09}" presName="Parent" presStyleLbl="revTx" presStyleIdx="1" presStyleCnt="3">
        <dgm:presLayoutVars>
          <dgm:chMax val="1"/>
          <dgm:chPref val="1"/>
          <dgm:bulletEnabled val="1"/>
        </dgm:presLayoutVars>
      </dgm:prSet>
      <dgm:spPr/>
    </dgm:pt>
    <dgm:pt modelId="{16A8DE88-2A64-4B75-B795-CA433FD851B7}" type="pres">
      <dgm:prSet presAssocID="{4BCFFDF2-A051-4DF3-B01C-2E98509E27AD}" presName="sibTrans" presStyleCnt="0"/>
      <dgm:spPr/>
    </dgm:pt>
    <dgm:pt modelId="{83BCA711-1258-4586-919B-C5E1E51E99C0}" type="pres">
      <dgm:prSet presAssocID="{DD8C5602-9C61-4C5B-9CCA-B1CEA97233C5}" presName="composite" presStyleCnt="0"/>
      <dgm:spPr/>
    </dgm:pt>
    <dgm:pt modelId="{E41D31EC-B3E8-4F5B-8127-D578817FD1C6}" type="pres">
      <dgm:prSet presAssocID="{DD8C5602-9C61-4C5B-9CCA-B1CEA97233C5}" presName="BackAccent" presStyleLbl="bgShp" presStyleIdx="2" presStyleCnt="3"/>
      <dgm:spPr/>
    </dgm:pt>
    <dgm:pt modelId="{71076B0F-7384-4B14-9FA6-FD35430B3DBA}" type="pres">
      <dgm:prSet presAssocID="{DD8C5602-9C61-4C5B-9CCA-B1CEA97233C5}" presName="Accent" presStyleLbl="alignNode1" presStyleIdx="2" presStyleCnt="3" custLinFactNeighborX="1" custLinFactNeighborY="-1834"/>
      <dgm:spPr/>
    </dgm:pt>
    <dgm:pt modelId="{2FD88A77-1C6E-4411-AC57-BEB17F5E9AA1}" type="pres">
      <dgm:prSet presAssocID="{DD8C5602-9C61-4C5B-9CCA-B1CEA97233C5}" presName="Child" presStyleLbl="revTx" presStyleIdx="1" presStyleCnt="3">
        <dgm:presLayoutVars>
          <dgm:chMax val="0"/>
          <dgm:chPref val="0"/>
          <dgm:bulletEnabled val="1"/>
        </dgm:presLayoutVars>
      </dgm:prSet>
      <dgm:spPr/>
    </dgm:pt>
    <dgm:pt modelId="{C593F88C-86DF-4D0C-8A91-FAD4F6690274}" type="pres">
      <dgm:prSet presAssocID="{DD8C5602-9C61-4C5B-9CCA-B1CEA97233C5}" presName="Parent" presStyleLbl="revTx" presStyleIdx="2" presStyleCnt="3">
        <dgm:presLayoutVars>
          <dgm:chMax val="1"/>
          <dgm:chPref val="1"/>
          <dgm:bulletEnabled val="1"/>
        </dgm:presLayoutVars>
      </dgm:prSet>
      <dgm:spPr/>
    </dgm:pt>
  </dgm:ptLst>
  <dgm:cxnLst>
    <dgm:cxn modelId="{D5F90638-12A4-4D36-B16A-19C38AD373DA}" type="presOf" srcId="{95BB883A-14C1-4AD8-8C10-5BF617763380}" destId="{300AEBD2-DE8C-4172-AF0F-79DEF210F5C5}" srcOrd="0" destOrd="0" presId="urn:microsoft.com/office/officeart/2008/layout/IncreasingCircleProcess"/>
    <dgm:cxn modelId="{5F7C7740-11EB-4546-8B95-6C9739EEBD09}" srcId="{95BB883A-14C1-4AD8-8C10-5BF617763380}" destId="{DD8C5602-9C61-4C5B-9CCA-B1CEA97233C5}" srcOrd="2" destOrd="0" parTransId="{72361164-09EE-4412-B1CB-3EF8CC53E04E}" sibTransId="{D7D89C23-B1E4-43D2-A45D-96CE31AADEA2}"/>
    <dgm:cxn modelId="{0DB17F61-6AC7-40A9-9481-A8F4E3234269}" type="presOf" srcId="{404A806A-05B5-44C6-8FD8-428B92177C09}" destId="{BF964679-61D1-4643-9D22-EFBFC70B0346}" srcOrd="0" destOrd="0" presId="urn:microsoft.com/office/officeart/2008/layout/IncreasingCircleProcess"/>
    <dgm:cxn modelId="{CB41C78F-83F2-4110-9C9F-D3EA368188DD}" srcId="{95BB883A-14C1-4AD8-8C10-5BF617763380}" destId="{404A806A-05B5-44C6-8FD8-428B92177C09}" srcOrd="1" destOrd="0" parTransId="{C86CF8F9-C3DC-4803-9102-E4CC7DACDFEA}" sibTransId="{4BCFFDF2-A051-4DF3-B01C-2E98509E27AD}"/>
    <dgm:cxn modelId="{6D8159A3-8FA3-426E-BB5F-6113C0984EE9}" srcId="{95BB883A-14C1-4AD8-8C10-5BF617763380}" destId="{4B31FCA5-D60D-492A-8182-A004FCFB8C16}" srcOrd="0" destOrd="0" parTransId="{084647FC-ACA8-4680-A623-74EBE03C1756}" sibTransId="{12DD95AB-B8B8-4BDE-887B-FBA8040B6DBF}"/>
    <dgm:cxn modelId="{409487C1-6A25-4A69-8CD6-A89AE0970DC8}" type="presOf" srcId="{DD8C5602-9C61-4C5B-9CCA-B1CEA97233C5}" destId="{C593F88C-86DF-4D0C-8A91-FAD4F6690274}" srcOrd="0" destOrd="0" presId="urn:microsoft.com/office/officeart/2008/layout/IncreasingCircleProcess"/>
    <dgm:cxn modelId="{B88819E0-3B5B-44B2-83E4-A3BF9168E0DB}" type="presOf" srcId="{4B31FCA5-D60D-492A-8182-A004FCFB8C16}" destId="{6BADBB54-D8DA-4C72-ADD2-14CB8E1041C3}" srcOrd="0" destOrd="0" presId="urn:microsoft.com/office/officeart/2008/layout/IncreasingCircleProcess"/>
    <dgm:cxn modelId="{248E5492-C1BF-4B69-B0A5-8C49EACD3E78}" type="presParOf" srcId="{300AEBD2-DE8C-4172-AF0F-79DEF210F5C5}" destId="{041E182E-9544-42E7-8FC1-C0FF2E66957B}" srcOrd="0" destOrd="0" presId="urn:microsoft.com/office/officeart/2008/layout/IncreasingCircleProcess"/>
    <dgm:cxn modelId="{B233A53B-4A0A-434F-B2B5-377830072B1E}" type="presParOf" srcId="{041E182E-9544-42E7-8FC1-C0FF2E66957B}" destId="{1E43CAB0-3352-4177-9513-B638365F12DD}" srcOrd="0" destOrd="0" presId="urn:microsoft.com/office/officeart/2008/layout/IncreasingCircleProcess"/>
    <dgm:cxn modelId="{48F992AD-8820-4058-8963-A1513AF71B14}" type="presParOf" srcId="{041E182E-9544-42E7-8FC1-C0FF2E66957B}" destId="{4ED02604-E7CF-4A7D-BB12-8714823B771A}" srcOrd="1" destOrd="0" presId="urn:microsoft.com/office/officeart/2008/layout/IncreasingCircleProcess"/>
    <dgm:cxn modelId="{2FDFF085-1472-43B1-82BF-394696167EB1}" type="presParOf" srcId="{041E182E-9544-42E7-8FC1-C0FF2E66957B}" destId="{3C6E81A2-2652-444B-B92C-6A7189C05A6A}" srcOrd="2" destOrd="0" presId="urn:microsoft.com/office/officeart/2008/layout/IncreasingCircleProcess"/>
    <dgm:cxn modelId="{826A9C52-89D6-4249-856E-2372A038FEEC}" type="presParOf" srcId="{041E182E-9544-42E7-8FC1-C0FF2E66957B}" destId="{6BADBB54-D8DA-4C72-ADD2-14CB8E1041C3}" srcOrd="3" destOrd="0" presId="urn:microsoft.com/office/officeart/2008/layout/IncreasingCircleProcess"/>
    <dgm:cxn modelId="{4E0A8080-BB00-436C-9709-F7EE412F8BCA}" type="presParOf" srcId="{300AEBD2-DE8C-4172-AF0F-79DEF210F5C5}" destId="{CE2B3516-6FEC-46C0-ADBE-C26765C115C4}" srcOrd="1" destOrd="0" presId="urn:microsoft.com/office/officeart/2008/layout/IncreasingCircleProcess"/>
    <dgm:cxn modelId="{70ABBF2E-6A36-4C23-970C-44F1E570816D}" type="presParOf" srcId="{300AEBD2-DE8C-4172-AF0F-79DEF210F5C5}" destId="{3C1E0FED-BAF1-4526-A177-19AAED8176E6}" srcOrd="2" destOrd="0" presId="urn:microsoft.com/office/officeart/2008/layout/IncreasingCircleProcess"/>
    <dgm:cxn modelId="{51C66EF3-6E7E-4906-8AEC-85F73DB607C1}" type="presParOf" srcId="{3C1E0FED-BAF1-4526-A177-19AAED8176E6}" destId="{BBCEF65E-4C73-4CC0-BCCA-E3F2CB3109B4}" srcOrd="0" destOrd="0" presId="urn:microsoft.com/office/officeart/2008/layout/IncreasingCircleProcess"/>
    <dgm:cxn modelId="{90E9D187-1564-4E45-AE1E-D08C83A43935}" type="presParOf" srcId="{3C1E0FED-BAF1-4526-A177-19AAED8176E6}" destId="{2C988AAD-8748-4FBA-9AD2-457CE5D60D63}" srcOrd="1" destOrd="0" presId="urn:microsoft.com/office/officeart/2008/layout/IncreasingCircleProcess"/>
    <dgm:cxn modelId="{EBF0D7D7-5388-43B7-96CA-95C47B9FD661}" type="presParOf" srcId="{3C1E0FED-BAF1-4526-A177-19AAED8176E6}" destId="{23573ED9-9466-4C3B-9EEB-61FEC6D718B2}" srcOrd="2" destOrd="0" presId="urn:microsoft.com/office/officeart/2008/layout/IncreasingCircleProcess"/>
    <dgm:cxn modelId="{0F6A7CCF-BB46-4F1F-BFA5-BE6B5D01C108}" type="presParOf" srcId="{3C1E0FED-BAF1-4526-A177-19AAED8176E6}" destId="{BF964679-61D1-4643-9D22-EFBFC70B0346}" srcOrd="3" destOrd="0" presId="urn:microsoft.com/office/officeart/2008/layout/IncreasingCircleProcess"/>
    <dgm:cxn modelId="{19242FF6-158D-4F6F-8616-7227AFBFC568}" type="presParOf" srcId="{300AEBD2-DE8C-4172-AF0F-79DEF210F5C5}" destId="{16A8DE88-2A64-4B75-B795-CA433FD851B7}" srcOrd="3" destOrd="0" presId="urn:microsoft.com/office/officeart/2008/layout/IncreasingCircleProcess"/>
    <dgm:cxn modelId="{2BF426A8-61D5-43D1-A1E9-ABEB262A04A3}" type="presParOf" srcId="{300AEBD2-DE8C-4172-AF0F-79DEF210F5C5}" destId="{83BCA711-1258-4586-919B-C5E1E51E99C0}" srcOrd="4" destOrd="0" presId="urn:microsoft.com/office/officeart/2008/layout/IncreasingCircleProcess"/>
    <dgm:cxn modelId="{0D2474B5-F18B-456F-BFBF-D085D0B9A2C5}" type="presParOf" srcId="{83BCA711-1258-4586-919B-C5E1E51E99C0}" destId="{E41D31EC-B3E8-4F5B-8127-D578817FD1C6}" srcOrd="0" destOrd="0" presId="urn:microsoft.com/office/officeart/2008/layout/IncreasingCircleProcess"/>
    <dgm:cxn modelId="{39E0239A-3A25-451F-B0E1-F8AC76471BD8}" type="presParOf" srcId="{83BCA711-1258-4586-919B-C5E1E51E99C0}" destId="{71076B0F-7384-4B14-9FA6-FD35430B3DBA}" srcOrd="1" destOrd="0" presId="urn:microsoft.com/office/officeart/2008/layout/IncreasingCircleProcess"/>
    <dgm:cxn modelId="{D1FDA9B3-AF61-414E-8AB3-A70ED46B5016}" type="presParOf" srcId="{83BCA711-1258-4586-919B-C5E1E51E99C0}" destId="{2FD88A77-1C6E-4411-AC57-BEB17F5E9AA1}" srcOrd="2" destOrd="0" presId="urn:microsoft.com/office/officeart/2008/layout/IncreasingCircleProcess"/>
    <dgm:cxn modelId="{BFE08DB3-3BB1-499C-A6FB-E1BC2E8DB68F}" type="presParOf" srcId="{83BCA711-1258-4586-919B-C5E1E51E99C0}" destId="{C593F88C-86DF-4D0C-8A91-FAD4F6690274}"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3CAB0-3352-4177-9513-B638365F12DD}">
      <dsp:nvSpPr>
        <dsp:cNvPr id="0" name=""/>
        <dsp:cNvSpPr/>
      </dsp:nvSpPr>
      <dsp:spPr>
        <a:xfrm>
          <a:off x="984" y="0"/>
          <a:ext cx="598232" cy="598232"/>
        </a:xfrm>
        <a:prstGeom prst="ellipse">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D02604-E7CF-4A7D-BB12-8714823B771A}">
      <dsp:nvSpPr>
        <dsp:cNvPr id="0" name=""/>
        <dsp:cNvSpPr/>
      </dsp:nvSpPr>
      <dsp:spPr>
        <a:xfrm>
          <a:off x="60807" y="59823"/>
          <a:ext cx="478586" cy="478586"/>
        </a:xfrm>
        <a:prstGeom prst="chord">
          <a:avLst>
            <a:gd name="adj1" fmla="val 1168272"/>
            <a:gd name="adj2" fmla="val 9631728"/>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ADBB54-D8DA-4C72-ADD2-14CB8E1041C3}">
      <dsp:nvSpPr>
        <dsp:cNvPr id="0" name=""/>
        <dsp:cNvSpPr/>
      </dsp:nvSpPr>
      <dsp:spPr>
        <a:xfrm>
          <a:off x="723849" y="0"/>
          <a:ext cx="1769771" cy="598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b" anchorCtr="0">
          <a:noAutofit/>
        </a:bodyPr>
        <a:lstStyle/>
        <a:p>
          <a:pPr marL="0" lvl="0" indent="0" algn="l" defTabSz="488950">
            <a:lnSpc>
              <a:spcPct val="90000"/>
            </a:lnSpc>
            <a:spcBef>
              <a:spcPct val="0"/>
            </a:spcBef>
            <a:spcAft>
              <a:spcPct val="35000"/>
            </a:spcAft>
            <a:buNone/>
          </a:pPr>
          <a:r>
            <a:rPr lang="en-US" sz="1100" kern="1200" dirty="0"/>
            <a:t>First Line of Defense</a:t>
          </a:r>
        </a:p>
      </dsp:txBody>
      <dsp:txXfrm>
        <a:off x="723849" y="0"/>
        <a:ext cx="1769771" cy="598232"/>
      </dsp:txXfrm>
    </dsp:sp>
    <dsp:sp modelId="{BBCEF65E-4C73-4CC0-BCCA-E3F2CB3109B4}">
      <dsp:nvSpPr>
        <dsp:cNvPr id="0" name=""/>
        <dsp:cNvSpPr/>
      </dsp:nvSpPr>
      <dsp:spPr>
        <a:xfrm>
          <a:off x="2618252" y="0"/>
          <a:ext cx="598232" cy="598232"/>
        </a:xfrm>
        <a:prstGeom prst="ellipse">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988AAD-8748-4FBA-9AD2-457CE5D60D63}">
      <dsp:nvSpPr>
        <dsp:cNvPr id="0" name=""/>
        <dsp:cNvSpPr/>
      </dsp:nvSpPr>
      <dsp:spPr>
        <a:xfrm>
          <a:off x="2678075" y="59823"/>
          <a:ext cx="478586" cy="478586"/>
        </a:xfrm>
        <a:prstGeom prst="chord">
          <a:avLst>
            <a:gd name="adj1" fmla="val 20431728"/>
            <a:gd name="adj2" fmla="val 11968272"/>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964679-61D1-4643-9D22-EFBFC70B0346}">
      <dsp:nvSpPr>
        <dsp:cNvPr id="0" name=""/>
        <dsp:cNvSpPr/>
      </dsp:nvSpPr>
      <dsp:spPr>
        <a:xfrm>
          <a:off x="3341116" y="0"/>
          <a:ext cx="1769771" cy="598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b" anchorCtr="0">
          <a:noAutofit/>
        </a:bodyPr>
        <a:lstStyle/>
        <a:p>
          <a:pPr marL="0" lvl="0" indent="0" algn="l" defTabSz="488950">
            <a:lnSpc>
              <a:spcPct val="90000"/>
            </a:lnSpc>
            <a:spcBef>
              <a:spcPct val="0"/>
            </a:spcBef>
            <a:spcAft>
              <a:spcPct val="35000"/>
            </a:spcAft>
            <a:buNone/>
          </a:pPr>
          <a:r>
            <a:rPr lang="en-US" sz="1100" kern="1200" dirty="0"/>
            <a:t>Second Line of Defense</a:t>
          </a:r>
        </a:p>
      </dsp:txBody>
      <dsp:txXfrm>
        <a:off x="3341116" y="0"/>
        <a:ext cx="1769771" cy="598232"/>
      </dsp:txXfrm>
    </dsp:sp>
    <dsp:sp modelId="{E41D31EC-B3E8-4F5B-8127-D578817FD1C6}">
      <dsp:nvSpPr>
        <dsp:cNvPr id="0" name=""/>
        <dsp:cNvSpPr/>
      </dsp:nvSpPr>
      <dsp:spPr>
        <a:xfrm>
          <a:off x="5235520" y="0"/>
          <a:ext cx="598232" cy="598232"/>
        </a:xfrm>
        <a:prstGeom prst="ellipse">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076B0F-7384-4B14-9FA6-FD35430B3DBA}">
      <dsp:nvSpPr>
        <dsp:cNvPr id="0" name=""/>
        <dsp:cNvSpPr/>
      </dsp:nvSpPr>
      <dsp:spPr>
        <a:xfrm>
          <a:off x="5295348" y="51045"/>
          <a:ext cx="478586" cy="478586"/>
        </a:xfrm>
        <a:prstGeom prst="chord">
          <a:avLst>
            <a:gd name="adj1" fmla="val 16200000"/>
            <a:gd name="adj2" fmla="val 1620000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93F88C-86DF-4D0C-8A91-FAD4F6690274}">
      <dsp:nvSpPr>
        <dsp:cNvPr id="0" name=""/>
        <dsp:cNvSpPr/>
      </dsp:nvSpPr>
      <dsp:spPr>
        <a:xfrm>
          <a:off x="5958384" y="0"/>
          <a:ext cx="1769771" cy="598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b" anchorCtr="0">
          <a:noAutofit/>
        </a:bodyPr>
        <a:lstStyle/>
        <a:p>
          <a:pPr marL="0" lvl="0" indent="0" algn="l" defTabSz="488950">
            <a:lnSpc>
              <a:spcPct val="90000"/>
            </a:lnSpc>
            <a:spcBef>
              <a:spcPct val="0"/>
            </a:spcBef>
            <a:spcAft>
              <a:spcPct val="35000"/>
            </a:spcAft>
            <a:buNone/>
          </a:pPr>
          <a:r>
            <a:rPr lang="en-US" sz="1100" kern="1200" dirty="0"/>
            <a:t>Third Line of Defense</a:t>
          </a:r>
        </a:p>
      </dsp:txBody>
      <dsp:txXfrm>
        <a:off x="5958384" y="0"/>
        <a:ext cx="1769771" cy="598232"/>
      </dsp:txXfrm>
    </dsp:sp>
  </dsp:spTree>
</dsp:drawing>
</file>

<file path=ppt/diagrams/layout1.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fontAlgn="auto">
              <a:spcBef>
                <a:spcPts val="0"/>
              </a:spcBef>
              <a:spcAft>
                <a:spcPts val="0"/>
              </a:spcAft>
              <a:defRPr sz="1200">
                <a:latin typeface="+mn-lt"/>
                <a:cs typeface="+mn-cs"/>
              </a:defRPr>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fontAlgn="auto">
              <a:spcBef>
                <a:spcPts val="0"/>
              </a:spcBef>
              <a:spcAft>
                <a:spcPts val="0"/>
              </a:spcAft>
              <a:defRPr sz="1200" smtClean="0">
                <a:latin typeface="+mn-lt"/>
                <a:cs typeface="+mn-cs"/>
              </a:defRPr>
            </a:lvl1pPr>
          </a:lstStyle>
          <a:p>
            <a:pPr>
              <a:defRPr/>
            </a:pPr>
            <a:fld id="{F87AE820-DFE1-4C3C-B564-108A438BD633}" type="datetimeFigureOut">
              <a:rPr lang="en-US">
                <a:latin typeface="Arial" panose="020B0604020202020204" pitchFamily="34" charset="0"/>
              </a:rPr>
              <a:pPr>
                <a:defRPr/>
              </a:pPr>
              <a:t>11/20/2025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fontAlgn="auto">
              <a:spcBef>
                <a:spcPts val="0"/>
              </a:spcBef>
              <a:spcAft>
                <a:spcPts val="0"/>
              </a:spcAft>
              <a:defRPr sz="1200">
                <a:latin typeface="+mn-lt"/>
                <a:cs typeface="+mn-cs"/>
              </a:defRPr>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fontAlgn="auto">
              <a:spcBef>
                <a:spcPts val="0"/>
              </a:spcBef>
              <a:spcAft>
                <a:spcPts val="0"/>
              </a:spcAft>
              <a:defRPr sz="1200" smtClean="0">
                <a:latin typeface="+mn-lt"/>
                <a:cs typeface="+mn-cs"/>
              </a:defRPr>
            </a:lvl1pPr>
          </a:lstStyle>
          <a:p>
            <a:pPr>
              <a:defRPr/>
            </a:pPr>
            <a:fld id="{429C84BD-FF2B-4119-9416-77652C2C47E2}"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376175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fontAlgn="auto">
              <a:spcBef>
                <a:spcPts val="0"/>
              </a:spcBef>
              <a:spcAft>
                <a:spcPts val="0"/>
              </a:spcAft>
              <a:defRPr sz="1200">
                <a:latin typeface="Arial" panose="020B0604020202020204" pitchFamily="34" charset="0"/>
                <a:cs typeface="+mn-cs"/>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fontAlgn="auto">
              <a:spcBef>
                <a:spcPts val="0"/>
              </a:spcBef>
              <a:spcAft>
                <a:spcPts val="0"/>
              </a:spcAft>
              <a:defRPr sz="1200" smtClean="0">
                <a:latin typeface="Arial" panose="020B0604020202020204" pitchFamily="34" charset="0"/>
                <a:cs typeface="+mn-cs"/>
              </a:defRPr>
            </a:lvl1pPr>
          </a:lstStyle>
          <a:p>
            <a:pPr>
              <a:defRPr/>
            </a:pPr>
            <a:fld id="{7C0560D2-22A1-4522-9A61-5BC081CC233D}" type="datetimeFigureOut">
              <a:rPr lang="en-US" smtClean="0"/>
              <a:pPr>
                <a:defRPr/>
              </a:pPr>
              <a:t>11/20/2025</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6653" tIns="48327" rIns="96653" bIns="48327"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fontAlgn="auto">
              <a:spcBef>
                <a:spcPts val="0"/>
              </a:spcBef>
              <a:spcAft>
                <a:spcPts val="0"/>
              </a:spcAft>
              <a:defRPr sz="1200">
                <a:latin typeface="Arial" panose="020B0604020202020204" pitchFamily="34" charset="0"/>
                <a:cs typeface="+mn-cs"/>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fontAlgn="auto">
              <a:spcBef>
                <a:spcPts val="0"/>
              </a:spcBef>
              <a:spcAft>
                <a:spcPts val="0"/>
              </a:spcAft>
              <a:defRPr sz="1200" smtClean="0">
                <a:latin typeface="Arial" panose="020B0604020202020204" pitchFamily="34" charset="0"/>
                <a:cs typeface="+mn-cs"/>
              </a:defRPr>
            </a:lvl1pPr>
          </a:lstStyle>
          <a:p>
            <a:pPr>
              <a:defRPr/>
            </a:pPr>
            <a:fld id="{7B479713-0D50-44A6-B1F4-4082749E615F}" type="slidenum">
              <a:rPr lang="en-US" smtClean="0"/>
              <a:pPr>
                <a:defRPr/>
              </a:pPr>
              <a:t>‹#›</a:t>
            </a:fld>
            <a:endParaRPr lang="en-US"/>
          </a:p>
        </p:txBody>
      </p:sp>
    </p:spTree>
    <p:extLst>
      <p:ext uri="{BB962C8B-B14F-4D97-AF65-F5344CB8AC3E}">
        <p14:creationId xmlns:p14="http://schemas.microsoft.com/office/powerpoint/2010/main" val="1719214621"/>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a:t>
            </a:fld>
            <a:endParaRPr lang="en-US"/>
          </a:p>
        </p:txBody>
      </p:sp>
    </p:spTree>
    <p:extLst>
      <p:ext uri="{BB962C8B-B14F-4D97-AF65-F5344CB8AC3E}">
        <p14:creationId xmlns:p14="http://schemas.microsoft.com/office/powerpoint/2010/main" val="1423551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a:t>
            </a:fld>
            <a:endParaRPr lang="en-US"/>
          </a:p>
        </p:txBody>
      </p:sp>
    </p:spTree>
    <p:extLst>
      <p:ext uri="{BB962C8B-B14F-4D97-AF65-F5344CB8AC3E}">
        <p14:creationId xmlns:p14="http://schemas.microsoft.com/office/powerpoint/2010/main" val="2387537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a:t>
            </a:fld>
            <a:endParaRPr lang="en-US"/>
          </a:p>
        </p:txBody>
      </p:sp>
    </p:spTree>
    <p:extLst>
      <p:ext uri="{BB962C8B-B14F-4D97-AF65-F5344CB8AC3E}">
        <p14:creationId xmlns:p14="http://schemas.microsoft.com/office/powerpoint/2010/main" val="1505719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 – Course Overview (3 legged stool)</a:t>
            </a:r>
          </a:p>
          <a:p>
            <a:r>
              <a:rPr lang="en-US" dirty="0"/>
              <a:t>Christina – Refer to Syllabus and go into depth on professionalism piece</a:t>
            </a:r>
          </a:p>
          <a:p>
            <a:r>
              <a:rPr lang="en-US" dirty="0"/>
              <a:t>See if class has any questions on syllabus</a:t>
            </a:r>
          </a:p>
        </p:txBody>
      </p:sp>
      <p:sp>
        <p:nvSpPr>
          <p:cNvPr id="4" name="Slide Number Placeholder 3"/>
          <p:cNvSpPr>
            <a:spLocks noGrp="1"/>
          </p:cNvSpPr>
          <p:nvPr>
            <p:ph type="sldNum" sz="quarter" idx="10"/>
          </p:nvPr>
        </p:nvSpPr>
        <p:spPr/>
        <p:txBody>
          <a:bodyPr/>
          <a:lstStyle/>
          <a:p>
            <a:pPr defTabSz="948507">
              <a:defRPr/>
            </a:pPr>
            <a:fld id="{30DDAE6E-1341-4F33-A4D7-DC004C47BC06}" type="slidenum">
              <a:rPr lang="en-US">
                <a:solidFill>
                  <a:prstClr val="black"/>
                </a:solidFill>
                <a:latin typeface="Calibri" panose="020F0502020204030204"/>
              </a:rPr>
              <a:pPr defTabSz="948507">
                <a:defRPr/>
              </a:pPr>
              <a:t>4</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1473796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5</a:t>
            </a:fld>
            <a:endParaRPr lang="en-US"/>
          </a:p>
        </p:txBody>
      </p:sp>
    </p:spTree>
    <p:extLst>
      <p:ext uri="{BB962C8B-B14F-4D97-AF65-F5344CB8AC3E}">
        <p14:creationId xmlns:p14="http://schemas.microsoft.com/office/powerpoint/2010/main" val="2365288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6</a:t>
            </a:fld>
            <a:endParaRPr lang="en-US"/>
          </a:p>
        </p:txBody>
      </p:sp>
    </p:spTree>
    <p:extLst>
      <p:ext uri="{BB962C8B-B14F-4D97-AF65-F5344CB8AC3E}">
        <p14:creationId xmlns:p14="http://schemas.microsoft.com/office/powerpoint/2010/main" val="3159083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A139F-7242-6D50-B074-107A749A8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200B4-19E9-F89E-6689-76006385F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3F10F2-0E19-75B2-5E59-75A9E2FFA29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ABC288-E4EA-2127-14ED-B8A7C292A999}"/>
              </a:ext>
            </a:extLst>
          </p:cNvPr>
          <p:cNvSpPr>
            <a:spLocks noGrp="1"/>
          </p:cNvSpPr>
          <p:nvPr>
            <p:ph type="sldNum" sz="quarter" idx="5"/>
          </p:nvPr>
        </p:nvSpPr>
        <p:spPr/>
        <p:txBody>
          <a:bodyPr/>
          <a:lstStyle/>
          <a:p>
            <a:pPr>
              <a:defRPr/>
            </a:pPr>
            <a:fld id="{7B479713-0D50-44A6-B1F4-4082749E615F}" type="slidenum">
              <a:rPr lang="en-US" smtClean="0"/>
              <a:pPr>
                <a:defRPr/>
              </a:pPr>
              <a:t>9</a:t>
            </a:fld>
            <a:endParaRPr lang="en-US"/>
          </a:p>
        </p:txBody>
      </p:sp>
    </p:spTree>
    <p:extLst>
      <p:ext uri="{BB962C8B-B14F-4D97-AF65-F5344CB8AC3E}">
        <p14:creationId xmlns:p14="http://schemas.microsoft.com/office/powerpoint/2010/main" val="2711572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20</a:t>
            </a:fld>
            <a:endParaRPr lang="en-US"/>
          </a:p>
        </p:txBody>
      </p:sp>
    </p:spTree>
    <p:extLst>
      <p:ext uri="{BB962C8B-B14F-4D97-AF65-F5344CB8AC3E}">
        <p14:creationId xmlns:p14="http://schemas.microsoft.com/office/powerpoint/2010/main" val="3337558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23</a:t>
            </a:fld>
            <a:endParaRPr lang="en-US"/>
          </a:p>
        </p:txBody>
      </p:sp>
    </p:spTree>
    <p:extLst>
      <p:ext uri="{BB962C8B-B14F-4D97-AF65-F5344CB8AC3E}">
        <p14:creationId xmlns:p14="http://schemas.microsoft.com/office/powerpoint/2010/main" val="2659969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24</a:t>
            </a:fld>
            <a:endParaRPr lang="en-US"/>
          </a:p>
        </p:txBody>
      </p:sp>
    </p:spTree>
    <p:extLst>
      <p:ext uri="{BB962C8B-B14F-4D97-AF65-F5344CB8AC3E}">
        <p14:creationId xmlns:p14="http://schemas.microsoft.com/office/powerpoint/2010/main" val="185191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25</a:t>
            </a:fld>
            <a:endParaRPr lang="en-US"/>
          </a:p>
        </p:txBody>
      </p:sp>
    </p:spTree>
    <p:extLst>
      <p:ext uri="{BB962C8B-B14F-4D97-AF65-F5344CB8AC3E}">
        <p14:creationId xmlns:p14="http://schemas.microsoft.com/office/powerpoint/2010/main" val="2444612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26</a:t>
            </a:fld>
            <a:endParaRPr lang="en-US"/>
          </a:p>
        </p:txBody>
      </p:sp>
    </p:spTree>
    <p:extLst>
      <p:ext uri="{BB962C8B-B14F-4D97-AF65-F5344CB8AC3E}">
        <p14:creationId xmlns:p14="http://schemas.microsoft.com/office/powerpoint/2010/main" val="1898870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4417D-1188-4C37-8002-C7B0954B3805}" type="slidenum">
              <a:rPr lang="en-US" smtClean="0"/>
              <a:t>29</a:t>
            </a:fld>
            <a:endParaRPr lang="en-US"/>
          </a:p>
        </p:txBody>
      </p:sp>
    </p:spTree>
    <p:extLst>
      <p:ext uri="{BB962C8B-B14F-4D97-AF65-F5344CB8AC3E}">
        <p14:creationId xmlns:p14="http://schemas.microsoft.com/office/powerpoint/2010/main" val="68581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Whit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61951" y="3014332"/>
            <a:ext cx="7762875" cy="538609"/>
          </a:xfrm>
          <a:prstGeom prst="rect">
            <a:avLst/>
          </a:prstGeom>
        </p:spPr>
        <p:txBody>
          <a:bodyPr anchor="t" anchorCtr="0"/>
          <a:lstStyle>
            <a:lvl1pPr marL="0" indent="0" algn="l">
              <a:spcBef>
                <a:spcPts val="0"/>
              </a:spcBef>
              <a:spcAft>
                <a:spcPts val="300"/>
              </a:spcAft>
              <a:buNone/>
              <a:defRPr sz="2900" b="0">
                <a:solidFill>
                  <a:schemeClr val="tx2"/>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name</a:t>
            </a:r>
          </a:p>
        </p:txBody>
      </p:sp>
      <p:sp>
        <p:nvSpPr>
          <p:cNvPr id="7" name="Title 1"/>
          <p:cNvSpPr>
            <a:spLocks noGrp="1"/>
          </p:cNvSpPr>
          <p:nvPr>
            <p:ph type="title" hasCustomPrompt="1"/>
          </p:nvPr>
        </p:nvSpPr>
        <p:spPr>
          <a:xfrm>
            <a:off x="361951" y="1419523"/>
            <a:ext cx="7743825" cy="1272143"/>
          </a:xfrm>
          <a:prstGeom prst="rect">
            <a:avLst/>
          </a:prstGeom>
        </p:spPr>
        <p:txBody>
          <a:bodyPr anchor="b" anchorCtr="0"/>
          <a:lstStyle>
            <a:lvl1pPr algn="l">
              <a:lnSpc>
                <a:spcPts val="4600"/>
              </a:lnSpc>
              <a:spcBef>
                <a:spcPts val="0"/>
              </a:spcBef>
              <a:defRPr sz="4400" b="0" cap="all" spc="-30" baseline="0">
                <a:solidFill>
                  <a:schemeClr val="tx2"/>
                </a:solidFill>
                <a:latin typeface="Arial Black" panose="020B0A04020102020204" pitchFamily="34" charset="0"/>
              </a:defRPr>
            </a:lvl1pPr>
          </a:lstStyle>
          <a:p>
            <a:r>
              <a:rPr lang="en-US"/>
              <a:t>Click to edit master title style</a:t>
            </a:r>
          </a:p>
        </p:txBody>
      </p:sp>
      <p:sp>
        <p:nvSpPr>
          <p:cNvPr id="13" name="Freeform 12"/>
          <p:cNvSpPr>
            <a:spLocks/>
          </p:cNvSpPr>
          <p:nvPr userDrawn="1"/>
        </p:nvSpPr>
        <p:spPr bwMode="auto">
          <a:xfrm>
            <a:off x="7951304" y="384934"/>
            <a:ext cx="1192696" cy="799273"/>
          </a:xfrm>
          <a:custGeom>
            <a:avLst/>
            <a:gdLst>
              <a:gd name="T0" fmla="*/ 88 w 3456"/>
              <a:gd name="T1" fmla="*/ 0 h 2317"/>
              <a:gd name="T2" fmla="*/ 462 w 3456"/>
              <a:gd name="T3" fmla="*/ 0 h 2317"/>
              <a:gd name="T4" fmla="*/ 1159 w 3456"/>
              <a:gd name="T5" fmla="*/ 0 h 2317"/>
              <a:gd name="T6" fmla="*/ 1231 w 3456"/>
              <a:gd name="T7" fmla="*/ 419 h 2317"/>
              <a:gd name="T8" fmla="*/ 953 w 3456"/>
              <a:gd name="T9" fmla="*/ 419 h 2317"/>
              <a:gd name="T10" fmla="*/ 1239 w 3456"/>
              <a:gd name="T11" fmla="*/ 1591 h 2317"/>
              <a:gd name="T12" fmla="*/ 1298 w 3456"/>
              <a:gd name="T13" fmla="*/ 1374 h 2317"/>
              <a:gd name="T14" fmla="*/ 1387 w 3456"/>
              <a:gd name="T15" fmla="*/ 1044 h 2317"/>
              <a:gd name="T16" fmla="*/ 1487 w 3456"/>
              <a:gd name="T17" fmla="*/ 673 h 2317"/>
              <a:gd name="T18" fmla="*/ 1580 w 3456"/>
              <a:gd name="T19" fmla="*/ 328 h 2317"/>
              <a:gd name="T20" fmla="*/ 1646 w 3456"/>
              <a:gd name="T21" fmla="*/ 81 h 2317"/>
              <a:gd name="T22" fmla="*/ 1763 w 3456"/>
              <a:gd name="T23" fmla="*/ 0 h 2317"/>
              <a:gd name="T24" fmla="*/ 2093 w 3456"/>
              <a:gd name="T25" fmla="*/ 0 h 2317"/>
              <a:gd name="T26" fmla="*/ 2122 w 3456"/>
              <a:gd name="T27" fmla="*/ 113 h 2317"/>
              <a:gd name="T28" fmla="*/ 2189 w 3456"/>
              <a:gd name="T29" fmla="*/ 380 h 2317"/>
              <a:gd name="T30" fmla="*/ 2277 w 3456"/>
              <a:gd name="T31" fmla="*/ 734 h 2317"/>
              <a:gd name="T32" fmla="*/ 2369 w 3456"/>
              <a:gd name="T33" fmla="*/ 1105 h 2317"/>
              <a:gd name="T34" fmla="*/ 2447 w 3456"/>
              <a:gd name="T35" fmla="*/ 1420 h 2317"/>
              <a:gd name="T36" fmla="*/ 2496 w 3456"/>
              <a:gd name="T37" fmla="*/ 1611 h 2317"/>
              <a:gd name="T38" fmla="*/ 2634 w 3456"/>
              <a:gd name="T39" fmla="*/ 419 h 2317"/>
              <a:gd name="T40" fmla="*/ 2536 w 3456"/>
              <a:gd name="T41" fmla="*/ 281 h 2317"/>
              <a:gd name="T42" fmla="*/ 2536 w 3456"/>
              <a:gd name="T43" fmla="*/ 0 h 2317"/>
              <a:gd name="T44" fmla="*/ 3215 w 3456"/>
              <a:gd name="T45" fmla="*/ 419 h 2317"/>
              <a:gd name="T46" fmla="*/ 3178 w 3456"/>
              <a:gd name="T47" fmla="*/ 446 h 2317"/>
              <a:gd name="T48" fmla="*/ 3127 w 3456"/>
              <a:gd name="T49" fmla="*/ 640 h 2317"/>
              <a:gd name="T50" fmla="*/ 3041 w 3456"/>
              <a:gd name="T51" fmla="*/ 967 h 2317"/>
              <a:gd name="T52" fmla="*/ 2938 w 3456"/>
              <a:gd name="T53" fmla="*/ 1360 h 2317"/>
              <a:gd name="T54" fmla="*/ 2833 w 3456"/>
              <a:gd name="T55" fmla="*/ 1754 h 2317"/>
              <a:gd name="T56" fmla="*/ 2746 w 3456"/>
              <a:gd name="T57" fmla="*/ 2084 h 2317"/>
              <a:gd name="T58" fmla="*/ 2693 w 3456"/>
              <a:gd name="T59" fmla="*/ 2286 h 2317"/>
              <a:gd name="T60" fmla="*/ 2525 w 3456"/>
              <a:gd name="T61" fmla="*/ 2317 h 2317"/>
              <a:gd name="T62" fmla="*/ 2242 w 3456"/>
              <a:gd name="T63" fmla="*/ 2317 h 2317"/>
              <a:gd name="T64" fmla="*/ 2020 w 3456"/>
              <a:gd name="T65" fmla="*/ 2301 h 2317"/>
              <a:gd name="T66" fmla="*/ 1977 w 3456"/>
              <a:gd name="T67" fmla="*/ 2131 h 2317"/>
              <a:gd name="T68" fmla="*/ 1906 w 3456"/>
              <a:gd name="T69" fmla="*/ 1845 h 2317"/>
              <a:gd name="T70" fmla="*/ 1825 w 3456"/>
              <a:gd name="T71" fmla="*/ 1527 h 2317"/>
              <a:gd name="T72" fmla="*/ 1758 w 3456"/>
              <a:gd name="T73" fmla="*/ 1258 h 2317"/>
              <a:gd name="T74" fmla="*/ 1725 w 3456"/>
              <a:gd name="T75" fmla="*/ 1126 h 2317"/>
              <a:gd name="T76" fmla="*/ 1705 w 3456"/>
              <a:gd name="T77" fmla="*/ 1195 h 2317"/>
              <a:gd name="T78" fmla="*/ 1644 w 3456"/>
              <a:gd name="T79" fmla="*/ 1428 h 2317"/>
              <a:gd name="T80" fmla="*/ 1561 w 3456"/>
              <a:gd name="T81" fmla="*/ 1739 h 2317"/>
              <a:gd name="T82" fmla="*/ 1481 w 3456"/>
              <a:gd name="T83" fmla="*/ 2045 h 2317"/>
              <a:gd name="T84" fmla="*/ 1423 w 3456"/>
              <a:gd name="T85" fmla="*/ 2263 h 2317"/>
              <a:gd name="T86" fmla="*/ 1272 w 3456"/>
              <a:gd name="T87" fmla="*/ 2317 h 2317"/>
              <a:gd name="T88" fmla="*/ 1012 w 3456"/>
              <a:gd name="T89" fmla="*/ 2317 h 2317"/>
              <a:gd name="T90" fmla="*/ 748 w 3456"/>
              <a:gd name="T91" fmla="*/ 2313 h 2317"/>
              <a:gd name="T92" fmla="*/ 711 w 3456"/>
              <a:gd name="T93" fmla="*/ 2169 h 2317"/>
              <a:gd name="T94" fmla="*/ 638 w 3456"/>
              <a:gd name="T95" fmla="*/ 1874 h 2317"/>
              <a:gd name="T96" fmla="*/ 542 w 3456"/>
              <a:gd name="T97" fmla="*/ 1494 h 2317"/>
              <a:gd name="T98" fmla="*/ 442 w 3456"/>
              <a:gd name="T99" fmla="*/ 1093 h 2317"/>
              <a:gd name="T100" fmla="*/ 353 w 3456"/>
              <a:gd name="T101" fmla="*/ 738 h 2317"/>
              <a:gd name="T102" fmla="*/ 291 w 3456"/>
              <a:gd name="T103" fmla="*/ 492 h 2317"/>
              <a:gd name="T104" fmla="*/ 118 w 3456"/>
              <a:gd name="T105" fmla="*/ 419 h 2317"/>
              <a:gd name="T106" fmla="*/ 0 w 3456"/>
              <a:gd name="T107" fmla="*/ 419 h 2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56" h="2317">
                <a:moveTo>
                  <a:pt x="0" y="0"/>
                </a:moveTo>
                <a:lnTo>
                  <a:pt x="15" y="0"/>
                </a:lnTo>
                <a:lnTo>
                  <a:pt x="22" y="0"/>
                </a:lnTo>
                <a:lnTo>
                  <a:pt x="43" y="0"/>
                </a:lnTo>
                <a:lnTo>
                  <a:pt x="71" y="0"/>
                </a:lnTo>
                <a:lnTo>
                  <a:pt x="88" y="0"/>
                </a:lnTo>
                <a:lnTo>
                  <a:pt x="189" y="0"/>
                </a:lnTo>
                <a:lnTo>
                  <a:pt x="237" y="0"/>
                </a:lnTo>
                <a:lnTo>
                  <a:pt x="289" y="0"/>
                </a:lnTo>
                <a:lnTo>
                  <a:pt x="345" y="0"/>
                </a:lnTo>
                <a:lnTo>
                  <a:pt x="402" y="0"/>
                </a:lnTo>
                <a:lnTo>
                  <a:pt x="462" y="0"/>
                </a:lnTo>
                <a:lnTo>
                  <a:pt x="941" y="0"/>
                </a:lnTo>
                <a:lnTo>
                  <a:pt x="993" y="0"/>
                </a:lnTo>
                <a:lnTo>
                  <a:pt x="1042" y="0"/>
                </a:lnTo>
                <a:lnTo>
                  <a:pt x="1106" y="0"/>
                </a:lnTo>
                <a:lnTo>
                  <a:pt x="1125" y="0"/>
                </a:lnTo>
                <a:lnTo>
                  <a:pt x="1159" y="0"/>
                </a:lnTo>
                <a:lnTo>
                  <a:pt x="1188" y="0"/>
                </a:lnTo>
                <a:lnTo>
                  <a:pt x="1231" y="0"/>
                </a:lnTo>
                <a:lnTo>
                  <a:pt x="1231" y="372"/>
                </a:lnTo>
                <a:lnTo>
                  <a:pt x="1231" y="394"/>
                </a:lnTo>
                <a:lnTo>
                  <a:pt x="1231" y="410"/>
                </a:lnTo>
                <a:lnTo>
                  <a:pt x="1231" y="419"/>
                </a:lnTo>
                <a:lnTo>
                  <a:pt x="1082" y="419"/>
                </a:lnTo>
                <a:lnTo>
                  <a:pt x="1053" y="419"/>
                </a:lnTo>
                <a:lnTo>
                  <a:pt x="1024" y="419"/>
                </a:lnTo>
                <a:lnTo>
                  <a:pt x="997" y="419"/>
                </a:lnTo>
                <a:lnTo>
                  <a:pt x="973" y="419"/>
                </a:lnTo>
                <a:lnTo>
                  <a:pt x="953" y="419"/>
                </a:lnTo>
                <a:lnTo>
                  <a:pt x="924" y="419"/>
                </a:lnTo>
                <a:lnTo>
                  <a:pt x="1226" y="1638"/>
                </a:lnTo>
                <a:lnTo>
                  <a:pt x="1227" y="1635"/>
                </a:lnTo>
                <a:lnTo>
                  <a:pt x="1229" y="1627"/>
                </a:lnTo>
                <a:lnTo>
                  <a:pt x="1234" y="1611"/>
                </a:lnTo>
                <a:lnTo>
                  <a:pt x="1239" y="1591"/>
                </a:lnTo>
                <a:lnTo>
                  <a:pt x="1246" y="1566"/>
                </a:lnTo>
                <a:lnTo>
                  <a:pt x="1255" y="1536"/>
                </a:lnTo>
                <a:lnTo>
                  <a:pt x="1264" y="1502"/>
                </a:lnTo>
                <a:lnTo>
                  <a:pt x="1275" y="1463"/>
                </a:lnTo>
                <a:lnTo>
                  <a:pt x="1286" y="1420"/>
                </a:lnTo>
                <a:lnTo>
                  <a:pt x="1298" y="1374"/>
                </a:lnTo>
                <a:lnTo>
                  <a:pt x="1311" y="1325"/>
                </a:lnTo>
                <a:lnTo>
                  <a:pt x="1325" y="1273"/>
                </a:lnTo>
                <a:lnTo>
                  <a:pt x="1339" y="1219"/>
                </a:lnTo>
                <a:lnTo>
                  <a:pt x="1355" y="1162"/>
                </a:lnTo>
                <a:lnTo>
                  <a:pt x="1371" y="1104"/>
                </a:lnTo>
                <a:lnTo>
                  <a:pt x="1387" y="1044"/>
                </a:lnTo>
                <a:lnTo>
                  <a:pt x="1403" y="984"/>
                </a:lnTo>
                <a:lnTo>
                  <a:pt x="1420" y="922"/>
                </a:lnTo>
                <a:lnTo>
                  <a:pt x="1437" y="860"/>
                </a:lnTo>
                <a:lnTo>
                  <a:pt x="1454" y="797"/>
                </a:lnTo>
                <a:lnTo>
                  <a:pt x="1470" y="734"/>
                </a:lnTo>
                <a:lnTo>
                  <a:pt x="1487" y="673"/>
                </a:lnTo>
                <a:lnTo>
                  <a:pt x="1504" y="611"/>
                </a:lnTo>
                <a:lnTo>
                  <a:pt x="1520" y="551"/>
                </a:lnTo>
                <a:lnTo>
                  <a:pt x="1535" y="492"/>
                </a:lnTo>
                <a:lnTo>
                  <a:pt x="1551" y="436"/>
                </a:lnTo>
                <a:lnTo>
                  <a:pt x="1566" y="380"/>
                </a:lnTo>
                <a:lnTo>
                  <a:pt x="1580" y="328"/>
                </a:lnTo>
                <a:lnTo>
                  <a:pt x="1593" y="278"/>
                </a:lnTo>
                <a:lnTo>
                  <a:pt x="1605" y="231"/>
                </a:lnTo>
                <a:lnTo>
                  <a:pt x="1618" y="188"/>
                </a:lnTo>
                <a:lnTo>
                  <a:pt x="1629" y="149"/>
                </a:lnTo>
                <a:lnTo>
                  <a:pt x="1638" y="112"/>
                </a:lnTo>
                <a:lnTo>
                  <a:pt x="1646" y="81"/>
                </a:lnTo>
                <a:lnTo>
                  <a:pt x="1654" y="55"/>
                </a:lnTo>
                <a:lnTo>
                  <a:pt x="1660" y="33"/>
                </a:lnTo>
                <a:lnTo>
                  <a:pt x="1664" y="16"/>
                </a:lnTo>
                <a:lnTo>
                  <a:pt x="1667" y="6"/>
                </a:lnTo>
                <a:lnTo>
                  <a:pt x="1668" y="0"/>
                </a:lnTo>
                <a:lnTo>
                  <a:pt x="1763" y="0"/>
                </a:lnTo>
                <a:lnTo>
                  <a:pt x="1794" y="0"/>
                </a:lnTo>
                <a:lnTo>
                  <a:pt x="1811" y="0"/>
                </a:lnTo>
                <a:lnTo>
                  <a:pt x="1968" y="0"/>
                </a:lnTo>
                <a:lnTo>
                  <a:pt x="1999" y="0"/>
                </a:lnTo>
                <a:lnTo>
                  <a:pt x="2028" y="0"/>
                </a:lnTo>
                <a:lnTo>
                  <a:pt x="2093" y="0"/>
                </a:lnTo>
                <a:lnTo>
                  <a:pt x="2095" y="6"/>
                </a:lnTo>
                <a:lnTo>
                  <a:pt x="2098" y="16"/>
                </a:lnTo>
                <a:lnTo>
                  <a:pt x="2102" y="33"/>
                </a:lnTo>
                <a:lnTo>
                  <a:pt x="2107" y="55"/>
                </a:lnTo>
                <a:lnTo>
                  <a:pt x="2113" y="81"/>
                </a:lnTo>
                <a:lnTo>
                  <a:pt x="2122" y="113"/>
                </a:lnTo>
                <a:lnTo>
                  <a:pt x="2130" y="149"/>
                </a:lnTo>
                <a:lnTo>
                  <a:pt x="2141" y="188"/>
                </a:lnTo>
                <a:lnTo>
                  <a:pt x="2151" y="231"/>
                </a:lnTo>
                <a:lnTo>
                  <a:pt x="2163" y="278"/>
                </a:lnTo>
                <a:lnTo>
                  <a:pt x="2175" y="328"/>
                </a:lnTo>
                <a:lnTo>
                  <a:pt x="2189" y="380"/>
                </a:lnTo>
                <a:lnTo>
                  <a:pt x="2202" y="436"/>
                </a:lnTo>
                <a:lnTo>
                  <a:pt x="2216" y="492"/>
                </a:lnTo>
                <a:lnTo>
                  <a:pt x="2231" y="552"/>
                </a:lnTo>
                <a:lnTo>
                  <a:pt x="2246" y="611"/>
                </a:lnTo>
                <a:lnTo>
                  <a:pt x="2261" y="673"/>
                </a:lnTo>
                <a:lnTo>
                  <a:pt x="2277" y="734"/>
                </a:lnTo>
                <a:lnTo>
                  <a:pt x="2292" y="797"/>
                </a:lnTo>
                <a:lnTo>
                  <a:pt x="2308" y="860"/>
                </a:lnTo>
                <a:lnTo>
                  <a:pt x="2323" y="922"/>
                </a:lnTo>
                <a:lnTo>
                  <a:pt x="2339" y="984"/>
                </a:lnTo>
                <a:lnTo>
                  <a:pt x="2354" y="1044"/>
                </a:lnTo>
                <a:lnTo>
                  <a:pt x="2369" y="1105"/>
                </a:lnTo>
                <a:lnTo>
                  <a:pt x="2384" y="1162"/>
                </a:lnTo>
                <a:lnTo>
                  <a:pt x="2397" y="1219"/>
                </a:lnTo>
                <a:lnTo>
                  <a:pt x="2411" y="1273"/>
                </a:lnTo>
                <a:lnTo>
                  <a:pt x="2423" y="1325"/>
                </a:lnTo>
                <a:lnTo>
                  <a:pt x="2436" y="1374"/>
                </a:lnTo>
                <a:lnTo>
                  <a:pt x="2447" y="1420"/>
                </a:lnTo>
                <a:lnTo>
                  <a:pt x="2458" y="1463"/>
                </a:lnTo>
                <a:lnTo>
                  <a:pt x="2467" y="1502"/>
                </a:lnTo>
                <a:lnTo>
                  <a:pt x="2477" y="1536"/>
                </a:lnTo>
                <a:lnTo>
                  <a:pt x="2484" y="1565"/>
                </a:lnTo>
                <a:lnTo>
                  <a:pt x="2490" y="1591"/>
                </a:lnTo>
                <a:lnTo>
                  <a:pt x="2496" y="1611"/>
                </a:lnTo>
                <a:lnTo>
                  <a:pt x="2499" y="1627"/>
                </a:lnTo>
                <a:lnTo>
                  <a:pt x="2501" y="1635"/>
                </a:lnTo>
                <a:lnTo>
                  <a:pt x="2502" y="1638"/>
                </a:lnTo>
                <a:lnTo>
                  <a:pt x="2831" y="419"/>
                </a:lnTo>
                <a:lnTo>
                  <a:pt x="2663" y="419"/>
                </a:lnTo>
                <a:lnTo>
                  <a:pt x="2634" y="419"/>
                </a:lnTo>
                <a:lnTo>
                  <a:pt x="2607" y="419"/>
                </a:lnTo>
                <a:lnTo>
                  <a:pt x="2582" y="419"/>
                </a:lnTo>
                <a:lnTo>
                  <a:pt x="2562" y="419"/>
                </a:lnTo>
                <a:lnTo>
                  <a:pt x="2546" y="419"/>
                </a:lnTo>
                <a:lnTo>
                  <a:pt x="2536" y="419"/>
                </a:lnTo>
                <a:lnTo>
                  <a:pt x="2536" y="281"/>
                </a:lnTo>
                <a:lnTo>
                  <a:pt x="2536" y="246"/>
                </a:lnTo>
                <a:lnTo>
                  <a:pt x="2536" y="209"/>
                </a:lnTo>
                <a:lnTo>
                  <a:pt x="2536" y="47"/>
                </a:lnTo>
                <a:lnTo>
                  <a:pt x="2536" y="26"/>
                </a:lnTo>
                <a:lnTo>
                  <a:pt x="2536" y="10"/>
                </a:lnTo>
                <a:lnTo>
                  <a:pt x="2536" y="0"/>
                </a:lnTo>
                <a:lnTo>
                  <a:pt x="3456" y="0"/>
                </a:lnTo>
                <a:lnTo>
                  <a:pt x="3456" y="419"/>
                </a:lnTo>
                <a:lnTo>
                  <a:pt x="3283" y="419"/>
                </a:lnTo>
                <a:lnTo>
                  <a:pt x="3258" y="419"/>
                </a:lnTo>
                <a:lnTo>
                  <a:pt x="3234" y="419"/>
                </a:lnTo>
                <a:lnTo>
                  <a:pt x="3215" y="419"/>
                </a:lnTo>
                <a:lnTo>
                  <a:pt x="3199" y="419"/>
                </a:lnTo>
                <a:lnTo>
                  <a:pt x="3189" y="419"/>
                </a:lnTo>
                <a:lnTo>
                  <a:pt x="3186" y="419"/>
                </a:lnTo>
                <a:lnTo>
                  <a:pt x="3185" y="422"/>
                </a:lnTo>
                <a:lnTo>
                  <a:pt x="3183" y="431"/>
                </a:lnTo>
                <a:lnTo>
                  <a:pt x="3178" y="446"/>
                </a:lnTo>
                <a:lnTo>
                  <a:pt x="3173" y="466"/>
                </a:lnTo>
                <a:lnTo>
                  <a:pt x="3166" y="492"/>
                </a:lnTo>
                <a:lnTo>
                  <a:pt x="3159" y="522"/>
                </a:lnTo>
                <a:lnTo>
                  <a:pt x="3149" y="558"/>
                </a:lnTo>
                <a:lnTo>
                  <a:pt x="3139" y="597"/>
                </a:lnTo>
                <a:lnTo>
                  <a:pt x="3127" y="640"/>
                </a:lnTo>
                <a:lnTo>
                  <a:pt x="3115" y="687"/>
                </a:lnTo>
                <a:lnTo>
                  <a:pt x="3101" y="738"/>
                </a:lnTo>
                <a:lnTo>
                  <a:pt x="3087" y="791"/>
                </a:lnTo>
                <a:lnTo>
                  <a:pt x="3073" y="847"/>
                </a:lnTo>
                <a:lnTo>
                  <a:pt x="3057" y="906"/>
                </a:lnTo>
                <a:lnTo>
                  <a:pt x="3041" y="967"/>
                </a:lnTo>
                <a:lnTo>
                  <a:pt x="3025" y="1029"/>
                </a:lnTo>
                <a:lnTo>
                  <a:pt x="3008" y="1093"/>
                </a:lnTo>
                <a:lnTo>
                  <a:pt x="2990" y="1159"/>
                </a:lnTo>
                <a:lnTo>
                  <a:pt x="2973" y="1225"/>
                </a:lnTo>
                <a:lnTo>
                  <a:pt x="2955" y="1292"/>
                </a:lnTo>
                <a:lnTo>
                  <a:pt x="2938" y="1360"/>
                </a:lnTo>
                <a:lnTo>
                  <a:pt x="2920" y="1427"/>
                </a:lnTo>
                <a:lnTo>
                  <a:pt x="2902" y="1494"/>
                </a:lnTo>
                <a:lnTo>
                  <a:pt x="2884" y="1560"/>
                </a:lnTo>
                <a:lnTo>
                  <a:pt x="2867" y="1626"/>
                </a:lnTo>
                <a:lnTo>
                  <a:pt x="2850" y="1691"/>
                </a:lnTo>
                <a:lnTo>
                  <a:pt x="2833" y="1754"/>
                </a:lnTo>
                <a:lnTo>
                  <a:pt x="2817" y="1815"/>
                </a:lnTo>
                <a:lnTo>
                  <a:pt x="2801" y="1874"/>
                </a:lnTo>
                <a:lnTo>
                  <a:pt x="2787" y="1931"/>
                </a:lnTo>
                <a:lnTo>
                  <a:pt x="2772" y="1985"/>
                </a:lnTo>
                <a:lnTo>
                  <a:pt x="2759" y="2036"/>
                </a:lnTo>
                <a:lnTo>
                  <a:pt x="2746" y="2084"/>
                </a:lnTo>
                <a:lnTo>
                  <a:pt x="2734" y="2128"/>
                </a:lnTo>
                <a:lnTo>
                  <a:pt x="2724" y="2169"/>
                </a:lnTo>
                <a:lnTo>
                  <a:pt x="2715" y="2205"/>
                </a:lnTo>
                <a:lnTo>
                  <a:pt x="2706" y="2237"/>
                </a:lnTo>
                <a:lnTo>
                  <a:pt x="2699" y="2264"/>
                </a:lnTo>
                <a:lnTo>
                  <a:pt x="2693" y="2286"/>
                </a:lnTo>
                <a:lnTo>
                  <a:pt x="2688" y="2302"/>
                </a:lnTo>
                <a:lnTo>
                  <a:pt x="2686" y="2313"/>
                </a:lnTo>
                <a:lnTo>
                  <a:pt x="2684" y="2317"/>
                </a:lnTo>
                <a:lnTo>
                  <a:pt x="2584" y="2317"/>
                </a:lnTo>
                <a:lnTo>
                  <a:pt x="2548" y="2317"/>
                </a:lnTo>
                <a:lnTo>
                  <a:pt x="2525" y="2317"/>
                </a:lnTo>
                <a:lnTo>
                  <a:pt x="2490" y="2317"/>
                </a:lnTo>
                <a:lnTo>
                  <a:pt x="2466" y="2317"/>
                </a:lnTo>
                <a:lnTo>
                  <a:pt x="2422" y="2317"/>
                </a:lnTo>
                <a:lnTo>
                  <a:pt x="2312" y="2317"/>
                </a:lnTo>
                <a:lnTo>
                  <a:pt x="2286" y="2317"/>
                </a:lnTo>
                <a:lnTo>
                  <a:pt x="2242" y="2317"/>
                </a:lnTo>
                <a:lnTo>
                  <a:pt x="2058" y="2317"/>
                </a:lnTo>
                <a:lnTo>
                  <a:pt x="2045" y="2317"/>
                </a:lnTo>
                <a:lnTo>
                  <a:pt x="2032" y="2317"/>
                </a:lnTo>
                <a:lnTo>
                  <a:pt x="2024" y="2317"/>
                </a:lnTo>
                <a:lnTo>
                  <a:pt x="2023" y="2312"/>
                </a:lnTo>
                <a:lnTo>
                  <a:pt x="2020" y="2301"/>
                </a:lnTo>
                <a:lnTo>
                  <a:pt x="2016" y="2285"/>
                </a:lnTo>
                <a:lnTo>
                  <a:pt x="2011" y="2263"/>
                </a:lnTo>
                <a:lnTo>
                  <a:pt x="2003" y="2236"/>
                </a:lnTo>
                <a:lnTo>
                  <a:pt x="1996" y="2205"/>
                </a:lnTo>
                <a:lnTo>
                  <a:pt x="1988" y="2170"/>
                </a:lnTo>
                <a:lnTo>
                  <a:pt x="1977" y="2131"/>
                </a:lnTo>
                <a:lnTo>
                  <a:pt x="1967" y="2089"/>
                </a:lnTo>
                <a:lnTo>
                  <a:pt x="1956" y="2045"/>
                </a:lnTo>
                <a:lnTo>
                  <a:pt x="1944" y="1998"/>
                </a:lnTo>
                <a:lnTo>
                  <a:pt x="1931" y="1948"/>
                </a:lnTo>
                <a:lnTo>
                  <a:pt x="1919" y="1897"/>
                </a:lnTo>
                <a:lnTo>
                  <a:pt x="1906" y="1845"/>
                </a:lnTo>
                <a:lnTo>
                  <a:pt x="1892" y="1792"/>
                </a:lnTo>
                <a:lnTo>
                  <a:pt x="1879" y="1739"/>
                </a:lnTo>
                <a:lnTo>
                  <a:pt x="1865" y="1684"/>
                </a:lnTo>
                <a:lnTo>
                  <a:pt x="1852" y="1631"/>
                </a:lnTo>
                <a:lnTo>
                  <a:pt x="1839" y="1578"/>
                </a:lnTo>
                <a:lnTo>
                  <a:pt x="1825" y="1527"/>
                </a:lnTo>
                <a:lnTo>
                  <a:pt x="1813" y="1476"/>
                </a:lnTo>
                <a:lnTo>
                  <a:pt x="1801" y="1428"/>
                </a:lnTo>
                <a:lnTo>
                  <a:pt x="1790" y="1381"/>
                </a:lnTo>
                <a:lnTo>
                  <a:pt x="1778" y="1337"/>
                </a:lnTo>
                <a:lnTo>
                  <a:pt x="1768" y="1296"/>
                </a:lnTo>
                <a:lnTo>
                  <a:pt x="1758" y="1258"/>
                </a:lnTo>
                <a:lnTo>
                  <a:pt x="1750" y="1225"/>
                </a:lnTo>
                <a:lnTo>
                  <a:pt x="1743" y="1195"/>
                </a:lnTo>
                <a:lnTo>
                  <a:pt x="1736" y="1170"/>
                </a:lnTo>
                <a:lnTo>
                  <a:pt x="1731" y="1150"/>
                </a:lnTo>
                <a:lnTo>
                  <a:pt x="1727" y="1135"/>
                </a:lnTo>
                <a:lnTo>
                  <a:pt x="1725" y="1126"/>
                </a:lnTo>
                <a:lnTo>
                  <a:pt x="1725" y="1123"/>
                </a:lnTo>
                <a:lnTo>
                  <a:pt x="1724" y="1126"/>
                </a:lnTo>
                <a:lnTo>
                  <a:pt x="1722" y="1135"/>
                </a:lnTo>
                <a:lnTo>
                  <a:pt x="1718" y="1150"/>
                </a:lnTo>
                <a:lnTo>
                  <a:pt x="1712" y="1170"/>
                </a:lnTo>
                <a:lnTo>
                  <a:pt x="1705" y="1195"/>
                </a:lnTo>
                <a:lnTo>
                  <a:pt x="1698" y="1225"/>
                </a:lnTo>
                <a:lnTo>
                  <a:pt x="1688" y="1258"/>
                </a:lnTo>
                <a:lnTo>
                  <a:pt x="1679" y="1296"/>
                </a:lnTo>
                <a:lnTo>
                  <a:pt x="1668" y="1337"/>
                </a:lnTo>
                <a:lnTo>
                  <a:pt x="1657" y="1381"/>
                </a:lnTo>
                <a:lnTo>
                  <a:pt x="1644" y="1428"/>
                </a:lnTo>
                <a:lnTo>
                  <a:pt x="1632" y="1476"/>
                </a:lnTo>
                <a:lnTo>
                  <a:pt x="1618" y="1527"/>
                </a:lnTo>
                <a:lnTo>
                  <a:pt x="1604" y="1578"/>
                </a:lnTo>
                <a:lnTo>
                  <a:pt x="1591" y="1631"/>
                </a:lnTo>
                <a:lnTo>
                  <a:pt x="1576" y="1684"/>
                </a:lnTo>
                <a:lnTo>
                  <a:pt x="1561" y="1739"/>
                </a:lnTo>
                <a:lnTo>
                  <a:pt x="1548" y="1792"/>
                </a:lnTo>
                <a:lnTo>
                  <a:pt x="1534" y="1845"/>
                </a:lnTo>
                <a:lnTo>
                  <a:pt x="1520" y="1897"/>
                </a:lnTo>
                <a:lnTo>
                  <a:pt x="1507" y="1948"/>
                </a:lnTo>
                <a:lnTo>
                  <a:pt x="1493" y="1998"/>
                </a:lnTo>
                <a:lnTo>
                  <a:pt x="1481" y="2045"/>
                </a:lnTo>
                <a:lnTo>
                  <a:pt x="1469" y="2089"/>
                </a:lnTo>
                <a:lnTo>
                  <a:pt x="1458" y="2131"/>
                </a:lnTo>
                <a:lnTo>
                  <a:pt x="1448" y="2170"/>
                </a:lnTo>
                <a:lnTo>
                  <a:pt x="1439" y="2205"/>
                </a:lnTo>
                <a:lnTo>
                  <a:pt x="1431" y="2236"/>
                </a:lnTo>
                <a:lnTo>
                  <a:pt x="1423" y="2263"/>
                </a:lnTo>
                <a:lnTo>
                  <a:pt x="1418" y="2285"/>
                </a:lnTo>
                <a:lnTo>
                  <a:pt x="1414" y="2301"/>
                </a:lnTo>
                <a:lnTo>
                  <a:pt x="1411" y="2312"/>
                </a:lnTo>
                <a:lnTo>
                  <a:pt x="1410" y="2317"/>
                </a:lnTo>
                <a:lnTo>
                  <a:pt x="1308" y="2317"/>
                </a:lnTo>
                <a:lnTo>
                  <a:pt x="1272" y="2317"/>
                </a:lnTo>
                <a:lnTo>
                  <a:pt x="1250" y="2317"/>
                </a:lnTo>
                <a:lnTo>
                  <a:pt x="1215" y="2317"/>
                </a:lnTo>
                <a:lnTo>
                  <a:pt x="1191" y="2317"/>
                </a:lnTo>
                <a:lnTo>
                  <a:pt x="1147" y="2317"/>
                </a:lnTo>
                <a:lnTo>
                  <a:pt x="1037" y="2317"/>
                </a:lnTo>
                <a:lnTo>
                  <a:pt x="1012" y="2317"/>
                </a:lnTo>
                <a:lnTo>
                  <a:pt x="968" y="2317"/>
                </a:lnTo>
                <a:lnTo>
                  <a:pt x="782" y="2317"/>
                </a:lnTo>
                <a:lnTo>
                  <a:pt x="771" y="2317"/>
                </a:lnTo>
                <a:lnTo>
                  <a:pt x="756" y="2317"/>
                </a:lnTo>
                <a:lnTo>
                  <a:pt x="749" y="2317"/>
                </a:lnTo>
                <a:lnTo>
                  <a:pt x="748" y="2313"/>
                </a:lnTo>
                <a:lnTo>
                  <a:pt x="745" y="2301"/>
                </a:lnTo>
                <a:lnTo>
                  <a:pt x="740" y="2286"/>
                </a:lnTo>
                <a:lnTo>
                  <a:pt x="735" y="2264"/>
                </a:lnTo>
                <a:lnTo>
                  <a:pt x="729" y="2237"/>
                </a:lnTo>
                <a:lnTo>
                  <a:pt x="721" y="2205"/>
                </a:lnTo>
                <a:lnTo>
                  <a:pt x="711" y="2169"/>
                </a:lnTo>
                <a:lnTo>
                  <a:pt x="702" y="2128"/>
                </a:lnTo>
                <a:lnTo>
                  <a:pt x="690" y="2084"/>
                </a:lnTo>
                <a:lnTo>
                  <a:pt x="679" y="2036"/>
                </a:lnTo>
                <a:lnTo>
                  <a:pt x="665" y="1985"/>
                </a:lnTo>
                <a:lnTo>
                  <a:pt x="651" y="1931"/>
                </a:lnTo>
                <a:lnTo>
                  <a:pt x="638" y="1874"/>
                </a:lnTo>
                <a:lnTo>
                  <a:pt x="623" y="1815"/>
                </a:lnTo>
                <a:lnTo>
                  <a:pt x="607" y="1753"/>
                </a:lnTo>
                <a:lnTo>
                  <a:pt x="592" y="1691"/>
                </a:lnTo>
                <a:lnTo>
                  <a:pt x="576" y="1626"/>
                </a:lnTo>
                <a:lnTo>
                  <a:pt x="559" y="1560"/>
                </a:lnTo>
                <a:lnTo>
                  <a:pt x="542" y="1494"/>
                </a:lnTo>
                <a:lnTo>
                  <a:pt x="526" y="1427"/>
                </a:lnTo>
                <a:lnTo>
                  <a:pt x="509" y="1360"/>
                </a:lnTo>
                <a:lnTo>
                  <a:pt x="492" y="1292"/>
                </a:lnTo>
                <a:lnTo>
                  <a:pt x="474" y="1225"/>
                </a:lnTo>
                <a:lnTo>
                  <a:pt x="459" y="1159"/>
                </a:lnTo>
                <a:lnTo>
                  <a:pt x="442" y="1093"/>
                </a:lnTo>
                <a:lnTo>
                  <a:pt x="426" y="1029"/>
                </a:lnTo>
                <a:lnTo>
                  <a:pt x="411" y="966"/>
                </a:lnTo>
                <a:lnTo>
                  <a:pt x="395" y="906"/>
                </a:lnTo>
                <a:lnTo>
                  <a:pt x="380" y="847"/>
                </a:lnTo>
                <a:lnTo>
                  <a:pt x="367" y="791"/>
                </a:lnTo>
                <a:lnTo>
                  <a:pt x="353" y="738"/>
                </a:lnTo>
                <a:lnTo>
                  <a:pt x="340" y="687"/>
                </a:lnTo>
                <a:lnTo>
                  <a:pt x="328" y="640"/>
                </a:lnTo>
                <a:lnTo>
                  <a:pt x="317" y="597"/>
                </a:lnTo>
                <a:lnTo>
                  <a:pt x="308" y="558"/>
                </a:lnTo>
                <a:lnTo>
                  <a:pt x="298" y="522"/>
                </a:lnTo>
                <a:lnTo>
                  <a:pt x="291" y="492"/>
                </a:lnTo>
                <a:lnTo>
                  <a:pt x="285" y="466"/>
                </a:lnTo>
                <a:lnTo>
                  <a:pt x="280" y="446"/>
                </a:lnTo>
                <a:lnTo>
                  <a:pt x="275" y="431"/>
                </a:lnTo>
                <a:lnTo>
                  <a:pt x="273" y="422"/>
                </a:lnTo>
                <a:lnTo>
                  <a:pt x="272" y="419"/>
                </a:lnTo>
                <a:lnTo>
                  <a:pt x="118" y="419"/>
                </a:lnTo>
                <a:lnTo>
                  <a:pt x="91" y="419"/>
                </a:lnTo>
                <a:lnTo>
                  <a:pt x="66" y="419"/>
                </a:lnTo>
                <a:lnTo>
                  <a:pt x="43" y="419"/>
                </a:lnTo>
                <a:lnTo>
                  <a:pt x="24" y="419"/>
                </a:lnTo>
                <a:lnTo>
                  <a:pt x="9" y="419"/>
                </a:lnTo>
                <a:lnTo>
                  <a:pt x="0" y="419"/>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5" name="Group 4"/>
          <p:cNvGrpSpPr/>
          <p:nvPr userDrawn="1"/>
        </p:nvGrpSpPr>
        <p:grpSpPr>
          <a:xfrm>
            <a:off x="0" y="4913906"/>
            <a:ext cx="9144000" cy="229594"/>
            <a:chOff x="0" y="4913906"/>
            <a:chExt cx="9144000" cy="229594"/>
          </a:xfrm>
        </p:grpSpPr>
        <p:pic>
          <p:nvPicPr>
            <p:cNvPr id="19" name="Picture 350" descr="C:\Users\Sarah\Documents\_SSD_Business\Clients\AKA Design\1388_UW Foster PPT template\Art\RainAngle-purple_CESMAS.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807"/>
            <a:stretch/>
          </p:blipFill>
          <p:spPr bwMode="auto">
            <a:xfrm>
              <a:off x="0" y="4913906"/>
              <a:ext cx="9144000" cy="22959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50" descr="C:\Users\Sarah\Documents\_SSD_Business\Clients\AKA Design\1388_UW Foster PPT template\Art\RainAngle-purple_CESMAS.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807"/>
            <a:stretch/>
          </p:blipFill>
          <p:spPr bwMode="auto">
            <a:xfrm>
              <a:off x="0" y="4913906"/>
              <a:ext cx="9144000" cy="229594"/>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Freeform 8"/>
          <p:cNvSpPr>
            <a:spLocks/>
          </p:cNvSpPr>
          <p:nvPr userDrawn="1"/>
        </p:nvSpPr>
        <p:spPr bwMode="auto">
          <a:xfrm>
            <a:off x="0" y="2715182"/>
            <a:ext cx="4876038" cy="127000"/>
          </a:xfrm>
          <a:custGeom>
            <a:avLst/>
            <a:gdLst/>
            <a:ahLst/>
            <a:cxnLst/>
            <a:rect l="l" t="t" r="r" b="b"/>
            <a:pathLst>
              <a:path w="4876038" h="127000">
                <a:moveTo>
                  <a:pt x="0" y="0"/>
                </a:moveTo>
                <a:lnTo>
                  <a:pt x="1651376" y="0"/>
                </a:lnTo>
                <a:lnTo>
                  <a:pt x="3224662" y="0"/>
                </a:lnTo>
                <a:lnTo>
                  <a:pt x="4876038" y="0"/>
                </a:lnTo>
                <a:lnTo>
                  <a:pt x="4842701" y="127000"/>
                </a:lnTo>
                <a:lnTo>
                  <a:pt x="3191325" y="127000"/>
                </a:lnTo>
                <a:lnTo>
                  <a:pt x="1651376" y="127000"/>
                </a:lnTo>
                <a:lnTo>
                  <a:pt x="0" y="127000"/>
                </a:ln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solidFill>
                <a:schemeClr val="lt1"/>
              </a:solidFill>
              <a:latin typeface="+mn-lt"/>
              <a:cs typeface="+mn-cs"/>
            </a:endParaRPr>
          </a:p>
        </p:txBody>
      </p:sp>
      <p:pic>
        <p:nvPicPr>
          <p:cNvPr id="16" name="Picture 15"/>
          <p:cNvPicPr>
            <a:picLocks noChangeAspect="1"/>
          </p:cNvPicPr>
          <p:nvPr userDrawn="1"/>
        </p:nvPicPr>
        <p:blipFill>
          <a:blip r:embed="rId3"/>
          <a:stretch>
            <a:fillRect/>
          </a:stretch>
        </p:blipFill>
        <p:spPr>
          <a:xfrm>
            <a:off x="315569" y="404086"/>
            <a:ext cx="2240279" cy="640080"/>
          </a:xfrm>
          <a:prstGeom prst="rect">
            <a:avLst/>
          </a:prstGeom>
        </p:spPr>
      </p:pic>
    </p:spTree>
    <p:extLst>
      <p:ext uri="{BB962C8B-B14F-4D97-AF65-F5344CB8AC3E}">
        <p14:creationId xmlns:p14="http://schemas.microsoft.com/office/powerpoint/2010/main" val="2114452014"/>
      </p:ext>
    </p:extLst>
  </p:cSld>
  <p:clrMapOvr>
    <a:masterClrMapping/>
  </p:clrMapOvr>
  <p:extLst>
    <p:ext uri="{DCECCB84-F9BA-43D5-87BE-67443E8EF086}">
      <p15:sldGuideLst xmlns:p15="http://schemas.microsoft.com/office/powerpoint/2012/main">
        <p15:guide id="1" pos="2880" userDrawn="1">
          <p15:clr>
            <a:srgbClr val="FBAE40"/>
          </p15:clr>
        </p15:guide>
        <p15:guide id="2" pos="5568" userDrawn="1">
          <p15:clr>
            <a:srgbClr val="FBAE40"/>
          </p15:clr>
        </p15:guide>
        <p15:guide id="3" pos="32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Section header_purple">
    <p:bg>
      <p:bgPr>
        <a:solidFill>
          <a:schemeClr val="tx2"/>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61951" y="3035188"/>
            <a:ext cx="7762875" cy="530915"/>
          </a:xfrm>
          <a:prstGeom prst="rect">
            <a:avLst/>
          </a:prstGeom>
        </p:spPr>
        <p:txBody>
          <a:bodyPr anchor="t" anchorCtr="0"/>
          <a:lstStyle>
            <a:lvl1pPr marL="0" indent="0" algn="l">
              <a:spcBef>
                <a:spcPts val="0"/>
              </a:spcBef>
              <a:spcAft>
                <a:spcPts val="300"/>
              </a:spcAft>
              <a:buNone/>
              <a:defRPr sz="2850" b="0">
                <a:solidFill>
                  <a:schemeClr val="bg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name</a:t>
            </a:r>
          </a:p>
        </p:txBody>
      </p:sp>
      <p:sp>
        <p:nvSpPr>
          <p:cNvPr id="7" name="Title 1"/>
          <p:cNvSpPr>
            <a:spLocks noGrp="1"/>
          </p:cNvSpPr>
          <p:nvPr>
            <p:ph type="title" hasCustomPrompt="1"/>
          </p:nvPr>
        </p:nvSpPr>
        <p:spPr>
          <a:xfrm>
            <a:off x="361951" y="1568359"/>
            <a:ext cx="7743825" cy="1118255"/>
          </a:xfrm>
          <a:prstGeom prst="rect">
            <a:avLst/>
          </a:prstGeom>
        </p:spPr>
        <p:txBody>
          <a:bodyPr anchor="t" anchorCtr="0"/>
          <a:lstStyle>
            <a:lvl1pPr algn="l">
              <a:lnSpc>
                <a:spcPts val="4000"/>
              </a:lnSpc>
              <a:spcBef>
                <a:spcPts val="0"/>
              </a:spcBef>
              <a:defRPr sz="3800" b="0" cap="all" spc="-30" baseline="0">
                <a:solidFill>
                  <a:schemeClr val="bg2"/>
                </a:solidFill>
                <a:latin typeface="Arial Black" panose="020B0A04020102020204" pitchFamily="34" charset="0"/>
              </a:defRPr>
            </a:lvl1pPr>
          </a:lstStyle>
          <a:p>
            <a:r>
              <a:rPr lang="en-US"/>
              <a:t>This Click to edit master title style</a:t>
            </a:r>
          </a:p>
        </p:txBody>
      </p:sp>
      <p:sp>
        <p:nvSpPr>
          <p:cNvPr id="11" name="Freeform 8"/>
          <p:cNvSpPr>
            <a:spLocks/>
          </p:cNvSpPr>
          <p:nvPr userDrawn="1"/>
        </p:nvSpPr>
        <p:spPr bwMode="auto">
          <a:xfrm>
            <a:off x="-2866" y="2715182"/>
            <a:ext cx="2560320" cy="127000"/>
          </a:xfrm>
          <a:custGeom>
            <a:avLst/>
            <a:gdLst/>
            <a:ahLst/>
            <a:cxnLst/>
            <a:rect l="l" t="t" r="r" b="b"/>
            <a:pathLst>
              <a:path w="3224662" h="127000">
                <a:moveTo>
                  <a:pt x="0" y="0"/>
                </a:moveTo>
                <a:lnTo>
                  <a:pt x="3224662" y="0"/>
                </a:lnTo>
                <a:lnTo>
                  <a:pt x="3191325" y="127000"/>
                </a:lnTo>
                <a:lnTo>
                  <a:pt x="0" y="12700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solidFill>
                <a:schemeClr val="lt1"/>
              </a:solidFill>
              <a:latin typeface="+mn-lt"/>
              <a:cs typeface="+mn-cs"/>
            </a:endParaRPr>
          </a:p>
        </p:txBody>
      </p:sp>
      <p:pic>
        <p:nvPicPr>
          <p:cNvPr id="12" name="Picture 11"/>
          <p:cNvPicPr>
            <a:picLocks noChangeAspect="1"/>
          </p:cNvPicPr>
          <p:nvPr userDrawn="1"/>
        </p:nvPicPr>
        <p:blipFill>
          <a:blip r:embed="rId2"/>
          <a:stretch>
            <a:fillRect/>
          </a:stretch>
        </p:blipFill>
        <p:spPr>
          <a:xfrm>
            <a:off x="7086600" y="4448832"/>
            <a:ext cx="1920239" cy="548640"/>
          </a:xfrm>
          <a:prstGeom prst="rect">
            <a:avLst/>
          </a:prstGeom>
        </p:spPr>
      </p:pic>
    </p:spTree>
    <p:extLst>
      <p:ext uri="{BB962C8B-B14F-4D97-AF65-F5344CB8AC3E}">
        <p14:creationId xmlns:p14="http://schemas.microsoft.com/office/powerpoint/2010/main" val="2133832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1950" y="332845"/>
            <a:ext cx="8305800" cy="769441"/>
          </a:xfrm>
          <a:prstGeom prst="rect">
            <a:avLst/>
          </a:prstGeom>
        </p:spPr>
        <p:txBody>
          <a:bodyPr vert="horz" wrap="square" lIns="91440" tIns="45720" rIns="91440" bIns="45720" rtlCol="0" anchor="t" anchorCtr="0">
            <a:spAutoFit/>
          </a:bodyPr>
          <a:lstStyle>
            <a:lvl1pPr>
              <a:defRPr lang="en-US" sz="4400" dirty="0"/>
            </a:lvl1pPr>
          </a:lstStyle>
          <a:p>
            <a:pPr lvl="0"/>
            <a:r>
              <a:rPr lang="en-US"/>
              <a:t>Click to edit Master title style</a:t>
            </a:r>
          </a:p>
        </p:txBody>
      </p:sp>
      <p:sp>
        <p:nvSpPr>
          <p:cNvPr id="3" name="Content Placeholder 2"/>
          <p:cNvSpPr>
            <a:spLocks noGrp="1"/>
          </p:cNvSpPr>
          <p:nvPr>
            <p:ph idx="1"/>
          </p:nvPr>
        </p:nvSpPr>
        <p:spPr>
          <a:xfrm>
            <a:off x="361950" y="1000125"/>
            <a:ext cx="8229600" cy="1577355"/>
          </a:xfrm>
          <a:prstGeom prst="rect">
            <a:avLst/>
          </a:prstGeom>
        </p:spPr>
        <p:txBody>
          <a:bodyPr vert="horz" wrap="square" lIns="137160" tIns="45720" rIns="91440" bIns="45720" rtlCol="0">
            <a:spAutoFit/>
          </a:bodyPr>
          <a:lstStyle>
            <a:lvl1pPr>
              <a:defRPr lang="en-US" sz="3200" dirty="0" smtClean="0"/>
            </a:lvl1pPr>
            <a:lvl2pPr>
              <a:defRPr lang="en-US" dirty="0" smtClean="0"/>
            </a:lvl2pPr>
            <a:lvl3pPr>
              <a:defRPr lang="en-US" dirty="0" smtClean="0"/>
            </a:lvl3pPr>
            <a:lvl4pPr>
              <a:defRPr lang="en-US" dirty="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Bullet">
    <p:spTree>
      <p:nvGrpSpPr>
        <p:cNvPr id="1" name=""/>
        <p:cNvGrpSpPr/>
        <p:nvPr/>
      </p:nvGrpSpPr>
      <p:grpSpPr>
        <a:xfrm>
          <a:off x="0" y="0"/>
          <a:ext cx="0" cy="0"/>
          <a:chOff x="0" y="0"/>
          <a:chExt cx="0" cy="0"/>
        </a:xfrm>
      </p:grpSpPr>
      <p:sp>
        <p:nvSpPr>
          <p:cNvPr id="2" name="Title 1"/>
          <p:cNvSpPr>
            <a:spLocks noGrp="1"/>
          </p:cNvSpPr>
          <p:nvPr>
            <p:ph type="title"/>
          </p:nvPr>
        </p:nvSpPr>
        <p:spPr>
          <a:xfrm>
            <a:off x="361950" y="332845"/>
            <a:ext cx="8305800" cy="769441"/>
          </a:xfrm>
          <a:prstGeom prst="rect">
            <a:avLst/>
          </a:prstGeom>
        </p:spPr>
        <p:txBody>
          <a:bodyPr vert="horz" wrap="square" lIns="91440" tIns="45720" rIns="91440" bIns="45720" rtlCol="0" anchor="t" anchorCtr="0">
            <a:spAutoFit/>
          </a:bodyPr>
          <a:lstStyle>
            <a:lvl1pPr>
              <a:defRPr lang="en-US" sz="4400" dirty="0"/>
            </a:lvl1pPr>
          </a:lstStyle>
          <a:p>
            <a:pPr lvl="0"/>
            <a:r>
              <a:rPr lang="en-US"/>
              <a:t>Click to edit Master title style</a:t>
            </a:r>
          </a:p>
        </p:txBody>
      </p:sp>
      <p:sp>
        <p:nvSpPr>
          <p:cNvPr id="3" name="Content Placeholder 2"/>
          <p:cNvSpPr>
            <a:spLocks noGrp="1"/>
          </p:cNvSpPr>
          <p:nvPr>
            <p:ph idx="1"/>
          </p:nvPr>
        </p:nvSpPr>
        <p:spPr>
          <a:xfrm>
            <a:off x="361950" y="1000125"/>
            <a:ext cx="8229600" cy="1577355"/>
          </a:xfrm>
          <a:prstGeom prst="rect">
            <a:avLst/>
          </a:prstGeom>
        </p:spPr>
        <p:txBody>
          <a:bodyPr vert="horz" wrap="square" lIns="137160" tIns="45720" rIns="91440" bIns="45720" rtlCol="0">
            <a:spAutoFit/>
          </a:bodyPr>
          <a:lstStyle>
            <a:lvl1pPr marL="344488" indent="-344488">
              <a:buFont typeface="Arial" panose="020B0604020202020204" pitchFamily="34" charset="0"/>
              <a:buChar char="•"/>
              <a:defRPr lang="en-US" sz="3200" dirty="0" smtClean="0"/>
            </a:lvl1pPr>
            <a:lvl2pPr>
              <a:defRPr lang="en-US" dirty="0" smtClean="0"/>
            </a:lvl2pPr>
            <a:lvl3pPr>
              <a:defRPr lang="en-US" dirty="0" smtClean="0"/>
            </a:lvl3pPr>
            <a:lvl4pPr>
              <a:defRPr lang="en-US" dirty="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67452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Bullet">
    <p:spTree>
      <p:nvGrpSpPr>
        <p:cNvPr id="1" name=""/>
        <p:cNvGrpSpPr/>
        <p:nvPr/>
      </p:nvGrpSpPr>
      <p:grpSpPr>
        <a:xfrm>
          <a:off x="0" y="0"/>
          <a:ext cx="0" cy="0"/>
          <a:chOff x="0" y="0"/>
          <a:chExt cx="0" cy="0"/>
        </a:xfrm>
      </p:grpSpPr>
      <p:sp>
        <p:nvSpPr>
          <p:cNvPr id="2" name="Title 1"/>
          <p:cNvSpPr>
            <a:spLocks noGrp="1"/>
          </p:cNvSpPr>
          <p:nvPr>
            <p:ph type="title"/>
          </p:nvPr>
        </p:nvSpPr>
        <p:spPr>
          <a:xfrm>
            <a:off x="361950" y="332845"/>
            <a:ext cx="8305800" cy="769441"/>
          </a:xfrm>
          <a:prstGeom prst="rect">
            <a:avLst/>
          </a:prstGeom>
        </p:spPr>
        <p:txBody>
          <a:bodyPr vert="horz" wrap="square" lIns="91440" tIns="45720" rIns="91440" bIns="45720" rtlCol="0" anchor="t" anchorCtr="0">
            <a:spAutoFit/>
          </a:bodyPr>
          <a:lstStyle>
            <a:lvl1pPr>
              <a:defRPr lang="en-US" sz="4400" dirty="0"/>
            </a:lvl1pPr>
          </a:lstStyle>
          <a:p>
            <a:pPr lvl="0"/>
            <a:r>
              <a:rPr lang="en-US"/>
              <a:t>Click to edit Master title style</a:t>
            </a:r>
          </a:p>
        </p:txBody>
      </p:sp>
      <p:sp>
        <p:nvSpPr>
          <p:cNvPr id="3" name="Content Placeholder 2"/>
          <p:cNvSpPr>
            <a:spLocks noGrp="1"/>
          </p:cNvSpPr>
          <p:nvPr>
            <p:ph idx="1"/>
          </p:nvPr>
        </p:nvSpPr>
        <p:spPr>
          <a:xfrm>
            <a:off x="361950" y="1000125"/>
            <a:ext cx="8229600" cy="1577355"/>
          </a:xfrm>
          <a:prstGeom prst="rect">
            <a:avLst/>
          </a:prstGeom>
        </p:spPr>
        <p:txBody>
          <a:bodyPr vert="horz" wrap="square" lIns="137160" tIns="45720" rIns="91440" bIns="45720" rtlCol="0">
            <a:spAutoFit/>
          </a:bodyPr>
          <a:lstStyle>
            <a:lvl1pPr marL="344488" indent="-344488">
              <a:buFont typeface="Arial" panose="020B0604020202020204" pitchFamily="34" charset="0"/>
              <a:buChar char="•"/>
              <a:defRPr lang="en-US" sz="3200" dirty="0" smtClean="0"/>
            </a:lvl1pPr>
            <a:lvl2pPr>
              <a:defRPr lang="en-US" dirty="0" smtClean="0"/>
            </a:lvl2pPr>
            <a:lvl3pPr>
              <a:defRPr lang="en-US" dirty="0" smtClean="0"/>
            </a:lvl3pPr>
            <a:lvl4pPr>
              <a:defRPr lang="en-US" dirty="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1528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484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hank You_purpl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696" y="2021613"/>
            <a:ext cx="8170606" cy="1446550"/>
          </a:xfrm>
        </p:spPr>
        <p:txBody>
          <a:bodyPr/>
          <a:lstStyle>
            <a:lvl1pPr algn="ctr">
              <a:defRPr sz="4400" b="0" baseline="0">
                <a:solidFill>
                  <a:schemeClr val="bg2"/>
                </a:solidFill>
                <a:latin typeface="Arial Black" panose="020B0A04020102020204" pitchFamily="34" charset="0"/>
              </a:defRPr>
            </a:lvl1pPr>
          </a:lstStyle>
          <a:p>
            <a:r>
              <a:rPr lang="en-US"/>
              <a:t>Click to edit Master title style</a:t>
            </a:r>
          </a:p>
        </p:txBody>
      </p:sp>
      <p:pic>
        <p:nvPicPr>
          <p:cNvPr id="9" name="Picture 8"/>
          <p:cNvPicPr>
            <a:picLocks noChangeAspect="1"/>
          </p:cNvPicPr>
          <p:nvPr userDrawn="1"/>
        </p:nvPicPr>
        <p:blipFill>
          <a:blip r:embed="rId2"/>
          <a:stretch>
            <a:fillRect/>
          </a:stretch>
        </p:blipFill>
        <p:spPr>
          <a:xfrm>
            <a:off x="7080068" y="4429237"/>
            <a:ext cx="1920238" cy="548640"/>
          </a:xfrm>
          <a:prstGeom prst="rect">
            <a:avLst/>
          </a:prstGeom>
        </p:spPr>
      </p:pic>
    </p:spTree>
    <p:extLst>
      <p:ext uri="{BB962C8B-B14F-4D97-AF65-F5344CB8AC3E}">
        <p14:creationId xmlns:p14="http://schemas.microsoft.com/office/powerpoint/2010/main" val="3168846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61950" y="337418"/>
            <a:ext cx="8170606" cy="584775"/>
          </a:xfrm>
          <a:prstGeom prst="rect">
            <a:avLst/>
          </a:prstGeom>
        </p:spPr>
        <p:txBody>
          <a:bodyPr vert="horz" wrap="square" lIns="91440" tIns="45720" rIns="91440" bIns="45720" rtlCol="0" anchor="t" anchorCtr="0">
            <a:spAutoFit/>
          </a:bodyPr>
          <a:lstStyle/>
          <a:p>
            <a:r>
              <a:rPr lang="en-US"/>
              <a:t>Click to edit Master title style</a:t>
            </a:r>
          </a:p>
        </p:txBody>
      </p:sp>
      <p:sp>
        <p:nvSpPr>
          <p:cNvPr id="6" name="Text Placeholder 5"/>
          <p:cNvSpPr>
            <a:spLocks noGrp="1"/>
          </p:cNvSpPr>
          <p:nvPr>
            <p:ph type="body" idx="1"/>
          </p:nvPr>
        </p:nvSpPr>
        <p:spPr>
          <a:xfrm>
            <a:off x="361950" y="1003394"/>
            <a:ext cx="8170606" cy="1744067"/>
          </a:xfrm>
          <a:prstGeom prst="rect">
            <a:avLst/>
          </a:prstGeom>
        </p:spPr>
        <p:txBody>
          <a:bodyPr vert="horz" wrap="square" lIns="13716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p:cNvPicPr>
            <a:picLocks noChangeAspect="1"/>
          </p:cNvPicPr>
          <p:nvPr userDrawn="1"/>
        </p:nvPicPr>
        <p:blipFill>
          <a:blip r:embed="rId10"/>
          <a:stretch>
            <a:fillRect/>
          </a:stretch>
        </p:blipFill>
        <p:spPr>
          <a:xfrm>
            <a:off x="7443417" y="4569498"/>
            <a:ext cx="1440179" cy="41148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68" r:id="rId2"/>
    <p:sldLayoutId id="2147483650" r:id="rId3"/>
    <p:sldLayoutId id="2147483671" r:id="rId4"/>
    <p:sldLayoutId id="2147483672" r:id="rId5"/>
    <p:sldLayoutId id="2147483653" r:id="rId6"/>
    <p:sldLayoutId id="2147483670" r:id="rId7"/>
    <p:sldLayoutId id="2147483662" r:id="rId8"/>
  </p:sldLayoutIdLst>
  <p:hf hdr="0" ftr="0" dt="0"/>
  <p:txStyles>
    <p:titleStyle>
      <a:lvl1pPr algn="l" defTabSz="457200" rtl="0" fontAlgn="base">
        <a:spcBef>
          <a:spcPct val="0"/>
        </a:spcBef>
        <a:spcAft>
          <a:spcPct val="0"/>
        </a:spcAft>
        <a:defRPr sz="3200" b="1" kern="1200">
          <a:solidFill>
            <a:schemeClr val="tx2"/>
          </a:solidFill>
          <a:latin typeface="+mj-lt"/>
          <a:ea typeface="+mj-ea"/>
          <a:cs typeface="Arial" panose="020B0604020202020204" pitchFamily="34" charset="0"/>
        </a:defRPr>
      </a:lvl1pPr>
      <a:lvl2pPr algn="ctr" defTabSz="457200" rtl="0" fontAlgn="base">
        <a:spcBef>
          <a:spcPct val="0"/>
        </a:spcBef>
        <a:spcAft>
          <a:spcPct val="0"/>
        </a:spcAft>
        <a:defRPr sz="4400">
          <a:solidFill>
            <a:schemeClr val="tx1"/>
          </a:solidFill>
          <a:latin typeface="Calibri" pitchFamily="34" charset="0"/>
        </a:defRPr>
      </a:lvl2pPr>
      <a:lvl3pPr algn="ctr" defTabSz="457200" rtl="0" fontAlgn="base">
        <a:spcBef>
          <a:spcPct val="0"/>
        </a:spcBef>
        <a:spcAft>
          <a:spcPct val="0"/>
        </a:spcAft>
        <a:defRPr sz="4400">
          <a:solidFill>
            <a:schemeClr val="tx1"/>
          </a:solidFill>
          <a:latin typeface="Calibri" pitchFamily="34" charset="0"/>
        </a:defRPr>
      </a:lvl3pPr>
      <a:lvl4pPr algn="ctr" defTabSz="457200" rtl="0" fontAlgn="base">
        <a:spcBef>
          <a:spcPct val="0"/>
        </a:spcBef>
        <a:spcAft>
          <a:spcPct val="0"/>
        </a:spcAft>
        <a:defRPr sz="4400">
          <a:solidFill>
            <a:schemeClr val="tx1"/>
          </a:solidFill>
          <a:latin typeface="Calibri" pitchFamily="34" charset="0"/>
        </a:defRPr>
      </a:lvl4pPr>
      <a:lvl5pPr algn="ctr" defTabSz="457200" rtl="0" fontAlgn="base">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0" indent="0" algn="l" defTabSz="457200" rtl="0" fontAlgn="base">
        <a:spcBef>
          <a:spcPts val="0"/>
        </a:spcBef>
        <a:spcAft>
          <a:spcPts val="100"/>
        </a:spcAft>
        <a:buFont typeface="Arial" charset="0"/>
        <a:buNone/>
        <a:defRPr sz="2200" kern="1200">
          <a:solidFill>
            <a:schemeClr val="tx1"/>
          </a:solidFill>
          <a:latin typeface="+mn-lt"/>
          <a:ea typeface="Open Sans" panose="020B0606030504020204" pitchFamily="34" charset="0"/>
          <a:cs typeface="Open Sans" panose="020B0606030504020204" pitchFamily="34" charset="0"/>
        </a:defRPr>
      </a:lvl1pPr>
      <a:lvl2pPr marL="569913" indent="-228600" algn="l" defTabSz="457200" rtl="0" fontAlgn="base">
        <a:spcBef>
          <a:spcPts val="0"/>
        </a:spcBef>
        <a:spcAft>
          <a:spcPts val="100"/>
        </a:spcAft>
        <a:buFont typeface="Arial" panose="020B0604020202020204" pitchFamily="34" charset="0"/>
        <a:buChar char="•"/>
        <a:defRPr sz="2200" kern="1200">
          <a:solidFill>
            <a:schemeClr val="tx1"/>
          </a:solidFill>
          <a:latin typeface="+mn-lt"/>
          <a:ea typeface="Open Sans" panose="020B0606030504020204" pitchFamily="34" charset="0"/>
          <a:cs typeface="Open Sans" panose="020B0606030504020204" pitchFamily="34" charset="0"/>
        </a:defRPr>
      </a:lvl2pPr>
      <a:lvl3pPr marL="801688" indent="-227013" algn="l" defTabSz="457200" rtl="0" fontAlgn="base">
        <a:spcBef>
          <a:spcPts val="0"/>
        </a:spcBef>
        <a:spcAft>
          <a:spcPts val="100"/>
        </a:spcAft>
        <a:buFont typeface="Arial" charset="0"/>
        <a:buChar char="•"/>
        <a:defRPr sz="2000" kern="1200">
          <a:solidFill>
            <a:schemeClr val="tx1"/>
          </a:solidFill>
          <a:latin typeface="+mn-lt"/>
          <a:ea typeface="Open Sans" panose="020B0606030504020204" pitchFamily="34" charset="0"/>
          <a:cs typeface="Open Sans" panose="020B0606030504020204" pitchFamily="34" charset="0"/>
        </a:defRPr>
      </a:lvl3pPr>
      <a:lvl4pPr marL="1027113" indent="-220663" algn="l" defTabSz="457200" rtl="0" fontAlgn="base">
        <a:spcBef>
          <a:spcPts val="0"/>
        </a:spcBef>
        <a:spcAft>
          <a:spcPts val="100"/>
        </a:spcAft>
        <a:buFont typeface="Arial" panose="020B0604020202020204" pitchFamily="34" charset="0"/>
        <a:buChar char="•"/>
        <a:defRPr sz="2000" kern="1200">
          <a:solidFill>
            <a:schemeClr val="tx1"/>
          </a:solidFill>
          <a:latin typeface="+mn-lt"/>
          <a:ea typeface="Open Sans" panose="020B0606030504020204" pitchFamily="34" charset="0"/>
          <a:cs typeface="Open Sans" panose="020B0606030504020204" pitchFamily="34" charset="0"/>
        </a:defRPr>
      </a:lvl4pPr>
      <a:lvl5pPr marL="1258888" indent="-239713" algn="l" defTabSz="457200" rtl="0" fontAlgn="base">
        <a:spcBef>
          <a:spcPts val="0"/>
        </a:spcBef>
        <a:spcAft>
          <a:spcPts val="100"/>
        </a:spcAft>
        <a:buFont typeface="Arial" panose="020B0604020202020204" pitchFamily="34" charset="0"/>
        <a:buChar char="•"/>
        <a:defRPr sz="2000" kern="1200">
          <a:solidFill>
            <a:schemeClr val="tx1"/>
          </a:solidFill>
          <a:latin typeface="+mn-lt"/>
          <a:ea typeface="Open Sans" panose="020B0606030504020204" pitchFamily="34" charset="0"/>
          <a:cs typeface="Open Sans" panose="020B0606030504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288" userDrawn="1">
          <p15:clr>
            <a:srgbClr val="F26B43"/>
          </p15:clr>
        </p15:guide>
        <p15:guide id="4" orient="horz" pos="279" userDrawn="1">
          <p15:clr>
            <a:srgbClr val="F26B43"/>
          </p15:clr>
        </p15:guide>
        <p15:guide id="5" orient="horz" pos="840" userDrawn="1">
          <p15:clr>
            <a:srgbClr val="F26B43"/>
          </p15:clr>
        </p15:guide>
        <p15:guide id="6" pos="542" userDrawn="1">
          <p15:clr>
            <a:srgbClr val="F26B43"/>
          </p15:clr>
        </p15:guide>
        <p15:guide id="7" pos="556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forms.office.com/r/mTpgsZX5hu"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eyarc.site/cyber/index.html"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1951" y="2048798"/>
            <a:ext cx="7743825" cy="642868"/>
          </a:xfrm>
        </p:spPr>
        <p:txBody>
          <a:bodyPr/>
          <a:lstStyle/>
          <a:p>
            <a:r>
              <a:rPr lang="en-US" sz="3200" dirty="0"/>
              <a:t>Cases in Cybersecurity 2</a:t>
            </a:r>
            <a:endParaRPr lang="en-US" sz="4800" dirty="0"/>
          </a:p>
        </p:txBody>
      </p:sp>
      <p:sp>
        <p:nvSpPr>
          <p:cNvPr id="9" name="Subtitle 8">
            <a:extLst>
              <a:ext uri="{FF2B5EF4-FFF2-40B4-BE49-F238E27FC236}">
                <a16:creationId xmlns:a16="http://schemas.microsoft.com/office/drawing/2014/main" id="{B2773AAD-913F-4F7D-B76C-297F2718F473}"/>
              </a:ext>
            </a:extLst>
          </p:cNvPr>
          <p:cNvSpPr>
            <a:spLocks noGrp="1"/>
          </p:cNvSpPr>
          <p:nvPr>
            <p:ph type="subTitle" idx="1"/>
          </p:nvPr>
        </p:nvSpPr>
        <p:spPr>
          <a:xfrm>
            <a:off x="361951" y="3014332"/>
            <a:ext cx="7762875" cy="992579"/>
          </a:xfrm>
        </p:spPr>
        <p:txBody>
          <a:bodyPr/>
          <a:lstStyle/>
          <a:p>
            <a:r>
              <a:rPr lang="en-US" sz="2800" dirty="0"/>
              <a:t>Advanced Cases in Assurance Services (ACCTG 521)</a:t>
            </a:r>
          </a:p>
          <a:p>
            <a:r>
              <a:rPr lang="en-US" sz="2800" dirty="0"/>
              <a:t>Class 17 | MPAcc class of 2026</a:t>
            </a:r>
          </a:p>
        </p:txBody>
      </p:sp>
    </p:spTree>
    <p:extLst>
      <p:ext uri="{BB962C8B-B14F-4D97-AF65-F5344CB8AC3E}">
        <p14:creationId xmlns:p14="http://schemas.microsoft.com/office/powerpoint/2010/main" val="38428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808D3-2E7B-4761-93EE-64ED2D0E74D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8C51732E-A723-4580-A147-73CBB5BF3D05}"/>
              </a:ext>
            </a:extLst>
          </p:cNvPr>
          <p:cNvSpPr>
            <a:spLocks noGrp="1"/>
          </p:cNvSpPr>
          <p:nvPr>
            <p:ph idx="1"/>
          </p:nvPr>
        </p:nvSpPr>
        <p:spPr>
          <a:xfrm>
            <a:off x="361950" y="1000125"/>
            <a:ext cx="8229600" cy="1946687"/>
          </a:xfrm>
        </p:spPr>
        <p:txBody>
          <a:bodyPr vert="horz" wrap="square" lIns="137160" tIns="45720" rIns="91440" bIns="45720" rtlCol="0" anchor="t">
            <a:spAutoFit/>
          </a:bodyPr>
          <a:lstStyle/>
          <a:p>
            <a:pPr marL="457200" indent="-457200"/>
            <a:r>
              <a:rPr lang="en-US" b="1" dirty="0">
                <a:solidFill>
                  <a:schemeClr val="tx2"/>
                </a:solidFill>
              </a:rPr>
              <a:t>Review and look ahead (workshop classes)</a:t>
            </a:r>
          </a:p>
          <a:p>
            <a:pPr marL="457200" indent="-457200"/>
            <a:r>
              <a:rPr lang="en-US" dirty="0"/>
              <a:t>Deliverable</a:t>
            </a:r>
          </a:p>
          <a:p>
            <a:pPr marL="457200" indent="-457200"/>
            <a:r>
              <a:rPr lang="en-US" dirty="0"/>
              <a:t>Lab: </a:t>
            </a:r>
          </a:p>
          <a:p>
            <a:pPr marL="1027113" lvl="1" indent="-457200"/>
            <a:r>
              <a:rPr lang="en-US" dirty="0"/>
              <a:t>Escape the Digital Dungeon Case</a:t>
            </a:r>
          </a:p>
        </p:txBody>
      </p:sp>
    </p:spTree>
    <p:extLst>
      <p:ext uri="{BB962C8B-B14F-4D97-AF65-F5344CB8AC3E}">
        <p14:creationId xmlns:p14="http://schemas.microsoft.com/office/powerpoint/2010/main" val="355178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DDE70-438E-4700-8215-92CE521DC58C}"/>
              </a:ext>
            </a:extLst>
          </p:cNvPr>
          <p:cNvSpPr>
            <a:spLocks noGrp="1"/>
          </p:cNvSpPr>
          <p:nvPr>
            <p:ph type="title"/>
          </p:nvPr>
        </p:nvSpPr>
        <p:spPr>
          <a:xfrm>
            <a:off x="748393" y="2074664"/>
            <a:ext cx="7886700" cy="769441"/>
          </a:xfrm>
        </p:spPr>
        <p:txBody>
          <a:bodyPr/>
          <a:lstStyle/>
          <a:p>
            <a:r>
              <a:rPr lang="en-US" dirty="0"/>
              <a:t>Review</a:t>
            </a:r>
          </a:p>
        </p:txBody>
      </p:sp>
    </p:spTree>
    <p:extLst>
      <p:ext uri="{BB962C8B-B14F-4D97-AF65-F5344CB8AC3E}">
        <p14:creationId xmlns:p14="http://schemas.microsoft.com/office/powerpoint/2010/main" val="3035241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diagram of a company's financial reporting system&#10;&#10;Description automatically generated">
            <a:extLst>
              <a:ext uri="{FF2B5EF4-FFF2-40B4-BE49-F238E27FC236}">
                <a16:creationId xmlns:a16="http://schemas.microsoft.com/office/drawing/2014/main" id="{F0C46C95-7A85-C804-919C-5A0AA3875A28}"/>
              </a:ext>
            </a:extLst>
          </p:cNvPr>
          <p:cNvPicPr>
            <a:picLocks noChangeAspect="1"/>
          </p:cNvPicPr>
          <p:nvPr/>
        </p:nvPicPr>
        <p:blipFill>
          <a:blip r:embed="rId3"/>
          <a:stretch>
            <a:fillRect/>
          </a:stretch>
        </p:blipFill>
        <p:spPr>
          <a:xfrm>
            <a:off x="1817264" y="0"/>
            <a:ext cx="5509472" cy="3616308"/>
          </a:xfrm>
          <a:prstGeom prst="rect">
            <a:avLst/>
          </a:prstGeom>
        </p:spPr>
      </p:pic>
      <p:sp>
        <p:nvSpPr>
          <p:cNvPr id="19" name="Left Brace 18">
            <a:extLst>
              <a:ext uri="{FF2B5EF4-FFF2-40B4-BE49-F238E27FC236}">
                <a16:creationId xmlns:a16="http://schemas.microsoft.com/office/drawing/2014/main" id="{B0450109-553C-9D07-61FD-8B8C462CD346}"/>
              </a:ext>
            </a:extLst>
          </p:cNvPr>
          <p:cNvSpPr/>
          <p:nvPr/>
        </p:nvSpPr>
        <p:spPr>
          <a:xfrm>
            <a:off x="2747987" y="2278819"/>
            <a:ext cx="311184" cy="555342"/>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1D2627C9-D781-DA9E-44C0-A7F4EB97366E}"/>
              </a:ext>
            </a:extLst>
          </p:cNvPr>
          <p:cNvCxnSpPr>
            <a:cxnSpLocks/>
            <a:stCxn id="19" idx="1"/>
          </p:cNvCxnSpPr>
          <p:nvPr/>
        </p:nvCxnSpPr>
        <p:spPr>
          <a:xfrm flipH="1">
            <a:off x="1910186" y="2556490"/>
            <a:ext cx="837801" cy="150804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3" name="TextBox 22">
            <a:extLst>
              <a:ext uri="{FF2B5EF4-FFF2-40B4-BE49-F238E27FC236}">
                <a16:creationId xmlns:a16="http://schemas.microsoft.com/office/drawing/2014/main" id="{C0E7DE2C-5614-1EDE-2C39-5B1A9F45F33C}"/>
              </a:ext>
            </a:extLst>
          </p:cNvPr>
          <p:cNvSpPr txBox="1"/>
          <p:nvPr/>
        </p:nvSpPr>
        <p:spPr>
          <a:xfrm>
            <a:off x="1254311" y="4083681"/>
            <a:ext cx="7358105" cy="369332"/>
          </a:xfrm>
          <a:prstGeom prst="rect">
            <a:avLst/>
          </a:prstGeom>
          <a:noFill/>
        </p:spPr>
        <p:txBody>
          <a:bodyPr wrap="none" rtlCol="0">
            <a:spAutoFit/>
          </a:bodyPr>
          <a:lstStyle/>
          <a:p>
            <a:r>
              <a:rPr lang="en-US" dirty="0">
                <a:latin typeface="+mn-lt"/>
              </a:rPr>
              <a:t>Early Classes on Economics of Audit, Systems: Transaction Analyses (incl: 522)</a:t>
            </a:r>
          </a:p>
        </p:txBody>
      </p:sp>
      <p:sp>
        <p:nvSpPr>
          <p:cNvPr id="24" name="Left Brace 23">
            <a:extLst>
              <a:ext uri="{FF2B5EF4-FFF2-40B4-BE49-F238E27FC236}">
                <a16:creationId xmlns:a16="http://schemas.microsoft.com/office/drawing/2014/main" id="{26575BB7-B610-CA07-378A-781FD2343D0F}"/>
              </a:ext>
            </a:extLst>
          </p:cNvPr>
          <p:cNvSpPr/>
          <p:nvPr/>
        </p:nvSpPr>
        <p:spPr>
          <a:xfrm rot="10800000">
            <a:off x="7218653" y="760404"/>
            <a:ext cx="182721" cy="1456178"/>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5FB5FB59-8DF9-752F-0ED4-047E25DB038D}"/>
              </a:ext>
            </a:extLst>
          </p:cNvPr>
          <p:cNvSpPr txBox="1"/>
          <p:nvPr/>
        </p:nvSpPr>
        <p:spPr>
          <a:xfrm>
            <a:off x="7472387" y="871314"/>
            <a:ext cx="1732462" cy="923330"/>
          </a:xfrm>
          <a:prstGeom prst="rect">
            <a:avLst/>
          </a:prstGeom>
          <a:noFill/>
        </p:spPr>
        <p:txBody>
          <a:bodyPr wrap="none" rtlCol="0">
            <a:spAutoFit/>
          </a:bodyPr>
          <a:lstStyle/>
          <a:p>
            <a:r>
              <a:rPr lang="en-US" dirty="0">
                <a:latin typeface="+mn-lt"/>
              </a:rPr>
              <a:t>Helix Analyzer</a:t>
            </a:r>
          </a:p>
          <a:p>
            <a:r>
              <a:rPr lang="en-US" dirty="0">
                <a:latin typeface="+mn-lt"/>
              </a:rPr>
              <a:t>Simulation</a:t>
            </a:r>
          </a:p>
          <a:p>
            <a:r>
              <a:rPr lang="en-US" i="1" dirty="0">
                <a:latin typeface="+mn-lt"/>
              </a:rPr>
              <a:t>Blockchain Audit</a:t>
            </a:r>
          </a:p>
        </p:txBody>
      </p:sp>
      <p:cxnSp>
        <p:nvCxnSpPr>
          <p:cNvPr id="27" name="Straight Arrow Connector 26">
            <a:extLst>
              <a:ext uri="{FF2B5EF4-FFF2-40B4-BE49-F238E27FC236}">
                <a16:creationId xmlns:a16="http://schemas.microsoft.com/office/drawing/2014/main" id="{6FD7B23A-DEC5-CDFE-25B4-01883C920843}"/>
              </a:ext>
            </a:extLst>
          </p:cNvPr>
          <p:cNvCxnSpPr>
            <a:cxnSpLocks/>
          </p:cNvCxnSpPr>
          <p:nvPr/>
        </p:nvCxnSpPr>
        <p:spPr>
          <a:xfrm>
            <a:off x="3695899" y="1441018"/>
            <a:ext cx="2294744" cy="224051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9" name="TextBox 28">
            <a:extLst>
              <a:ext uri="{FF2B5EF4-FFF2-40B4-BE49-F238E27FC236}">
                <a16:creationId xmlns:a16="http://schemas.microsoft.com/office/drawing/2014/main" id="{06EC8DB0-16E1-AFED-50A1-89D6AFAB5263}"/>
              </a:ext>
            </a:extLst>
          </p:cNvPr>
          <p:cNvSpPr txBox="1"/>
          <p:nvPr/>
        </p:nvSpPr>
        <p:spPr>
          <a:xfrm>
            <a:off x="5943603" y="3492706"/>
            <a:ext cx="3115276" cy="646331"/>
          </a:xfrm>
          <a:prstGeom prst="rect">
            <a:avLst/>
          </a:prstGeom>
          <a:noFill/>
        </p:spPr>
        <p:txBody>
          <a:bodyPr wrap="none" rtlCol="0">
            <a:spAutoFit/>
          </a:bodyPr>
          <a:lstStyle/>
          <a:p>
            <a:r>
              <a:rPr lang="en-US" dirty="0">
                <a:latin typeface="+mn-lt"/>
              </a:rPr>
              <a:t>Systems/controls: </a:t>
            </a:r>
            <a:r>
              <a:rPr lang="en-US" dirty="0" err="1">
                <a:latin typeface="+mn-lt"/>
              </a:rPr>
              <a:t>Pcard</a:t>
            </a:r>
            <a:r>
              <a:rPr lang="en-US" dirty="0">
                <a:latin typeface="+mn-lt"/>
              </a:rPr>
              <a:t>; </a:t>
            </a:r>
          </a:p>
          <a:p>
            <a:r>
              <a:rPr lang="en-US" dirty="0">
                <a:latin typeface="+mn-lt"/>
              </a:rPr>
              <a:t>Alteryx suspicious transactions.</a:t>
            </a:r>
          </a:p>
        </p:txBody>
      </p:sp>
    </p:spTree>
    <p:extLst>
      <p:ext uri="{BB962C8B-B14F-4D97-AF65-F5344CB8AC3E}">
        <p14:creationId xmlns:p14="http://schemas.microsoft.com/office/powerpoint/2010/main" val="431149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2E839AE6-09B6-408D-B013-A53B1B3DE6D6}"/>
              </a:ext>
            </a:extLst>
          </p:cNvPr>
          <p:cNvGraphicFramePr/>
          <p:nvPr/>
        </p:nvGraphicFramePr>
        <p:xfrm>
          <a:off x="915714" y="852903"/>
          <a:ext cx="7729141" cy="3372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E0DB577B-3783-4B9B-B544-FC171F7BC9A0}"/>
              </a:ext>
            </a:extLst>
          </p:cNvPr>
          <p:cNvSpPr/>
          <p:nvPr/>
        </p:nvSpPr>
        <p:spPr>
          <a:xfrm>
            <a:off x="761793" y="1710850"/>
            <a:ext cx="1799173" cy="11518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fontAlgn="auto">
              <a:spcBef>
                <a:spcPts val="0"/>
              </a:spcBef>
              <a:spcAft>
                <a:spcPts val="0"/>
              </a:spcAft>
              <a:defRPr/>
            </a:pPr>
            <a:r>
              <a:rPr lang="en-US" sz="1200" dirty="0">
                <a:solidFill>
                  <a:srgbClr val="4B2E84"/>
                </a:solidFill>
                <a:latin typeface="Calibri"/>
              </a:rPr>
              <a:t>Management Control</a:t>
            </a:r>
          </a:p>
        </p:txBody>
      </p:sp>
      <p:sp>
        <p:nvSpPr>
          <p:cNvPr id="7" name="Rectangle 6">
            <a:extLst>
              <a:ext uri="{FF2B5EF4-FFF2-40B4-BE49-F238E27FC236}">
                <a16:creationId xmlns:a16="http://schemas.microsoft.com/office/drawing/2014/main" id="{1A20B068-5CC1-4235-BB7E-4456E994C03F}"/>
              </a:ext>
            </a:extLst>
          </p:cNvPr>
          <p:cNvSpPr/>
          <p:nvPr/>
        </p:nvSpPr>
        <p:spPr>
          <a:xfrm>
            <a:off x="761793" y="2506217"/>
            <a:ext cx="1799173" cy="1307523"/>
          </a:xfrm>
          <a:prstGeom prst="rect">
            <a:avLst/>
          </a:prstGeom>
          <a:solidFill>
            <a:srgbClr val="B9A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fontAlgn="auto">
              <a:spcBef>
                <a:spcPts val="0"/>
              </a:spcBef>
              <a:spcAft>
                <a:spcPts val="0"/>
              </a:spcAft>
              <a:defRPr/>
            </a:pPr>
            <a:r>
              <a:rPr lang="en-US" sz="1200" dirty="0">
                <a:solidFill>
                  <a:srgbClr val="4B2E84"/>
                </a:solidFill>
                <a:latin typeface="Calibri"/>
              </a:rPr>
              <a:t>The Business / Operations</a:t>
            </a:r>
          </a:p>
        </p:txBody>
      </p:sp>
      <p:sp>
        <p:nvSpPr>
          <p:cNvPr id="9" name="TextBox 8">
            <a:extLst>
              <a:ext uri="{FF2B5EF4-FFF2-40B4-BE49-F238E27FC236}">
                <a16:creationId xmlns:a16="http://schemas.microsoft.com/office/drawing/2014/main" id="{267663B7-F402-42DB-88ED-8611268BA26F}"/>
              </a:ext>
            </a:extLst>
          </p:cNvPr>
          <p:cNvSpPr txBox="1"/>
          <p:nvPr/>
        </p:nvSpPr>
        <p:spPr>
          <a:xfrm>
            <a:off x="3229685" y="1728762"/>
            <a:ext cx="1829589" cy="253916"/>
          </a:xfrm>
          <a:prstGeom prst="rect">
            <a:avLst/>
          </a:prstGeom>
          <a:solidFill>
            <a:schemeClr val="bg2"/>
          </a:solidFill>
          <a:ln>
            <a:solidFill>
              <a:schemeClr val="bg2"/>
            </a:solidFill>
          </a:ln>
        </p:spPr>
        <p:txBody>
          <a:bodyPr wrap="square" rtlCol="0">
            <a:spAutoFit/>
          </a:bodyPr>
          <a:lstStyle/>
          <a:p>
            <a:pPr defTabSz="685800" fontAlgn="auto">
              <a:spcBef>
                <a:spcPts val="0"/>
              </a:spcBef>
              <a:spcAft>
                <a:spcPts val="0"/>
              </a:spcAft>
              <a:defRPr/>
            </a:pPr>
            <a:r>
              <a:rPr lang="en-US" sz="1050" dirty="0">
                <a:solidFill>
                  <a:srgbClr val="4B2E84"/>
                </a:solidFill>
                <a:latin typeface="Calibri"/>
                <a:cs typeface="+mn-cs"/>
              </a:rPr>
              <a:t>Enterprise Risk Management</a:t>
            </a:r>
          </a:p>
        </p:txBody>
      </p:sp>
      <p:sp>
        <p:nvSpPr>
          <p:cNvPr id="11" name="TextBox 10">
            <a:extLst>
              <a:ext uri="{FF2B5EF4-FFF2-40B4-BE49-F238E27FC236}">
                <a16:creationId xmlns:a16="http://schemas.microsoft.com/office/drawing/2014/main" id="{73649A9B-12EB-4FAA-9870-72E4407454C5}"/>
              </a:ext>
            </a:extLst>
          </p:cNvPr>
          <p:cNvSpPr txBox="1"/>
          <p:nvPr/>
        </p:nvSpPr>
        <p:spPr>
          <a:xfrm>
            <a:off x="3229685" y="2596417"/>
            <a:ext cx="1829589" cy="253916"/>
          </a:xfrm>
          <a:prstGeom prst="rect">
            <a:avLst/>
          </a:prstGeom>
          <a:solidFill>
            <a:schemeClr val="bg2"/>
          </a:solidFill>
          <a:ln>
            <a:solidFill>
              <a:schemeClr val="bg2"/>
            </a:solidFill>
          </a:ln>
        </p:spPr>
        <p:txBody>
          <a:bodyPr wrap="square" rtlCol="0">
            <a:spAutoFit/>
          </a:bodyPr>
          <a:lstStyle/>
          <a:p>
            <a:pPr defTabSz="685800" fontAlgn="auto">
              <a:spcBef>
                <a:spcPts val="0"/>
              </a:spcBef>
              <a:spcAft>
                <a:spcPts val="0"/>
              </a:spcAft>
              <a:defRPr/>
            </a:pPr>
            <a:r>
              <a:rPr lang="en-US" sz="1050" dirty="0">
                <a:solidFill>
                  <a:srgbClr val="4B2E84"/>
                </a:solidFill>
                <a:latin typeface="Calibri"/>
                <a:cs typeface="+mn-cs"/>
              </a:rPr>
              <a:t>Third Party Risk Management</a:t>
            </a:r>
          </a:p>
        </p:txBody>
      </p:sp>
      <p:sp>
        <p:nvSpPr>
          <p:cNvPr id="13" name="TextBox 12">
            <a:extLst>
              <a:ext uri="{FF2B5EF4-FFF2-40B4-BE49-F238E27FC236}">
                <a16:creationId xmlns:a16="http://schemas.microsoft.com/office/drawing/2014/main" id="{8E3648CE-4265-45B3-82C5-262834A3913B}"/>
              </a:ext>
            </a:extLst>
          </p:cNvPr>
          <p:cNvSpPr txBox="1"/>
          <p:nvPr/>
        </p:nvSpPr>
        <p:spPr>
          <a:xfrm>
            <a:off x="3229685" y="2022621"/>
            <a:ext cx="1829589" cy="253916"/>
          </a:xfrm>
          <a:prstGeom prst="rect">
            <a:avLst/>
          </a:prstGeom>
          <a:solidFill>
            <a:schemeClr val="bg2"/>
          </a:solidFill>
          <a:ln>
            <a:solidFill>
              <a:schemeClr val="bg2"/>
            </a:solidFill>
          </a:ln>
        </p:spPr>
        <p:txBody>
          <a:bodyPr wrap="square" rtlCol="0">
            <a:spAutoFit/>
          </a:bodyPr>
          <a:lstStyle/>
          <a:p>
            <a:pPr defTabSz="685800" fontAlgn="auto">
              <a:spcBef>
                <a:spcPts val="0"/>
              </a:spcBef>
              <a:spcAft>
                <a:spcPts val="0"/>
              </a:spcAft>
              <a:defRPr/>
            </a:pPr>
            <a:r>
              <a:rPr lang="en-US" sz="1050" dirty="0">
                <a:solidFill>
                  <a:srgbClr val="4B2E84"/>
                </a:solidFill>
                <a:latin typeface="Calibri"/>
                <a:cs typeface="+mn-cs"/>
              </a:rPr>
              <a:t>Legal &amp; Privacy</a:t>
            </a:r>
          </a:p>
        </p:txBody>
      </p:sp>
      <p:sp>
        <p:nvSpPr>
          <p:cNvPr id="15" name="TextBox 14">
            <a:extLst>
              <a:ext uri="{FF2B5EF4-FFF2-40B4-BE49-F238E27FC236}">
                <a16:creationId xmlns:a16="http://schemas.microsoft.com/office/drawing/2014/main" id="{F8B466CA-9570-4092-AC0A-240BD5828AC5}"/>
              </a:ext>
            </a:extLst>
          </p:cNvPr>
          <p:cNvSpPr txBox="1"/>
          <p:nvPr/>
        </p:nvSpPr>
        <p:spPr>
          <a:xfrm>
            <a:off x="3229685" y="2873883"/>
            <a:ext cx="1829589" cy="253916"/>
          </a:xfrm>
          <a:prstGeom prst="rect">
            <a:avLst/>
          </a:prstGeom>
          <a:solidFill>
            <a:schemeClr val="bg2"/>
          </a:solidFill>
          <a:ln>
            <a:solidFill>
              <a:schemeClr val="bg2"/>
            </a:solidFill>
          </a:ln>
        </p:spPr>
        <p:txBody>
          <a:bodyPr wrap="square" rtlCol="0">
            <a:spAutoFit/>
          </a:bodyPr>
          <a:lstStyle/>
          <a:p>
            <a:pPr defTabSz="685800" fontAlgn="auto">
              <a:spcBef>
                <a:spcPts val="0"/>
              </a:spcBef>
              <a:spcAft>
                <a:spcPts val="0"/>
              </a:spcAft>
              <a:defRPr/>
            </a:pPr>
            <a:r>
              <a:rPr lang="en-US" sz="1050" dirty="0">
                <a:solidFill>
                  <a:srgbClr val="4B2E84"/>
                </a:solidFill>
                <a:latin typeface="Calibri"/>
                <a:cs typeface="+mn-cs"/>
              </a:rPr>
              <a:t>Cybersecurity</a:t>
            </a:r>
          </a:p>
        </p:txBody>
      </p:sp>
      <p:sp>
        <p:nvSpPr>
          <p:cNvPr id="17" name="TextBox 16">
            <a:extLst>
              <a:ext uri="{FF2B5EF4-FFF2-40B4-BE49-F238E27FC236}">
                <a16:creationId xmlns:a16="http://schemas.microsoft.com/office/drawing/2014/main" id="{10FC56BA-17F9-41BD-9662-FCFB80743134}"/>
              </a:ext>
            </a:extLst>
          </p:cNvPr>
          <p:cNvSpPr txBox="1"/>
          <p:nvPr/>
        </p:nvSpPr>
        <p:spPr>
          <a:xfrm>
            <a:off x="3229685" y="2316251"/>
            <a:ext cx="1829589" cy="253916"/>
          </a:xfrm>
          <a:prstGeom prst="rect">
            <a:avLst/>
          </a:prstGeom>
          <a:solidFill>
            <a:schemeClr val="bg2"/>
          </a:solidFill>
          <a:ln>
            <a:solidFill>
              <a:schemeClr val="bg2"/>
            </a:solidFill>
          </a:ln>
        </p:spPr>
        <p:txBody>
          <a:bodyPr wrap="square" rtlCol="0">
            <a:spAutoFit/>
          </a:bodyPr>
          <a:lstStyle/>
          <a:p>
            <a:pPr defTabSz="685800" fontAlgn="auto">
              <a:spcBef>
                <a:spcPts val="0"/>
              </a:spcBef>
              <a:spcAft>
                <a:spcPts val="0"/>
              </a:spcAft>
              <a:defRPr/>
            </a:pPr>
            <a:r>
              <a:rPr lang="en-US" sz="1050" dirty="0">
                <a:solidFill>
                  <a:srgbClr val="4B2E84"/>
                </a:solidFill>
                <a:latin typeface="Calibri"/>
                <a:cs typeface="+mn-cs"/>
              </a:rPr>
              <a:t>Physical Security</a:t>
            </a:r>
          </a:p>
        </p:txBody>
      </p:sp>
      <p:sp>
        <p:nvSpPr>
          <p:cNvPr id="19" name="TextBox 18">
            <a:extLst>
              <a:ext uri="{FF2B5EF4-FFF2-40B4-BE49-F238E27FC236}">
                <a16:creationId xmlns:a16="http://schemas.microsoft.com/office/drawing/2014/main" id="{FACC3C88-E9A9-4E88-8E82-E42AF2DC003F}"/>
              </a:ext>
            </a:extLst>
          </p:cNvPr>
          <p:cNvSpPr txBox="1"/>
          <p:nvPr/>
        </p:nvSpPr>
        <p:spPr>
          <a:xfrm>
            <a:off x="3229685" y="3150620"/>
            <a:ext cx="1829589" cy="415498"/>
          </a:xfrm>
          <a:prstGeom prst="rect">
            <a:avLst/>
          </a:prstGeom>
          <a:solidFill>
            <a:schemeClr val="bg2"/>
          </a:solidFill>
          <a:ln>
            <a:solidFill>
              <a:schemeClr val="bg2"/>
            </a:solidFill>
          </a:ln>
        </p:spPr>
        <p:txBody>
          <a:bodyPr wrap="square" rtlCol="0">
            <a:spAutoFit/>
          </a:bodyPr>
          <a:lstStyle/>
          <a:p>
            <a:pPr defTabSz="685800" fontAlgn="auto">
              <a:spcBef>
                <a:spcPts val="0"/>
              </a:spcBef>
              <a:spcAft>
                <a:spcPts val="0"/>
              </a:spcAft>
              <a:defRPr/>
            </a:pPr>
            <a:r>
              <a:rPr lang="en-US" sz="1050" dirty="0">
                <a:solidFill>
                  <a:srgbClr val="4B2E84"/>
                </a:solidFill>
                <a:latin typeface="Calibri"/>
                <a:cs typeface="+mn-cs"/>
              </a:rPr>
              <a:t>Business Continuity Management</a:t>
            </a:r>
          </a:p>
        </p:txBody>
      </p:sp>
      <p:sp>
        <p:nvSpPr>
          <p:cNvPr id="21" name="TextBox 20">
            <a:extLst>
              <a:ext uri="{FF2B5EF4-FFF2-40B4-BE49-F238E27FC236}">
                <a16:creationId xmlns:a16="http://schemas.microsoft.com/office/drawing/2014/main" id="{E7235543-6168-4249-ACB3-BDBE858A82D6}"/>
              </a:ext>
            </a:extLst>
          </p:cNvPr>
          <p:cNvSpPr txBox="1"/>
          <p:nvPr/>
        </p:nvSpPr>
        <p:spPr>
          <a:xfrm>
            <a:off x="3229685" y="3609812"/>
            <a:ext cx="1829589" cy="253916"/>
          </a:xfrm>
          <a:prstGeom prst="rect">
            <a:avLst/>
          </a:prstGeom>
          <a:solidFill>
            <a:schemeClr val="bg2"/>
          </a:solidFill>
          <a:ln>
            <a:solidFill>
              <a:schemeClr val="bg2"/>
            </a:solidFill>
          </a:ln>
        </p:spPr>
        <p:txBody>
          <a:bodyPr wrap="square" rtlCol="0">
            <a:spAutoFit/>
          </a:bodyPr>
          <a:lstStyle/>
          <a:p>
            <a:pPr defTabSz="685800" fontAlgn="auto">
              <a:spcBef>
                <a:spcPts val="0"/>
              </a:spcBef>
              <a:spcAft>
                <a:spcPts val="0"/>
              </a:spcAft>
              <a:defRPr/>
            </a:pPr>
            <a:r>
              <a:rPr lang="en-US" sz="1050" dirty="0">
                <a:solidFill>
                  <a:srgbClr val="4B2E84"/>
                </a:solidFill>
                <a:latin typeface="Calibri"/>
                <a:cs typeface="+mn-cs"/>
              </a:rPr>
              <a:t>Compliance</a:t>
            </a:r>
          </a:p>
        </p:txBody>
      </p:sp>
      <p:sp>
        <p:nvSpPr>
          <p:cNvPr id="23" name="Rectangle 22">
            <a:extLst>
              <a:ext uri="{FF2B5EF4-FFF2-40B4-BE49-F238E27FC236}">
                <a16:creationId xmlns:a16="http://schemas.microsoft.com/office/drawing/2014/main" id="{CD77228B-FA45-4D63-AC5D-FCF5B321E4D2}"/>
              </a:ext>
            </a:extLst>
          </p:cNvPr>
          <p:cNvSpPr/>
          <p:nvPr/>
        </p:nvSpPr>
        <p:spPr>
          <a:xfrm>
            <a:off x="6075430" y="1743612"/>
            <a:ext cx="1740197" cy="20701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fontAlgn="auto">
              <a:spcBef>
                <a:spcPts val="0"/>
              </a:spcBef>
              <a:spcAft>
                <a:spcPts val="0"/>
              </a:spcAft>
              <a:defRPr/>
            </a:pPr>
            <a:r>
              <a:rPr lang="en-US" sz="1200" dirty="0">
                <a:solidFill>
                  <a:srgbClr val="4B2E84"/>
                </a:solidFill>
                <a:latin typeface="Calibri"/>
              </a:rPr>
              <a:t>Internal Audit/External Audit &amp; Consulting</a:t>
            </a:r>
          </a:p>
        </p:txBody>
      </p:sp>
      <p:sp>
        <p:nvSpPr>
          <p:cNvPr id="25" name="TextBox 24">
            <a:extLst>
              <a:ext uri="{FF2B5EF4-FFF2-40B4-BE49-F238E27FC236}">
                <a16:creationId xmlns:a16="http://schemas.microsoft.com/office/drawing/2014/main" id="{1F54EF80-6300-4F0B-844D-CAB9B93D94F3}"/>
              </a:ext>
            </a:extLst>
          </p:cNvPr>
          <p:cNvSpPr txBox="1"/>
          <p:nvPr/>
        </p:nvSpPr>
        <p:spPr>
          <a:xfrm>
            <a:off x="450125" y="371312"/>
            <a:ext cx="4734864" cy="276999"/>
          </a:xfrm>
          <a:prstGeom prst="rect">
            <a:avLst/>
          </a:prstGeom>
          <a:noFill/>
          <a:ln>
            <a:solidFill>
              <a:srgbClr val="B9A077"/>
            </a:solidFill>
          </a:ln>
        </p:spPr>
        <p:txBody>
          <a:bodyPr wrap="square" rtlCol="0">
            <a:spAutoFit/>
          </a:bodyPr>
          <a:lstStyle/>
          <a:p>
            <a:pPr algn="ctr" defTabSz="685800" fontAlgn="auto">
              <a:spcBef>
                <a:spcPts val="0"/>
              </a:spcBef>
              <a:spcAft>
                <a:spcPts val="0"/>
              </a:spcAft>
              <a:defRPr/>
            </a:pPr>
            <a:r>
              <a:rPr lang="en-US" sz="1200" dirty="0">
                <a:solidFill>
                  <a:prstClr val="black"/>
                </a:solidFill>
                <a:latin typeface="Calibri"/>
                <a:cs typeface="+mn-cs"/>
              </a:rPr>
              <a:t>Management</a:t>
            </a:r>
          </a:p>
        </p:txBody>
      </p:sp>
      <p:sp>
        <p:nvSpPr>
          <p:cNvPr id="27" name="TextBox 26">
            <a:extLst>
              <a:ext uri="{FF2B5EF4-FFF2-40B4-BE49-F238E27FC236}">
                <a16:creationId xmlns:a16="http://schemas.microsoft.com/office/drawing/2014/main" id="{32254AB2-2AFD-4732-83BB-37922F7BB318}"/>
              </a:ext>
            </a:extLst>
          </p:cNvPr>
          <p:cNvSpPr txBox="1"/>
          <p:nvPr/>
        </p:nvSpPr>
        <p:spPr>
          <a:xfrm>
            <a:off x="5534368" y="371312"/>
            <a:ext cx="2822323" cy="276999"/>
          </a:xfrm>
          <a:prstGeom prst="rect">
            <a:avLst/>
          </a:prstGeom>
          <a:noFill/>
          <a:ln>
            <a:solidFill>
              <a:srgbClr val="B9A077"/>
            </a:solidFill>
          </a:ln>
        </p:spPr>
        <p:txBody>
          <a:bodyPr wrap="square" rtlCol="0">
            <a:spAutoFit/>
          </a:bodyPr>
          <a:lstStyle/>
          <a:p>
            <a:pPr algn="ctr" defTabSz="685800" fontAlgn="auto">
              <a:spcBef>
                <a:spcPts val="0"/>
              </a:spcBef>
              <a:spcAft>
                <a:spcPts val="0"/>
              </a:spcAft>
              <a:defRPr/>
            </a:pPr>
            <a:r>
              <a:rPr lang="en-US" sz="1200" dirty="0">
                <a:solidFill>
                  <a:prstClr val="black"/>
                </a:solidFill>
                <a:latin typeface="Calibri"/>
                <a:cs typeface="+mn-cs"/>
              </a:rPr>
              <a:t>Audit</a:t>
            </a:r>
          </a:p>
        </p:txBody>
      </p:sp>
      <p:sp>
        <p:nvSpPr>
          <p:cNvPr id="2" name="Rectangle 1">
            <a:extLst>
              <a:ext uri="{FF2B5EF4-FFF2-40B4-BE49-F238E27FC236}">
                <a16:creationId xmlns:a16="http://schemas.microsoft.com/office/drawing/2014/main" id="{00ACD4E2-C8F4-8B37-D56A-8FC603240723}"/>
              </a:ext>
            </a:extLst>
          </p:cNvPr>
          <p:cNvSpPr/>
          <p:nvPr/>
        </p:nvSpPr>
        <p:spPr>
          <a:xfrm>
            <a:off x="3111832" y="2858537"/>
            <a:ext cx="2073157" cy="257214"/>
          </a:xfrm>
          <a:prstGeom prst="rect">
            <a:avLst/>
          </a:prstGeom>
          <a:noFill/>
          <a:ln w="38100">
            <a:solidFill>
              <a:srgbClr val="00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6CECE77-4842-EAC3-07E9-CAA2557F3DA3}"/>
              </a:ext>
            </a:extLst>
          </p:cNvPr>
          <p:cNvCxnSpPr>
            <a:cxnSpLocks/>
            <a:stCxn id="2" idx="3"/>
            <a:endCxn id="8" idx="0"/>
          </p:cNvCxnSpPr>
          <p:nvPr/>
        </p:nvCxnSpPr>
        <p:spPr>
          <a:xfrm>
            <a:off x="5184989" y="2987144"/>
            <a:ext cx="999789" cy="1242931"/>
          </a:xfrm>
          <a:prstGeom prst="straightConnector1">
            <a:avLst/>
          </a:prstGeom>
          <a:ln>
            <a:solidFill>
              <a:srgbClr val="0000FF"/>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6D8F9383-5C28-5A91-B278-BE9C58848A6B}"/>
              </a:ext>
            </a:extLst>
          </p:cNvPr>
          <p:cNvSpPr txBox="1"/>
          <p:nvPr/>
        </p:nvSpPr>
        <p:spPr>
          <a:xfrm>
            <a:off x="4141270" y="4230075"/>
            <a:ext cx="4087016" cy="646331"/>
          </a:xfrm>
          <a:prstGeom prst="rect">
            <a:avLst/>
          </a:prstGeom>
          <a:noFill/>
        </p:spPr>
        <p:txBody>
          <a:bodyPr wrap="none" rtlCol="0">
            <a:spAutoFit/>
          </a:bodyPr>
          <a:lstStyle/>
          <a:p>
            <a:r>
              <a:rPr lang="en-US" dirty="0">
                <a:latin typeface="+mn-lt"/>
              </a:rPr>
              <a:t>Information Technology General Controls </a:t>
            </a:r>
          </a:p>
          <a:p>
            <a:r>
              <a:rPr lang="en-US" dirty="0">
                <a:latin typeface="+mn-lt"/>
              </a:rPr>
              <a:t>ITGC : </a:t>
            </a:r>
            <a:r>
              <a:rPr lang="en-US" b="1" i="1" dirty="0">
                <a:solidFill>
                  <a:srgbClr val="412985"/>
                </a:solidFill>
                <a:latin typeface="+mn-lt"/>
              </a:rPr>
              <a:t>Testing and Compliance issues</a:t>
            </a:r>
          </a:p>
        </p:txBody>
      </p:sp>
      <p:sp>
        <p:nvSpPr>
          <p:cNvPr id="14" name="Rectangle 13">
            <a:extLst>
              <a:ext uri="{FF2B5EF4-FFF2-40B4-BE49-F238E27FC236}">
                <a16:creationId xmlns:a16="http://schemas.microsoft.com/office/drawing/2014/main" id="{844E669D-CD8B-BDDB-0699-84D941592B81}"/>
              </a:ext>
            </a:extLst>
          </p:cNvPr>
          <p:cNvSpPr/>
          <p:nvPr/>
        </p:nvSpPr>
        <p:spPr>
          <a:xfrm>
            <a:off x="5954770" y="2542111"/>
            <a:ext cx="2073157" cy="573640"/>
          </a:xfrm>
          <a:prstGeom prst="rect">
            <a:avLst/>
          </a:prstGeom>
          <a:noFill/>
          <a:ln w="38100">
            <a:solidFill>
              <a:srgbClr val="00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252C824F-DEF6-E41B-D9A8-866372F75E0E}"/>
              </a:ext>
            </a:extLst>
          </p:cNvPr>
          <p:cNvCxnSpPr>
            <a:cxnSpLocks/>
            <a:stCxn id="14" idx="2"/>
          </p:cNvCxnSpPr>
          <p:nvPr/>
        </p:nvCxnSpPr>
        <p:spPr>
          <a:xfrm flipH="1">
            <a:off x="6381650" y="3115751"/>
            <a:ext cx="609699" cy="1109852"/>
          </a:xfrm>
          <a:prstGeom prst="straightConnector1">
            <a:avLst/>
          </a:prstGeom>
          <a:ln>
            <a:solidFill>
              <a:srgbClr val="0000FF"/>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4501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94E82-6D6C-6DC1-9B53-0EB7479A0FF9}"/>
              </a:ext>
            </a:extLst>
          </p:cNvPr>
          <p:cNvPicPr>
            <a:picLocks noChangeAspect="1"/>
          </p:cNvPicPr>
          <p:nvPr/>
        </p:nvPicPr>
        <p:blipFill>
          <a:blip r:embed="rId3"/>
          <a:stretch>
            <a:fillRect/>
          </a:stretch>
        </p:blipFill>
        <p:spPr>
          <a:xfrm>
            <a:off x="60919" y="0"/>
            <a:ext cx="7011438" cy="5143500"/>
          </a:xfrm>
          <a:prstGeom prst="rect">
            <a:avLst/>
          </a:prstGeom>
        </p:spPr>
      </p:pic>
      <p:sp>
        <p:nvSpPr>
          <p:cNvPr id="4" name="TextBox 3">
            <a:extLst>
              <a:ext uri="{FF2B5EF4-FFF2-40B4-BE49-F238E27FC236}">
                <a16:creationId xmlns:a16="http://schemas.microsoft.com/office/drawing/2014/main" id="{444622E1-F687-1A9F-C957-22046CA61249}"/>
              </a:ext>
            </a:extLst>
          </p:cNvPr>
          <p:cNvSpPr txBox="1"/>
          <p:nvPr/>
        </p:nvSpPr>
        <p:spPr>
          <a:xfrm>
            <a:off x="5285328" y="387782"/>
            <a:ext cx="1868525" cy="646331"/>
          </a:xfrm>
          <a:prstGeom prst="rect">
            <a:avLst/>
          </a:prstGeom>
          <a:noFill/>
        </p:spPr>
        <p:txBody>
          <a:bodyPr wrap="none" rtlCol="0">
            <a:spAutoFit/>
          </a:bodyPr>
          <a:lstStyle/>
          <a:p>
            <a:r>
              <a:rPr lang="en-US" b="1" i="1" dirty="0">
                <a:latin typeface="+mn-lt"/>
              </a:rPr>
              <a:t>The goal to beat: </a:t>
            </a:r>
          </a:p>
          <a:p>
            <a:r>
              <a:rPr lang="en-US" b="1" i="1" dirty="0">
                <a:solidFill>
                  <a:srgbClr val="412985"/>
                </a:solidFill>
                <a:latin typeface="+mn-lt"/>
              </a:rPr>
              <a:t>35</a:t>
            </a:r>
            <a:r>
              <a:rPr lang="en-US" dirty="0">
                <a:latin typeface="+mn-lt"/>
              </a:rPr>
              <a:t> steps</a:t>
            </a:r>
          </a:p>
        </p:txBody>
      </p:sp>
    </p:spTree>
    <p:extLst>
      <p:ext uri="{BB962C8B-B14F-4D97-AF65-F5344CB8AC3E}">
        <p14:creationId xmlns:p14="http://schemas.microsoft.com/office/powerpoint/2010/main" val="3232708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3399A6-C417-1358-F8A0-4B54FB9E1B22}"/>
              </a:ext>
            </a:extLst>
          </p:cNvPr>
          <p:cNvPicPr>
            <a:picLocks noChangeAspect="1"/>
          </p:cNvPicPr>
          <p:nvPr/>
        </p:nvPicPr>
        <p:blipFill>
          <a:blip r:embed="rId2"/>
          <a:stretch>
            <a:fillRect/>
          </a:stretch>
        </p:blipFill>
        <p:spPr>
          <a:xfrm>
            <a:off x="0" y="100118"/>
            <a:ext cx="9144000" cy="4943264"/>
          </a:xfrm>
          <a:prstGeom prst="rect">
            <a:avLst/>
          </a:prstGeom>
        </p:spPr>
      </p:pic>
    </p:spTree>
    <p:extLst>
      <p:ext uri="{BB962C8B-B14F-4D97-AF65-F5344CB8AC3E}">
        <p14:creationId xmlns:p14="http://schemas.microsoft.com/office/powerpoint/2010/main" val="3732237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8E38A-80CC-1C6F-6D30-DCBD3B5485B3}"/>
              </a:ext>
            </a:extLst>
          </p:cNvPr>
          <p:cNvSpPr>
            <a:spLocks noGrp="1"/>
          </p:cNvSpPr>
          <p:nvPr>
            <p:ph type="title"/>
          </p:nvPr>
        </p:nvSpPr>
        <p:spPr>
          <a:xfrm>
            <a:off x="361950" y="332845"/>
            <a:ext cx="8305800" cy="707886"/>
          </a:xfrm>
        </p:spPr>
        <p:txBody>
          <a:bodyPr/>
          <a:lstStyle/>
          <a:p>
            <a:r>
              <a:rPr lang="en-US" sz="4000" dirty="0"/>
              <a:t>Key Cybersecurity Take-Aways</a:t>
            </a:r>
          </a:p>
        </p:txBody>
      </p:sp>
      <p:sp>
        <p:nvSpPr>
          <p:cNvPr id="3" name="Content Placeholder 2">
            <a:extLst>
              <a:ext uri="{FF2B5EF4-FFF2-40B4-BE49-F238E27FC236}">
                <a16:creationId xmlns:a16="http://schemas.microsoft.com/office/drawing/2014/main" id="{0B3D9D44-BEA7-73DA-64EE-8DDD3105DE17}"/>
              </a:ext>
            </a:extLst>
          </p:cNvPr>
          <p:cNvSpPr>
            <a:spLocks noGrp="1"/>
          </p:cNvSpPr>
          <p:nvPr>
            <p:ph idx="1"/>
          </p:nvPr>
        </p:nvSpPr>
        <p:spPr>
          <a:xfrm>
            <a:off x="361950" y="1000125"/>
            <a:ext cx="8229600" cy="2580194"/>
          </a:xfrm>
        </p:spPr>
        <p:txBody>
          <a:bodyPr/>
          <a:lstStyle/>
          <a:p>
            <a:r>
              <a:rPr lang="en-US" dirty="0"/>
              <a:t>Many passwords are not secure, IT Controls need to work on password policy.</a:t>
            </a:r>
          </a:p>
          <a:p>
            <a:endParaRPr lang="en-US" dirty="0"/>
          </a:p>
          <a:p>
            <a:r>
              <a:rPr lang="en-US" dirty="0"/>
              <a:t>Today: Software patching can prevent malware injections.</a:t>
            </a:r>
          </a:p>
        </p:txBody>
      </p:sp>
    </p:spTree>
    <p:extLst>
      <p:ext uri="{BB962C8B-B14F-4D97-AF65-F5344CB8AC3E}">
        <p14:creationId xmlns:p14="http://schemas.microsoft.com/office/powerpoint/2010/main" val="1299900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B2E3D-15FD-BD23-2238-E3546930E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03E72-B0B4-1EA9-20DA-43F41AC3A5B3}"/>
              </a:ext>
            </a:extLst>
          </p:cNvPr>
          <p:cNvSpPr>
            <a:spLocks noGrp="1"/>
          </p:cNvSpPr>
          <p:nvPr>
            <p:ph type="title"/>
          </p:nvPr>
        </p:nvSpPr>
        <p:spPr>
          <a:xfrm>
            <a:off x="748393" y="2074664"/>
            <a:ext cx="7886700" cy="1446550"/>
          </a:xfrm>
        </p:spPr>
        <p:txBody>
          <a:bodyPr/>
          <a:lstStyle/>
          <a:p>
            <a:r>
              <a:rPr lang="en-US" dirty="0"/>
              <a:t>Look ahead (workshop classes)</a:t>
            </a:r>
          </a:p>
        </p:txBody>
      </p:sp>
    </p:spTree>
    <p:extLst>
      <p:ext uri="{BB962C8B-B14F-4D97-AF65-F5344CB8AC3E}">
        <p14:creationId xmlns:p14="http://schemas.microsoft.com/office/powerpoint/2010/main" val="112794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28C09-296B-E50D-EED1-ACF01C391B06}"/>
              </a:ext>
            </a:extLst>
          </p:cNvPr>
          <p:cNvSpPr>
            <a:spLocks noGrp="1"/>
          </p:cNvSpPr>
          <p:nvPr>
            <p:ph type="title"/>
          </p:nvPr>
        </p:nvSpPr>
        <p:spPr/>
        <p:txBody>
          <a:bodyPr/>
          <a:lstStyle/>
          <a:p>
            <a:r>
              <a:rPr lang="en-US" dirty="0"/>
              <a:t>Workshop classes</a:t>
            </a:r>
          </a:p>
        </p:txBody>
      </p:sp>
      <p:graphicFrame>
        <p:nvGraphicFramePr>
          <p:cNvPr id="4" name="Content Placeholder 3">
            <a:extLst>
              <a:ext uri="{FF2B5EF4-FFF2-40B4-BE49-F238E27FC236}">
                <a16:creationId xmlns:a16="http://schemas.microsoft.com/office/drawing/2014/main" id="{5A44BD96-B982-5B19-B942-E5DF751889CC}"/>
              </a:ext>
            </a:extLst>
          </p:cNvPr>
          <p:cNvGraphicFramePr>
            <a:graphicFrameLocks noGrp="1"/>
          </p:cNvGraphicFramePr>
          <p:nvPr>
            <p:ph idx="1"/>
            <p:extLst>
              <p:ext uri="{D42A27DB-BD31-4B8C-83A1-F6EECF244321}">
                <p14:modId xmlns:p14="http://schemas.microsoft.com/office/powerpoint/2010/main" val="1002404476"/>
              </p:ext>
            </p:extLst>
          </p:nvPr>
        </p:nvGraphicFramePr>
        <p:xfrm>
          <a:off x="328438" y="1995423"/>
          <a:ext cx="8480063" cy="2123440"/>
        </p:xfrm>
        <a:graphic>
          <a:graphicData uri="http://schemas.openxmlformats.org/drawingml/2006/table">
            <a:tbl>
              <a:tblPr firstRow="1" bandRow="1">
                <a:tableStyleId>{5C22544A-7EE6-4342-B048-85BDC9FD1C3A}</a:tableStyleId>
              </a:tblPr>
              <a:tblGrid>
                <a:gridCol w="1200315">
                  <a:extLst>
                    <a:ext uri="{9D8B030D-6E8A-4147-A177-3AD203B41FA5}">
                      <a16:colId xmlns:a16="http://schemas.microsoft.com/office/drawing/2014/main" val="4088601814"/>
                    </a:ext>
                  </a:extLst>
                </a:gridCol>
                <a:gridCol w="3069561">
                  <a:extLst>
                    <a:ext uri="{9D8B030D-6E8A-4147-A177-3AD203B41FA5}">
                      <a16:colId xmlns:a16="http://schemas.microsoft.com/office/drawing/2014/main" val="3740894976"/>
                    </a:ext>
                  </a:extLst>
                </a:gridCol>
                <a:gridCol w="4210187">
                  <a:extLst>
                    <a:ext uri="{9D8B030D-6E8A-4147-A177-3AD203B41FA5}">
                      <a16:colId xmlns:a16="http://schemas.microsoft.com/office/drawing/2014/main" val="3472347770"/>
                    </a:ext>
                  </a:extLst>
                </a:gridCol>
              </a:tblGrid>
              <a:tr h="370840">
                <a:tc>
                  <a:txBody>
                    <a:bodyPr/>
                    <a:lstStyle/>
                    <a:p>
                      <a:r>
                        <a:rPr lang="en-US" dirty="0"/>
                        <a:t>Class #</a:t>
                      </a:r>
                    </a:p>
                  </a:txBody>
                  <a:tcPr/>
                </a:tc>
                <a:tc>
                  <a:txBody>
                    <a:bodyPr/>
                    <a:lstStyle/>
                    <a:p>
                      <a:r>
                        <a:rPr lang="en-US" dirty="0"/>
                        <a:t>ACCTG 522 </a:t>
                      </a:r>
                    </a:p>
                  </a:txBody>
                  <a:tcPr/>
                </a:tc>
                <a:tc>
                  <a:txBody>
                    <a:bodyPr/>
                    <a:lstStyle/>
                    <a:p>
                      <a:r>
                        <a:rPr lang="en-US" dirty="0"/>
                        <a:t>ACCTG521</a:t>
                      </a:r>
                    </a:p>
                  </a:txBody>
                  <a:tcPr/>
                </a:tc>
                <a:extLst>
                  <a:ext uri="{0D108BD9-81ED-4DB2-BD59-A6C34878D82A}">
                    <a16:rowId xmlns:a16="http://schemas.microsoft.com/office/drawing/2014/main" val="2976954909"/>
                  </a:ext>
                </a:extLst>
              </a:tr>
              <a:tr h="370840">
                <a:tc>
                  <a:txBody>
                    <a:bodyPr/>
                    <a:lstStyle/>
                    <a:p>
                      <a:r>
                        <a:rPr lang="en-US" dirty="0"/>
                        <a:t>18</a:t>
                      </a:r>
                    </a:p>
                  </a:txBody>
                  <a:tcPr/>
                </a:tc>
                <a:tc>
                  <a:txBody>
                    <a:bodyPr/>
                    <a:lstStyle/>
                    <a:p>
                      <a:r>
                        <a:rPr lang="en-US" dirty="0"/>
                        <a:t>11/24 Workshop</a:t>
                      </a:r>
                    </a:p>
                  </a:txBody>
                  <a:tcPr/>
                </a:tc>
                <a:tc>
                  <a:txBody>
                    <a:bodyPr/>
                    <a:lstStyle/>
                    <a:p>
                      <a:r>
                        <a:rPr lang="en-US" dirty="0"/>
                        <a:t>11/25 Blockchain (individual)</a:t>
                      </a:r>
                    </a:p>
                  </a:txBody>
                  <a:tcPr/>
                </a:tc>
                <a:extLst>
                  <a:ext uri="{0D108BD9-81ED-4DB2-BD59-A6C34878D82A}">
                    <a16:rowId xmlns:a16="http://schemas.microsoft.com/office/drawing/2014/main" val="3807616084"/>
                  </a:ext>
                </a:extLst>
              </a:tr>
              <a:tr h="370840">
                <a:tc>
                  <a:txBody>
                    <a:bodyPr/>
                    <a:lstStyle/>
                    <a:p>
                      <a:r>
                        <a:rPr lang="en-US" dirty="0"/>
                        <a:t>19</a:t>
                      </a:r>
                    </a:p>
                  </a:txBody>
                  <a:tcPr/>
                </a:tc>
                <a:tc>
                  <a:txBody>
                    <a:bodyPr/>
                    <a:lstStyle/>
                    <a:p>
                      <a:r>
                        <a:rPr lang="en-US" dirty="0"/>
                        <a:t>11/26 Thanksgiving break</a:t>
                      </a:r>
                    </a:p>
                  </a:txBody>
                  <a:tcPr/>
                </a:tc>
                <a:tc>
                  <a:txBody>
                    <a:bodyPr/>
                    <a:lstStyle/>
                    <a:p>
                      <a:r>
                        <a:rPr lang="en-US" dirty="0"/>
                        <a:t>11/27 Thanksgiving break</a:t>
                      </a:r>
                    </a:p>
                  </a:txBody>
                  <a:tcPr/>
                </a:tc>
                <a:extLst>
                  <a:ext uri="{0D108BD9-81ED-4DB2-BD59-A6C34878D82A}">
                    <a16:rowId xmlns:a16="http://schemas.microsoft.com/office/drawing/2014/main" val="182159572"/>
                  </a:ext>
                </a:extLst>
              </a:tr>
              <a:tr h="370840">
                <a:tc>
                  <a:txBody>
                    <a:bodyPr/>
                    <a:lstStyle/>
                    <a:p>
                      <a:r>
                        <a:rPr lang="en-US" dirty="0"/>
                        <a:t>20</a:t>
                      </a:r>
                    </a:p>
                  </a:txBody>
                  <a:tcPr/>
                </a:tc>
                <a:tc>
                  <a:txBody>
                    <a:bodyPr/>
                    <a:lstStyle/>
                    <a:p>
                      <a:r>
                        <a:rPr lang="en-US" dirty="0"/>
                        <a:t>12/2 Workshop</a:t>
                      </a:r>
                    </a:p>
                  </a:txBody>
                  <a:tcPr/>
                </a:tc>
                <a:tc>
                  <a:txBody>
                    <a:bodyPr/>
                    <a:lstStyle/>
                    <a:p>
                      <a:r>
                        <a:rPr lang="en-US" dirty="0"/>
                        <a:t>12/2 Workshop *Audit Plan Deadline</a:t>
                      </a:r>
                    </a:p>
                  </a:txBody>
                  <a:tcPr/>
                </a:tc>
                <a:extLst>
                  <a:ext uri="{0D108BD9-81ED-4DB2-BD59-A6C34878D82A}">
                    <a16:rowId xmlns:a16="http://schemas.microsoft.com/office/drawing/2014/main" val="4270039033"/>
                  </a:ext>
                </a:extLst>
              </a:tr>
              <a:tr h="370840">
                <a:tc>
                  <a:txBody>
                    <a:bodyPr/>
                    <a:lstStyle/>
                    <a:p>
                      <a:r>
                        <a:rPr lang="en-US" dirty="0"/>
                        <a:t>21</a:t>
                      </a:r>
                    </a:p>
                  </a:txBody>
                  <a:tcPr/>
                </a:tc>
                <a:tc>
                  <a:txBody>
                    <a:bodyPr/>
                    <a:lstStyle/>
                    <a:p>
                      <a:r>
                        <a:rPr lang="en-US" dirty="0"/>
                        <a:t>12/3 Workshop </a:t>
                      </a:r>
                    </a:p>
                    <a:p>
                      <a:r>
                        <a:rPr lang="en-US" dirty="0"/>
                        <a:t>*Final Project Due by 11:59PM</a:t>
                      </a:r>
                    </a:p>
                  </a:txBody>
                  <a:tcPr/>
                </a:tc>
                <a:tc>
                  <a:txBody>
                    <a:bodyPr/>
                    <a:lstStyle/>
                    <a:p>
                      <a:r>
                        <a:rPr lang="en-US" dirty="0"/>
                        <a:t>12/4 Final Presentations</a:t>
                      </a:r>
                    </a:p>
                  </a:txBody>
                  <a:tcPr/>
                </a:tc>
                <a:extLst>
                  <a:ext uri="{0D108BD9-81ED-4DB2-BD59-A6C34878D82A}">
                    <a16:rowId xmlns:a16="http://schemas.microsoft.com/office/drawing/2014/main" val="492316064"/>
                  </a:ext>
                </a:extLst>
              </a:tr>
            </a:tbl>
          </a:graphicData>
        </a:graphic>
      </p:graphicFrame>
      <p:sp>
        <p:nvSpPr>
          <p:cNvPr id="5" name="TextBox 4">
            <a:extLst>
              <a:ext uri="{FF2B5EF4-FFF2-40B4-BE49-F238E27FC236}">
                <a16:creationId xmlns:a16="http://schemas.microsoft.com/office/drawing/2014/main" id="{ACDA9A52-3795-ED9B-AE6C-094AF8F41DB4}"/>
              </a:ext>
            </a:extLst>
          </p:cNvPr>
          <p:cNvSpPr txBox="1"/>
          <p:nvPr/>
        </p:nvSpPr>
        <p:spPr>
          <a:xfrm>
            <a:off x="435657" y="1321332"/>
            <a:ext cx="4441088" cy="369332"/>
          </a:xfrm>
          <a:prstGeom prst="rect">
            <a:avLst/>
          </a:prstGeom>
          <a:noFill/>
        </p:spPr>
        <p:txBody>
          <a:bodyPr wrap="none" rtlCol="0">
            <a:spAutoFit/>
          </a:bodyPr>
          <a:lstStyle/>
          <a:p>
            <a:r>
              <a:rPr lang="en-US" dirty="0">
                <a:latin typeface="+mn-lt"/>
              </a:rPr>
              <a:t>Goal facilitate completion of the final project.</a:t>
            </a:r>
          </a:p>
        </p:txBody>
      </p:sp>
      <p:sp>
        <p:nvSpPr>
          <p:cNvPr id="6" name="TextBox 5">
            <a:extLst>
              <a:ext uri="{FF2B5EF4-FFF2-40B4-BE49-F238E27FC236}">
                <a16:creationId xmlns:a16="http://schemas.microsoft.com/office/drawing/2014/main" id="{D0064E1A-1A2B-FFB0-2D24-2536FDA96B5A}"/>
              </a:ext>
            </a:extLst>
          </p:cNvPr>
          <p:cNvSpPr txBox="1"/>
          <p:nvPr/>
        </p:nvSpPr>
        <p:spPr>
          <a:xfrm>
            <a:off x="211991" y="4052305"/>
            <a:ext cx="8596510" cy="646331"/>
          </a:xfrm>
          <a:prstGeom prst="rect">
            <a:avLst/>
          </a:prstGeom>
          <a:noFill/>
        </p:spPr>
        <p:txBody>
          <a:bodyPr wrap="square" rtlCol="0">
            <a:spAutoFit/>
          </a:bodyPr>
          <a:lstStyle/>
          <a:p>
            <a:r>
              <a:rPr lang="en-US" dirty="0">
                <a:latin typeface="+mn-lt"/>
              </a:rPr>
              <a:t>Workshops do not require classroom presence, if teams want to meet remotely or in break out rooms, let me know.</a:t>
            </a:r>
          </a:p>
        </p:txBody>
      </p:sp>
    </p:spTree>
    <p:extLst>
      <p:ext uri="{BB962C8B-B14F-4D97-AF65-F5344CB8AC3E}">
        <p14:creationId xmlns:p14="http://schemas.microsoft.com/office/powerpoint/2010/main" val="3875041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03F2-A23D-3C94-4453-60304CFE6D8E}"/>
              </a:ext>
            </a:extLst>
          </p:cNvPr>
          <p:cNvSpPr>
            <a:spLocks noGrp="1"/>
          </p:cNvSpPr>
          <p:nvPr>
            <p:ph type="title"/>
          </p:nvPr>
        </p:nvSpPr>
        <p:spPr/>
        <p:txBody>
          <a:bodyPr/>
          <a:lstStyle/>
          <a:p>
            <a:r>
              <a:rPr lang="en-US" dirty="0"/>
              <a:t>Workshop focus</a:t>
            </a:r>
          </a:p>
        </p:txBody>
      </p:sp>
      <p:sp>
        <p:nvSpPr>
          <p:cNvPr id="3" name="Content Placeholder 2">
            <a:extLst>
              <a:ext uri="{FF2B5EF4-FFF2-40B4-BE49-F238E27FC236}">
                <a16:creationId xmlns:a16="http://schemas.microsoft.com/office/drawing/2014/main" id="{211FDCB0-3B0B-EA7E-9285-2118472E0287}"/>
              </a:ext>
            </a:extLst>
          </p:cNvPr>
          <p:cNvSpPr>
            <a:spLocks noGrp="1"/>
          </p:cNvSpPr>
          <p:nvPr>
            <p:ph idx="1"/>
          </p:nvPr>
        </p:nvSpPr>
        <p:spPr>
          <a:xfrm>
            <a:off x="361950" y="1000125"/>
            <a:ext cx="8229600" cy="1090042"/>
          </a:xfrm>
        </p:spPr>
        <p:txBody>
          <a:bodyPr/>
          <a:lstStyle/>
          <a:p>
            <a:endParaRPr lang="en-US" dirty="0">
              <a:hlinkClick r:id="rId2"/>
            </a:endParaRPr>
          </a:p>
          <a:p>
            <a:r>
              <a:rPr lang="en-US" dirty="0">
                <a:hlinkClick r:id="rId2"/>
              </a:rPr>
              <a:t>https://forms.office.com/r/mTpgsZX5hu</a:t>
            </a:r>
            <a:r>
              <a:rPr lang="en-US" dirty="0"/>
              <a:t> </a:t>
            </a:r>
          </a:p>
        </p:txBody>
      </p:sp>
    </p:spTree>
    <p:extLst>
      <p:ext uri="{BB962C8B-B14F-4D97-AF65-F5344CB8AC3E}">
        <p14:creationId xmlns:p14="http://schemas.microsoft.com/office/powerpoint/2010/main" val="896019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D19C17-381D-A53A-2FAC-00CE9A066B59}"/>
              </a:ext>
            </a:extLst>
          </p:cNvPr>
          <p:cNvPicPr>
            <a:picLocks noChangeAspect="1"/>
          </p:cNvPicPr>
          <p:nvPr/>
        </p:nvPicPr>
        <p:blipFill>
          <a:blip r:embed="rId2"/>
          <a:stretch>
            <a:fillRect/>
          </a:stretch>
        </p:blipFill>
        <p:spPr>
          <a:xfrm>
            <a:off x="0" y="193585"/>
            <a:ext cx="9144000" cy="4756330"/>
          </a:xfrm>
          <a:prstGeom prst="rect">
            <a:avLst/>
          </a:prstGeom>
        </p:spPr>
      </p:pic>
      <p:sp>
        <p:nvSpPr>
          <p:cNvPr id="6" name="Rectangle 5">
            <a:extLst>
              <a:ext uri="{FF2B5EF4-FFF2-40B4-BE49-F238E27FC236}">
                <a16:creationId xmlns:a16="http://schemas.microsoft.com/office/drawing/2014/main" id="{B88A4238-332F-CCEE-330D-5FBCC67158B6}"/>
              </a:ext>
            </a:extLst>
          </p:cNvPr>
          <p:cNvSpPr/>
          <p:nvPr/>
        </p:nvSpPr>
        <p:spPr>
          <a:xfrm>
            <a:off x="0" y="1221971"/>
            <a:ext cx="9019309" cy="143810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F4788E4-5882-36BD-EE7B-75B2BA7E080A}"/>
              </a:ext>
            </a:extLst>
          </p:cNvPr>
          <p:cNvSpPr txBox="1"/>
          <p:nvPr/>
        </p:nvSpPr>
        <p:spPr>
          <a:xfrm>
            <a:off x="5223263" y="85049"/>
            <a:ext cx="3674532" cy="646331"/>
          </a:xfrm>
          <a:prstGeom prst="rect">
            <a:avLst/>
          </a:prstGeom>
          <a:noFill/>
        </p:spPr>
        <p:txBody>
          <a:bodyPr wrap="none" rtlCol="0">
            <a:spAutoFit/>
          </a:bodyPr>
          <a:lstStyle/>
          <a:p>
            <a:r>
              <a:rPr lang="en-US" dirty="0">
                <a:latin typeface="+mn-lt"/>
              </a:rPr>
              <a:t>Full text filing </a:t>
            </a:r>
          </a:p>
          <a:p>
            <a:r>
              <a:rPr lang="en-US" dirty="0">
                <a:latin typeface="+mn-lt"/>
              </a:rPr>
              <a:t>(text, tables, XBRL schema and more)</a:t>
            </a:r>
          </a:p>
        </p:txBody>
      </p:sp>
      <p:cxnSp>
        <p:nvCxnSpPr>
          <p:cNvPr id="9" name="Straight Arrow Connector 8">
            <a:extLst>
              <a:ext uri="{FF2B5EF4-FFF2-40B4-BE49-F238E27FC236}">
                <a16:creationId xmlns:a16="http://schemas.microsoft.com/office/drawing/2014/main" id="{ED56DB14-6E2C-6EBE-E488-94629BB416EC}"/>
              </a:ext>
            </a:extLst>
          </p:cNvPr>
          <p:cNvCxnSpPr/>
          <p:nvPr/>
        </p:nvCxnSpPr>
        <p:spPr>
          <a:xfrm>
            <a:off x="8137502" y="639047"/>
            <a:ext cx="302607" cy="12489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4E32228-95C9-89F2-20A8-8D4D8B019A76}"/>
              </a:ext>
            </a:extLst>
          </p:cNvPr>
          <p:cNvCxnSpPr/>
          <p:nvPr/>
        </p:nvCxnSpPr>
        <p:spPr>
          <a:xfrm flipH="1">
            <a:off x="638106" y="4394383"/>
            <a:ext cx="315106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2374CFB-7B37-7BCD-6955-50369123BECA}"/>
              </a:ext>
            </a:extLst>
          </p:cNvPr>
          <p:cNvSpPr txBox="1"/>
          <p:nvPr/>
        </p:nvSpPr>
        <p:spPr>
          <a:xfrm>
            <a:off x="3874688" y="4104932"/>
            <a:ext cx="3417667" cy="369332"/>
          </a:xfrm>
          <a:prstGeom prst="rect">
            <a:avLst/>
          </a:prstGeom>
          <a:noFill/>
        </p:spPr>
        <p:txBody>
          <a:bodyPr wrap="none" rtlCol="0">
            <a:spAutoFit/>
          </a:bodyPr>
          <a:lstStyle/>
          <a:p>
            <a:r>
              <a:rPr lang="en-US" dirty="0">
                <a:latin typeface="+mn-lt"/>
              </a:rPr>
              <a:t>JSON file of XBRL (largely numeric)</a:t>
            </a:r>
          </a:p>
        </p:txBody>
      </p:sp>
    </p:spTree>
    <p:extLst>
      <p:ext uri="{BB962C8B-B14F-4D97-AF65-F5344CB8AC3E}">
        <p14:creationId xmlns:p14="http://schemas.microsoft.com/office/powerpoint/2010/main" val="3296982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DA922-1197-9DED-6CA2-80D97D8ECEE4}"/>
              </a:ext>
            </a:extLst>
          </p:cNvPr>
          <p:cNvSpPr>
            <a:spLocks noGrp="1"/>
          </p:cNvSpPr>
          <p:nvPr>
            <p:ph type="title"/>
          </p:nvPr>
        </p:nvSpPr>
        <p:spPr/>
        <p:txBody>
          <a:bodyPr/>
          <a:lstStyle/>
          <a:p>
            <a:r>
              <a:rPr lang="en-US" dirty="0"/>
              <a:t>Final Project Templates</a:t>
            </a:r>
          </a:p>
        </p:txBody>
      </p:sp>
      <p:sp>
        <p:nvSpPr>
          <p:cNvPr id="3" name="Content Placeholder 2">
            <a:extLst>
              <a:ext uri="{FF2B5EF4-FFF2-40B4-BE49-F238E27FC236}">
                <a16:creationId xmlns:a16="http://schemas.microsoft.com/office/drawing/2014/main" id="{34412690-5585-55B4-D037-B4286BA912D7}"/>
              </a:ext>
            </a:extLst>
          </p:cNvPr>
          <p:cNvSpPr>
            <a:spLocks noGrp="1"/>
          </p:cNvSpPr>
          <p:nvPr>
            <p:ph idx="1"/>
          </p:nvPr>
        </p:nvSpPr>
        <p:spPr>
          <a:xfrm>
            <a:off x="361950" y="1000125"/>
            <a:ext cx="8229600" cy="2074927"/>
          </a:xfrm>
        </p:spPr>
        <p:txBody>
          <a:bodyPr/>
          <a:lstStyle/>
          <a:p>
            <a:r>
              <a:rPr lang="en-US" b="1" dirty="0">
                <a:solidFill>
                  <a:schemeClr val="tx2"/>
                </a:solidFill>
              </a:rPr>
              <a:t>Data Source Appendix</a:t>
            </a:r>
          </a:p>
          <a:p>
            <a:r>
              <a:rPr lang="en-US" dirty="0"/>
              <a:t>Goal: Have a summary Table documenting the sources of data used and where the data was used. </a:t>
            </a:r>
          </a:p>
        </p:txBody>
      </p:sp>
    </p:spTree>
    <p:extLst>
      <p:ext uri="{BB962C8B-B14F-4D97-AF65-F5344CB8AC3E}">
        <p14:creationId xmlns:p14="http://schemas.microsoft.com/office/powerpoint/2010/main" val="367472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479183-CE6E-CFDF-40A4-CE778789539D}"/>
              </a:ext>
            </a:extLst>
          </p:cNvPr>
          <p:cNvPicPr>
            <a:picLocks noChangeAspect="1"/>
          </p:cNvPicPr>
          <p:nvPr/>
        </p:nvPicPr>
        <p:blipFill>
          <a:blip r:embed="rId2"/>
          <a:stretch>
            <a:fillRect/>
          </a:stretch>
        </p:blipFill>
        <p:spPr>
          <a:xfrm>
            <a:off x="1204442" y="1076116"/>
            <a:ext cx="6735115" cy="2991267"/>
          </a:xfrm>
          <a:prstGeom prst="rect">
            <a:avLst/>
          </a:prstGeom>
        </p:spPr>
      </p:pic>
    </p:spTree>
    <p:extLst>
      <p:ext uri="{BB962C8B-B14F-4D97-AF65-F5344CB8AC3E}">
        <p14:creationId xmlns:p14="http://schemas.microsoft.com/office/powerpoint/2010/main" val="2234140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E2817-3961-9EBC-E840-5AF496823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3F98B-1E95-C70E-4106-9405482F3994}"/>
              </a:ext>
            </a:extLst>
          </p:cNvPr>
          <p:cNvSpPr>
            <a:spLocks noGrp="1"/>
          </p:cNvSpPr>
          <p:nvPr>
            <p:ph type="title"/>
          </p:nvPr>
        </p:nvSpPr>
        <p:spPr/>
        <p:txBody>
          <a:bodyPr/>
          <a:lstStyle/>
          <a:p>
            <a:r>
              <a:rPr lang="en-US" dirty="0"/>
              <a:t>Final Project Templates</a:t>
            </a:r>
          </a:p>
        </p:txBody>
      </p:sp>
      <p:sp>
        <p:nvSpPr>
          <p:cNvPr id="3" name="Content Placeholder 2">
            <a:extLst>
              <a:ext uri="{FF2B5EF4-FFF2-40B4-BE49-F238E27FC236}">
                <a16:creationId xmlns:a16="http://schemas.microsoft.com/office/drawing/2014/main" id="{67358885-613C-F745-1909-9F4E7FB9EF7A}"/>
              </a:ext>
            </a:extLst>
          </p:cNvPr>
          <p:cNvSpPr>
            <a:spLocks noGrp="1"/>
          </p:cNvSpPr>
          <p:nvPr>
            <p:ph idx="1"/>
          </p:nvPr>
        </p:nvSpPr>
        <p:spPr>
          <a:xfrm>
            <a:off x="361950" y="1000125"/>
            <a:ext cx="8229600" cy="2567369"/>
          </a:xfrm>
        </p:spPr>
        <p:txBody>
          <a:bodyPr/>
          <a:lstStyle/>
          <a:p>
            <a:r>
              <a:rPr lang="en-US" b="1" dirty="0">
                <a:solidFill>
                  <a:schemeClr val="tx2"/>
                </a:solidFill>
              </a:rPr>
              <a:t>Analytics Enhancement Appendix</a:t>
            </a:r>
          </a:p>
          <a:p>
            <a:r>
              <a:rPr lang="en-US" dirty="0"/>
              <a:t>Goal: Have a summary Table documenting the sources analytical methods used and where in the Financial Statement Analysis they were incorporated.</a:t>
            </a:r>
          </a:p>
        </p:txBody>
      </p:sp>
    </p:spTree>
    <p:extLst>
      <p:ext uri="{BB962C8B-B14F-4D97-AF65-F5344CB8AC3E}">
        <p14:creationId xmlns:p14="http://schemas.microsoft.com/office/powerpoint/2010/main" val="4177632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C685E3-7183-B1DE-2243-1278AC75CBCF}"/>
              </a:ext>
            </a:extLst>
          </p:cNvPr>
          <p:cNvPicPr>
            <a:picLocks noChangeAspect="1"/>
          </p:cNvPicPr>
          <p:nvPr/>
        </p:nvPicPr>
        <p:blipFill>
          <a:blip r:embed="rId2"/>
          <a:stretch>
            <a:fillRect/>
          </a:stretch>
        </p:blipFill>
        <p:spPr>
          <a:xfrm>
            <a:off x="1218732" y="1142800"/>
            <a:ext cx="6706536" cy="2857899"/>
          </a:xfrm>
          <a:prstGeom prst="rect">
            <a:avLst/>
          </a:prstGeom>
        </p:spPr>
      </p:pic>
    </p:spTree>
    <p:extLst>
      <p:ext uri="{BB962C8B-B14F-4D97-AF65-F5344CB8AC3E}">
        <p14:creationId xmlns:p14="http://schemas.microsoft.com/office/powerpoint/2010/main" val="3944835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68C3A-E727-B7C6-5914-2A1389C1B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47862-1B19-B1DC-5613-E6DAD185DF3A}"/>
              </a:ext>
            </a:extLst>
          </p:cNvPr>
          <p:cNvSpPr>
            <a:spLocks noGrp="1"/>
          </p:cNvSpPr>
          <p:nvPr>
            <p:ph type="title"/>
          </p:nvPr>
        </p:nvSpPr>
        <p:spPr/>
        <p:txBody>
          <a:bodyPr/>
          <a:lstStyle/>
          <a:p>
            <a:r>
              <a:rPr lang="en-US" dirty="0"/>
              <a:t>Final Project Templates</a:t>
            </a:r>
          </a:p>
        </p:txBody>
      </p:sp>
      <p:sp>
        <p:nvSpPr>
          <p:cNvPr id="3" name="Content Placeholder 2">
            <a:extLst>
              <a:ext uri="{FF2B5EF4-FFF2-40B4-BE49-F238E27FC236}">
                <a16:creationId xmlns:a16="http://schemas.microsoft.com/office/drawing/2014/main" id="{AF92FEEF-3D9F-4856-F4D2-4FB70BC8388C}"/>
              </a:ext>
            </a:extLst>
          </p:cNvPr>
          <p:cNvSpPr>
            <a:spLocks noGrp="1"/>
          </p:cNvSpPr>
          <p:nvPr>
            <p:ph idx="1"/>
          </p:nvPr>
        </p:nvSpPr>
        <p:spPr>
          <a:xfrm>
            <a:off x="361950" y="1000125"/>
            <a:ext cx="8229600" cy="2074927"/>
          </a:xfrm>
        </p:spPr>
        <p:txBody>
          <a:bodyPr/>
          <a:lstStyle/>
          <a:p>
            <a:r>
              <a:rPr lang="en-US" b="1" dirty="0">
                <a:solidFill>
                  <a:schemeClr val="tx2"/>
                </a:solidFill>
              </a:rPr>
              <a:t>XBRL Mapping to </a:t>
            </a:r>
            <a:r>
              <a:rPr lang="en-US" b="1" dirty="0" err="1">
                <a:solidFill>
                  <a:schemeClr val="tx2"/>
                </a:solidFill>
              </a:rPr>
              <a:t>eVal</a:t>
            </a:r>
            <a:endParaRPr lang="en-US" b="1" dirty="0">
              <a:solidFill>
                <a:schemeClr val="tx2"/>
              </a:solidFill>
            </a:endParaRPr>
          </a:p>
          <a:p>
            <a:r>
              <a:rPr lang="en-US" dirty="0"/>
              <a:t>Goal: Have a summary Table documenting the mapping of disaggregated tags to </a:t>
            </a:r>
            <a:r>
              <a:rPr lang="en-US" dirty="0" err="1"/>
              <a:t>eVal</a:t>
            </a:r>
            <a:r>
              <a:rPr lang="en-US" dirty="0"/>
              <a:t> line items.</a:t>
            </a:r>
          </a:p>
        </p:txBody>
      </p:sp>
    </p:spTree>
    <p:extLst>
      <p:ext uri="{BB962C8B-B14F-4D97-AF65-F5344CB8AC3E}">
        <p14:creationId xmlns:p14="http://schemas.microsoft.com/office/powerpoint/2010/main" val="1509889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03A137-8BF6-30A4-8395-6FF55B6AB52F}"/>
              </a:ext>
            </a:extLst>
          </p:cNvPr>
          <p:cNvPicPr>
            <a:picLocks noChangeAspect="1"/>
          </p:cNvPicPr>
          <p:nvPr/>
        </p:nvPicPr>
        <p:blipFill>
          <a:blip r:embed="rId2"/>
          <a:stretch>
            <a:fillRect/>
          </a:stretch>
        </p:blipFill>
        <p:spPr>
          <a:xfrm>
            <a:off x="1377061" y="0"/>
            <a:ext cx="6389877" cy="5143500"/>
          </a:xfrm>
          <a:prstGeom prst="rect">
            <a:avLst/>
          </a:prstGeom>
        </p:spPr>
      </p:pic>
    </p:spTree>
    <p:extLst>
      <p:ext uri="{BB962C8B-B14F-4D97-AF65-F5344CB8AC3E}">
        <p14:creationId xmlns:p14="http://schemas.microsoft.com/office/powerpoint/2010/main" val="1637512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980FC-106B-5F0C-746A-18AC040DCF11}"/>
              </a:ext>
            </a:extLst>
          </p:cNvPr>
          <p:cNvSpPr>
            <a:spLocks noGrp="1"/>
          </p:cNvSpPr>
          <p:nvPr>
            <p:ph type="title"/>
          </p:nvPr>
        </p:nvSpPr>
        <p:spPr>
          <a:xfrm>
            <a:off x="361950" y="332845"/>
            <a:ext cx="8305800" cy="769441"/>
          </a:xfrm>
        </p:spPr>
        <p:txBody>
          <a:bodyPr/>
          <a:lstStyle/>
          <a:p>
            <a:r>
              <a:rPr lang="en-US" dirty="0"/>
              <a:t>Alteryx Challenge 11/24 </a:t>
            </a:r>
          </a:p>
        </p:txBody>
      </p:sp>
      <p:sp>
        <p:nvSpPr>
          <p:cNvPr id="3" name="Content Placeholder 2">
            <a:extLst>
              <a:ext uri="{FF2B5EF4-FFF2-40B4-BE49-F238E27FC236}">
                <a16:creationId xmlns:a16="http://schemas.microsoft.com/office/drawing/2014/main" id="{6F603BF2-39EF-4E13-1A56-390FDB4EA1B8}"/>
              </a:ext>
            </a:extLst>
          </p:cNvPr>
          <p:cNvSpPr>
            <a:spLocks noGrp="1"/>
          </p:cNvSpPr>
          <p:nvPr>
            <p:ph idx="1"/>
          </p:nvPr>
        </p:nvSpPr>
        <p:spPr>
          <a:xfrm>
            <a:off x="361950" y="1000125"/>
            <a:ext cx="8229600" cy="4039567"/>
          </a:xfrm>
        </p:spPr>
        <p:txBody>
          <a:bodyPr/>
          <a:lstStyle/>
          <a:p>
            <a:pPr marL="0" indent="0">
              <a:buNone/>
            </a:pPr>
            <a:r>
              <a:rPr lang="en-US" dirty="0"/>
              <a:t>Two required submission portals with multiple files:</a:t>
            </a:r>
          </a:p>
          <a:p>
            <a:r>
              <a:rPr lang="en-US" sz="2800" dirty="0"/>
              <a:t>Individual Case Submissions: </a:t>
            </a:r>
            <a:r>
              <a:rPr lang="en-US" sz="2800" b="1" dirty="0">
                <a:solidFill>
                  <a:srgbClr val="412985"/>
                </a:solidFill>
              </a:rPr>
              <a:t>Alteryx Workflows</a:t>
            </a:r>
            <a:r>
              <a:rPr lang="en-US" sz="2800" dirty="0"/>
              <a:t> -&gt; all </a:t>
            </a:r>
            <a:r>
              <a:rPr lang="en-US" sz="2800" i="1" dirty="0">
                <a:solidFill>
                  <a:srgbClr val="412985"/>
                </a:solidFill>
              </a:rPr>
              <a:t>completed</a:t>
            </a:r>
            <a:r>
              <a:rPr lang="en-US" sz="2800" dirty="0"/>
              <a:t> </a:t>
            </a:r>
            <a:r>
              <a:rPr lang="en-US" sz="2800" dirty="0" err="1"/>
              <a:t>SparkEd</a:t>
            </a:r>
            <a:r>
              <a:rPr lang="en-US" sz="2800" dirty="0"/>
              <a:t> (up to 6 files) and </a:t>
            </a:r>
            <a:r>
              <a:rPr lang="en-US" sz="2800" i="1" dirty="0">
                <a:solidFill>
                  <a:srgbClr val="412985"/>
                </a:solidFill>
              </a:rPr>
              <a:t>complete/incomplete</a:t>
            </a:r>
            <a:r>
              <a:rPr lang="en-US" sz="2800" dirty="0"/>
              <a:t> Challenge (3 files)</a:t>
            </a:r>
          </a:p>
          <a:p>
            <a:r>
              <a:rPr lang="en-US" sz="2800" dirty="0"/>
              <a:t>Individual Case Submissions: </a:t>
            </a:r>
            <a:r>
              <a:rPr lang="en-US" sz="2800" b="1" dirty="0">
                <a:solidFill>
                  <a:schemeClr val="tx2"/>
                </a:solidFill>
              </a:rPr>
              <a:t>Alteryx Challenge Memo -&gt; </a:t>
            </a:r>
            <a:r>
              <a:rPr lang="en-US" sz="2800" dirty="0"/>
              <a:t>memo about the three Alteryx challenges in 11/16 class (with Nicole as guest).</a:t>
            </a:r>
            <a:endParaRPr lang="en-US" sz="2800" b="1" dirty="0"/>
          </a:p>
          <a:p>
            <a:pPr lvl="1"/>
            <a:endParaRPr lang="en-US" dirty="0"/>
          </a:p>
        </p:txBody>
      </p:sp>
    </p:spTree>
    <p:extLst>
      <p:ext uri="{BB962C8B-B14F-4D97-AF65-F5344CB8AC3E}">
        <p14:creationId xmlns:p14="http://schemas.microsoft.com/office/powerpoint/2010/main" val="3567085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B8B04-EE8F-4494-1DBA-0BBDDC862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A83A7-D3A5-FA67-5BC2-502EDFCA703E}"/>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F802F64-40D5-DC2F-3FC7-DD042293D2B9}"/>
              </a:ext>
            </a:extLst>
          </p:cNvPr>
          <p:cNvSpPr>
            <a:spLocks noGrp="1"/>
          </p:cNvSpPr>
          <p:nvPr>
            <p:ph idx="1"/>
          </p:nvPr>
        </p:nvSpPr>
        <p:spPr>
          <a:xfrm>
            <a:off x="361950" y="1000125"/>
            <a:ext cx="8229600" cy="1946687"/>
          </a:xfrm>
        </p:spPr>
        <p:txBody>
          <a:bodyPr vert="horz" wrap="square" lIns="137160" tIns="45720" rIns="91440" bIns="45720" rtlCol="0" anchor="t">
            <a:spAutoFit/>
          </a:bodyPr>
          <a:lstStyle/>
          <a:p>
            <a:pPr marL="457200" indent="-457200"/>
            <a:r>
              <a:rPr lang="en-US" dirty="0">
                <a:solidFill>
                  <a:schemeClr val="bg1">
                    <a:lumMod val="65000"/>
                  </a:schemeClr>
                </a:solidFill>
              </a:rPr>
              <a:t>Review</a:t>
            </a:r>
          </a:p>
          <a:p>
            <a:pPr marL="457200" indent="-457200"/>
            <a:r>
              <a:rPr lang="en-US" b="1" dirty="0">
                <a:solidFill>
                  <a:schemeClr val="tx2"/>
                </a:solidFill>
              </a:rPr>
              <a:t>Deliverable</a:t>
            </a:r>
          </a:p>
          <a:p>
            <a:pPr marL="457200" indent="-457200"/>
            <a:r>
              <a:rPr lang="en-US" dirty="0"/>
              <a:t>Lab: </a:t>
            </a:r>
          </a:p>
          <a:p>
            <a:pPr marL="1027113" lvl="1" indent="-457200"/>
            <a:r>
              <a:rPr lang="en-US" dirty="0"/>
              <a:t>Escape the Digital Dungeon Case</a:t>
            </a:r>
          </a:p>
        </p:txBody>
      </p:sp>
    </p:spTree>
    <p:extLst>
      <p:ext uri="{BB962C8B-B14F-4D97-AF65-F5344CB8AC3E}">
        <p14:creationId xmlns:p14="http://schemas.microsoft.com/office/powerpoint/2010/main" val="1825115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BC68F3-AC55-429E-C73C-2818F1470B80}"/>
              </a:ext>
            </a:extLst>
          </p:cNvPr>
          <p:cNvSpPr txBox="1"/>
          <p:nvPr/>
        </p:nvSpPr>
        <p:spPr>
          <a:xfrm>
            <a:off x="5568631" y="4584686"/>
            <a:ext cx="4572000" cy="369332"/>
          </a:xfrm>
          <a:prstGeom prst="rect">
            <a:avLst/>
          </a:prstGeom>
          <a:noFill/>
        </p:spPr>
        <p:txBody>
          <a:bodyPr wrap="square">
            <a:spAutoFit/>
          </a:bodyPr>
          <a:lstStyle/>
          <a:p>
            <a:r>
              <a:rPr lang="en-US" dirty="0">
                <a:hlinkClick r:id="rId2"/>
              </a:rPr>
              <a:t>https://eyarc.site/cyber/index.html</a:t>
            </a:r>
            <a:r>
              <a:rPr lang="en-US" dirty="0"/>
              <a:t> </a:t>
            </a:r>
          </a:p>
        </p:txBody>
      </p:sp>
      <p:pic>
        <p:nvPicPr>
          <p:cNvPr id="7" name="Picture 6">
            <a:extLst>
              <a:ext uri="{FF2B5EF4-FFF2-40B4-BE49-F238E27FC236}">
                <a16:creationId xmlns:a16="http://schemas.microsoft.com/office/drawing/2014/main" id="{4CEBF075-E3CA-28FA-1F15-3B6B0F7778B6}"/>
              </a:ext>
            </a:extLst>
          </p:cNvPr>
          <p:cNvPicPr>
            <a:picLocks noChangeAspect="1"/>
          </p:cNvPicPr>
          <p:nvPr/>
        </p:nvPicPr>
        <p:blipFill>
          <a:blip r:embed="rId3"/>
          <a:stretch>
            <a:fillRect/>
          </a:stretch>
        </p:blipFill>
        <p:spPr>
          <a:xfrm>
            <a:off x="0" y="0"/>
            <a:ext cx="4303409" cy="5143500"/>
          </a:xfrm>
          <a:prstGeom prst="rect">
            <a:avLst/>
          </a:prstGeom>
        </p:spPr>
      </p:pic>
      <p:cxnSp>
        <p:nvCxnSpPr>
          <p:cNvPr id="9" name="Straight Arrow Connector 8">
            <a:extLst>
              <a:ext uri="{FF2B5EF4-FFF2-40B4-BE49-F238E27FC236}">
                <a16:creationId xmlns:a16="http://schemas.microsoft.com/office/drawing/2014/main" id="{6E9F3A77-B1BA-0AA1-9429-7DB8A7712DB5}"/>
              </a:ext>
            </a:extLst>
          </p:cNvPr>
          <p:cNvCxnSpPr>
            <a:cxnSpLocks/>
            <a:stCxn id="12" idx="1"/>
          </p:cNvCxnSpPr>
          <p:nvPr/>
        </p:nvCxnSpPr>
        <p:spPr>
          <a:xfrm flipH="1">
            <a:off x="1197272" y="1638377"/>
            <a:ext cx="3854952" cy="31309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57864E4-5781-6190-76EB-F8D2140C2E85}"/>
              </a:ext>
            </a:extLst>
          </p:cNvPr>
          <p:cNvCxnSpPr>
            <a:cxnSpLocks/>
          </p:cNvCxnSpPr>
          <p:nvPr/>
        </p:nvCxnSpPr>
        <p:spPr>
          <a:xfrm flipH="1">
            <a:off x="2677416" y="2391195"/>
            <a:ext cx="3769433" cy="25628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74323AB-BB4F-DEC3-C270-7707877E7870}"/>
              </a:ext>
            </a:extLst>
          </p:cNvPr>
          <p:cNvSpPr txBox="1"/>
          <p:nvPr/>
        </p:nvSpPr>
        <p:spPr>
          <a:xfrm>
            <a:off x="5052224" y="1453711"/>
            <a:ext cx="3394455" cy="369332"/>
          </a:xfrm>
          <a:prstGeom prst="rect">
            <a:avLst/>
          </a:prstGeom>
          <a:noFill/>
        </p:spPr>
        <p:txBody>
          <a:bodyPr wrap="none" rtlCol="0">
            <a:spAutoFit/>
          </a:bodyPr>
          <a:lstStyle/>
          <a:p>
            <a:r>
              <a:rPr lang="en-US" dirty="0">
                <a:latin typeface="+mn-lt"/>
              </a:rPr>
              <a:t>Enter your Alteryx generated code</a:t>
            </a:r>
          </a:p>
        </p:txBody>
      </p:sp>
      <p:sp>
        <p:nvSpPr>
          <p:cNvPr id="13" name="TextBox 12">
            <a:extLst>
              <a:ext uri="{FF2B5EF4-FFF2-40B4-BE49-F238E27FC236}">
                <a16:creationId xmlns:a16="http://schemas.microsoft.com/office/drawing/2014/main" id="{9F624311-9BB2-C1BC-1923-2084396BC206}"/>
              </a:ext>
            </a:extLst>
          </p:cNvPr>
          <p:cNvSpPr txBox="1"/>
          <p:nvPr/>
        </p:nvSpPr>
        <p:spPr>
          <a:xfrm>
            <a:off x="6532368" y="2110023"/>
            <a:ext cx="2381387" cy="2031325"/>
          </a:xfrm>
          <a:prstGeom prst="rect">
            <a:avLst/>
          </a:prstGeom>
          <a:noFill/>
        </p:spPr>
        <p:txBody>
          <a:bodyPr wrap="square" rtlCol="0">
            <a:spAutoFit/>
          </a:bodyPr>
          <a:lstStyle/>
          <a:p>
            <a:r>
              <a:rPr lang="en-US" dirty="0">
                <a:latin typeface="+mn-lt"/>
              </a:rPr>
              <a:t>A response will appear, and if you are correct the “unlock code” copy it and paste it into a comment on your workflow along with your name.</a:t>
            </a:r>
          </a:p>
        </p:txBody>
      </p:sp>
    </p:spTree>
    <p:extLst>
      <p:ext uri="{BB962C8B-B14F-4D97-AF65-F5344CB8AC3E}">
        <p14:creationId xmlns:p14="http://schemas.microsoft.com/office/powerpoint/2010/main" val="1439479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563CC-A7A6-3CF6-DCE5-10DA620DEF61}"/>
              </a:ext>
            </a:extLst>
          </p:cNvPr>
          <p:cNvSpPr>
            <a:spLocks noGrp="1"/>
          </p:cNvSpPr>
          <p:nvPr>
            <p:ph type="title"/>
          </p:nvPr>
        </p:nvSpPr>
        <p:spPr/>
        <p:txBody>
          <a:bodyPr/>
          <a:lstStyle/>
          <a:p>
            <a:r>
              <a:rPr lang="en-US" dirty="0"/>
              <a:t>Deliverable</a:t>
            </a:r>
          </a:p>
        </p:txBody>
      </p:sp>
      <p:pic>
        <p:nvPicPr>
          <p:cNvPr id="5" name="Picture 4">
            <a:extLst>
              <a:ext uri="{FF2B5EF4-FFF2-40B4-BE49-F238E27FC236}">
                <a16:creationId xmlns:a16="http://schemas.microsoft.com/office/drawing/2014/main" id="{CDBC3F1B-CB91-E360-352A-18F55C21C236}"/>
              </a:ext>
            </a:extLst>
          </p:cNvPr>
          <p:cNvPicPr>
            <a:picLocks noChangeAspect="1"/>
          </p:cNvPicPr>
          <p:nvPr/>
        </p:nvPicPr>
        <p:blipFill>
          <a:blip r:embed="rId2"/>
          <a:stretch>
            <a:fillRect/>
          </a:stretch>
        </p:blipFill>
        <p:spPr>
          <a:xfrm>
            <a:off x="252890" y="1238064"/>
            <a:ext cx="3467584" cy="1333686"/>
          </a:xfrm>
          <a:prstGeom prst="rect">
            <a:avLst/>
          </a:prstGeom>
        </p:spPr>
      </p:pic>
      <p:cxnSp>
        <p:nvCxnSpPr>
          <p:cNvPr id="7" name="Straight Arrow Connector 6">
            <a:extLst>
              <a:ext uri="{FF2B5EF4-FFF2-40B4-BE49-F238E27FC236}">
                <a16:creationId xmlns:a16="http://schemas.microsoft.com/office/drawing/2014/main" id="{7653C06A-7CED-9F59-CA5D-088530689E30}"/>
              </a:ext>
            </a:extLst>
          </p:cNvPr>
          <p:cNvCxnSpPr/>
          <p:nvPr/>
        </p:nvCxnSpPr>
        <p:spPr>
          <a:xfrm flipH="1">
            <a:off x="3762855" y="1506458"/>
            <a:ext cx="1677496" cy="1578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8FDE8A5-FDB4-2BD0-F4CB-665358F263CD}"/>
              </a:ext>
            </a:extLst>
          </p:cNvPr>
          <p:cNvSpPr txBox="1"/>
          <p:nvPr/>
        </p:nvSpPr>
        <p:spPr>
          <a:xfrm>
            <a:off x="5591654" y="1321792"/>
            <a:ext cx="3504614" cy="369332"/>
          </a:xfrm>
          <a:prstGeom prst="rect">
            <a:avLst/>
          </a:prstGeom>
          <a:noFill/>
        </p:spPr>
        <p:txBody>
          <a:bodyPr wrap="none" rtlCol="0">
            <a:spAutoFit/>
          </a:bodyPr>
          <a:lstStyle/>
          <a:p>
            <a:r>
              <a:rPr lang="en-US" dirty="0">
                <a:latin typeface="+mn-lt"/>
              </a:rPr>
              <a:t>Comment tool with name and code</a:t>
            </a:r>
          </a:p>
        </p:txBody>
      </p:sp>
      <p:sp>
        <p:nvSpPr>
          <p:cNvPr id="9" name="TextBox 8">
            <a:extLst>
              <a:ext uri="{FF2B5EF4-FFF2-40B4-BE49-F238E27FC236}">
                <a16:creationId xmlns:a16="http://schemas.microsoft.com/office/drawing/2014/main" id="{0CB9091C-E626-C4E2-223B-10AEC68950FB}"/>
              </a:ext>
            </a:extLst>
          </p:cNvPr>
          <p:cNvSpPr txBox="1"/>
          <p:nvPr/>
        </p:nvSpPr>
        <p:spPr>
          <a:xfrm>
            <a:off x="888086" y="4091775"/>
            <a:ext cx="4063548" cy="369332"/>
          </a:xfrm>
          <a:prstGeom prst="rect">
            <a:avLst/>
          </a:prstGeom>
          <a:noFill/>
        </p:spPr>
        <p:txBody>
          <a:bodyPr wrap="none" rtlCol="0">
            <a:spAutoFit/>
          </a:bodyPr>
          <a:lstStyle/>
          <a:p>
            <a:r>
              <a:rPr lang="en-US" dirty="0">
                <a:latin typeface="+mn-lt"/>
              </a:rPr>
              <a:t>**Save workflow as a packaged workflow</a:t>
            </a:r>
          </a:p>
        </p:txBody>
      </p:sp>
      <p:pic>
        <p:nvPicPr>
          <p:cNvPr id="11" name="Picture 10">
            <a:extLst>
              <a:ext uri="{FF2B5EF4-FFF2-40B4-BE49-F238E27FC236}">
                <a16:creationId xmlns:a16="http://schemas.microsoft.com/office/drawing/2014/main" id="{2677F762-509F-CBAE-862C-78E07249F4E0}"/>
              </a:ext>
            </a:extLst>
          </p:cNvPr>
          <p:cNvPicPr>
            <a:picLocks noChangeAspect="1"/>
          </p:cNvPicPr>
          <p:nvPr/>
        </p:nvPicPr>
        <p:blipFill>
          <a:blip r:embed="rId3"/>
          <a:stretch>
            <a:fillRect/>
          </a:stretch>
        </p:blipFill>
        <p:spPr>
          <a:xfrm>
            <a:off x="2725505" y="2317469"/>
            <a:ext cx="4153480" cy="1733792"/>
          </a:xfrm>
          <a:prstGeom prst="rect">
            <a:avLst/>
          </a:prstGeom>
        </p:spPr>
      </p:pic>
      <p:sp>
        <p:nvSpPr>
          <p:cNvPr id="12" name="TextBox 11">
            <a:extLst>
              <a:ext uri="{FF2B5EF4-FFF2-40B4-BE49-F238E27FC236}">
                <a16:creationId xmlns:a16="http://schemas.microsoft.com/office/drawing/2014/main" id="{DB4EA7EF-F878-F7A3-9C90-3B6A43A7CB7D}"/>
              </a:ext>
            </a:extLst>
          </p:cNvPr>
          <p:cNvSpPr txBox="1"/>
          <p:nvPr/>
        </p:nvSpPr>
        <p:spPr>
          <a:xfrm>
            <a:off x="5979781" y="2118250"/>
            <a:ext cx="2240229" cy="369332"/>
          </a:xfrm>
          <a:prstGeom prst="rect">
            <a:avLst/>
          </a:prstGeom>
          <a:noFill/>
        </p:spPr>
        <p:txBody>
          <a:bodyPr wrap="none" rtlCol="0">
            <a:spAutoFit/>
          </a:bodyPr>
          <a:lstStyle/>
          <a:p>
            <a:r>
              <a:rPr lang="en-US" dirty="0">
                <a:latin typeface="+mn-lt"/>
              </a:rPr>
              <a:t>Rest of your workflow</a:t>
            </a:r>
          </a:p>
        </p:txBody>
      </p:sp>
      <p:cxnSp>
        <p:nvCxnSpPr>
          <p:cNvPr id="14" name="Straight Arrow Connector 13">
            <a:extLst>
              <a:ext uri="{FF2B5EF4-FFF2-40B4-BE49-F238E27FC236}">
                <a16:creationId xmlns:a16="http://schemas.microsoft.com/office/drawing/2014/main" id="{5F12FF2C-E827-DE14-C9EC-30FA1588A847}"/>
              </a:ext>
            </a:extLst>
          </p:cNvPr>
          <p:cNvCxnSpPr/>
          <p:nvPr/>
        </p:nvCxnSpPr>
        <p:spPr>
          <a:xfrm flipH="1">
            <a:off x="5361410" y="2571750"/>
            <a:ext cx="881508" cy="2372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9229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6730B-E680-23F8-5749-54224D9B3F39}"/>
              </a:ext>
            </a:extLst>
          </p:cNvPr>
          <p:cNvSpPr>
            <a:spLocks noGrp="1"/>
          </p:cNvSpPr>
          <p:nvPr>
            <p:ph type="title" idx="4294967295"/>
          </p:nvPr>
        </p:nvSpPr>
        <p:spPr>
          <a:xfrm>
            <a:off x="0" y="333375"/>
            <a:ext cx="8305800" cy="584775"/>
          </a:xfrm>
        </p:spPr>
        <p:txBody>
          <a:bodyPr/>
          <a:lstStyle/>
          <a:p>
            <a:r>
              <a:rPr lang="en-US" dirty="0"/>
              <a:t> Deliverable</a:t>
            </a:r>
          </a:p>
        </p:txBody>
      </p:sp>
      <p:sp>
        <p:nvSpPr>
          <p:cNvPr id="3" name="Content Placeholder 2">
            <a:extLst>
              <a:ext uri="{FF2B5EF4-FFF2-40B4-BE49-F238E27FC236}">
                <a16:creationId xmlns:a16="http://schemas.microsoft.com/office/drawing/2014/main" id="{DDC3D9F6-17E1-D921-7028-A42413E48115}"/>
              </a:ext>
            </a:extLst>
          </p:cNvPr>
          <p:cNvSpPr>
            <a:spLocks noGrp="1"/>
          </p:cNvSpPr>
          <p:nvPr>
            <p:ph idx="4294967295"/>
          </p:nvPr>
        </p:nvSpPr>
        <p:spPr>
          <a:xfrm>
            <a:off x="531405" y="933101"/>
            <a:ext cx="8229600" cy="461665"/>
          </a:xfrm>
        </p:spPr>
        <p:txBody>
          <a:bodyPr/>
          <a:lstStyle/>
          <a:p>
            <a:r>
              <a:rPr lang="en-US" sz="2400" b="1" dirty="0"/>
              <a:t>Your final Alteryx workflow, as a packaged workbook.</a:t>
            </a:r>
          </a:p>
        </p:txBody>
      </p:sp>
      <p:pic>
        <p:nvPicPr>
          <p:cNvPr id="5" name="Picture 4">
            <a:extLst>
              <a:ext uri="{FF2B5EF4-FFF2-40B4-BE49-F238E27FC236}">
                <a16:creationId xmlns:a16="http://schemas.microsoft.com/office/drawing/2014/main" id="{985FBEE4-C17D-060B-7989-CA62CC030850}"/>
              </a:ext>
            </a:extLst>
          </p:cNvPr>
          <p:cNvPicPr>
            <a:picLocks noChangeAspect="1"/>
          </p:cNvPicPr>
          <p:nvPr/>
        </p:nvPicPr>
        <p:blipFill>
          <a:blip r:embed="rId3"/>
          <a:srcRect r="58822"/>
          <a:stretch>
            <a:fillRect/>
          </a:stretch>
        </p:blipFill>
        <p:spPr>
          <a:xfrm>
            <a:off x="74205" y="1466860"/>
            <a:ext cx="3765318" cy="3272590"/>
          </a:xfrm>
          <a:prstGeom prst="rect">
            <a:avLst/>
          </a:prstGeom>
        </p:spPr>
      </p:pic>
      <p:pic>
        <p:nvPicPr>
          <p:cNvPr id="7" name="Picture 6">
            <a:extLst>
              <a:ext uri="{FF2B5EF4-FFF2-40B4-BE49-F238E27FC236}">
                <a16:creationId xmlns:a16="http://schemas.microsoft.com/office/drawing/2014/main" id="{8AAA2357-00AD-5E2B-EBBC-4EBF98B40B31}"/>
              </a:ext>
            </a:extLst>
          </p:cNvPr>
          <p:cNvPicPr>
            <a:picLocks noChangeAspect="1"/>
          </p:cNvPicPr>
          <p:nvPr/>
        </p:nvPicPr>
        <p:blipFill>
          <a:blip r:embed="rId4"/>
          <a:stretch>
            <a:fillRect/>
          </a:stretch>
        </p:blipFill>
        <p:spPr>
          <a:xfrm>
            <a:off x="218200" y="4444134"/>
            <a:ext cx="8602275" cy="590632"/>
          </a:xfrm>
          <a:prstGeom prst="rect">
            <a:avLst/>
          </a:prstGeom>
        </p:spPr>
      </p:pic>
      <p:cxnSp>
        <p:nvCxnSpPr>
          <p:cNvPr id="9" name="Straight Arrow Connector 8">
            <a:extLst>
              <a:ext uri="{FF2B5EF4-FFF2-40B4-BE49-F238E27FC236}">
                <a16:creationId xmlns:a16="http://schemas.microsoft.com/office/drawing/2014/main" id="{FAA4E36B-AA29-E11F-E4ED-7044EF314CCF}"/>
              </a:ext>
            </a:extLst>
          </p:cNvPr>
          <p:cNvCxnSpPr/>
          <p:nvPr/>
        </p:nvCxnSpPr>
        <p:spPr>
          <a:xfrm flipH="1">
            <a:off x="2092109" y="1546341"/>
            <a:ext cx="1038873" cy="10254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DF17FB9-FB6B-2DAA-62C4-45B2B70DF844}"/>
              </a:ext>
            </a:extLst>
          </p:cNvPr>
          <p:cNvSpPr txBox="1"/>
          <p:nvPr/>
        </p:nvSpPr>
        <p:spPr>
          <a:xfrm>
            <a:off x="3130982" y="1357758"/>
            <a:ext cx="301686" cy="369332"/>
          </a:xfrm>
          <a:prstGeom prst="rect">
            <a:avLst/>
          </a:prstGeom>
          <a:noFill/>
        </p:spPr>
        <p:txBody>
          <a:bodyPr wrap="none" rtlCol="0">
            <a:spAutoFit/>
          </a:bodyPr>
          <a:lstStyle/>
          <a:p>
            <a:r>
              <a:rPr lang="en-US" dirty="0">
                <a:latin typeface="+mn-lt"/>
              </a:rPr>
              <a:t>1</a:t>
            </a:r>
          </a:p>
        </p:txBody>
      </p:sp>
      <p:pic>
        <p:nvPicPr>
          <p:cNvPr id="12" name="Picture 11">
            <a:extLst>
              <a:ext uri="{FF2B5EF4-FFF2-40B4-BE49-F238E27FC236}">
                <a16:creationId xmlns:a16="http://schemas.microsoft.com/office/drawing/2014/main" id="{5F1B4098-830E-A6B4-8D9F-4944138732E8}"/>
              </a:ext>
            </a:extLst>
          </p:cNvPr>
          <p:cNvPicPr>
            <a:picLocks noChangeAspect="1"/>
          </p:cNvPicPr>
          <p:nvPr/>
        </p:nvPicPr>
        <p:blipFill>
          <a:blip r:embed="rId5"/>
          <a:stretch>
            <a:fillRect/>
          </a:stretch>
        </p:blipFill>
        <p:spPr>
          <a:xfrm>
            <a:off x="4519337" y="1457826"/>
            <a:ext cx="2729510" cy="2914214"/>
          </a:xfrm>
          <a:prstGeom prst="rect">
            <a:avLst/>
          </a:prstGeom>
        </p:spPr>
      </p:pic>
      <p:cxnSp>
        <p:nvCxnSpPr>
          <p:cNvPr id="14" name="Straight Arrow Connector 13">
            <a:extLst>
              <a:ext uri="{FF2B5EF4-FFF2-40B4-BE49-F238E27FC236}">
                <a16:creationId xmlns:a16="http://schemas.microsoft.com/office/drawing/2014/main" id="{4B1ED17F-2F7E-5E44-39F2-AA2D023CBBF7}"/>
              </a:ext>
            </a:extLst>
          </p:cNvPr>
          <p:cNvCxnSpPr>
            <a:cxnSpLocks/>
          </p:cNvCxnSpPr>
          <p:nvPr/>
        </p:nvCxnSpPr>
        <p:spPr>
          <a:xfrm flipH="1">
            <a:off x="6506124" y="1986785"/>
            <a:ext cx="1627727" cy="21250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BE7A2CD-332C-B2BA-7A0D-6CD3F78C980A}"/>
              </a:ext>
            </a:extLst>
          </p:cNvPr>
          <p:cNvSpPr txBox="1"/>
          <p:nvPr/>
        </p:nvSpPr>
        <p:spPr>
          <a:xfrm>
            <a:off x="8186513" y="1938911"/>
            <a:ext cx="301686" cy="369332"/>
          </a:xfrm>
          <a:prstGeom prst="rect">
            <a:avLst/>
          </a:prstGeom>
          <a:noFill/>
        </p:spPr>
        <p:txBody>
          <a:bodyPr wrap="none" rtlCol="0">
            <a:spAutoFit/>
          </a:bodyPr>
          <a:lstStyle/>
          <a:p>
            <a:r>
              <a:rPr lang="en-US" dirty="0">
                <a:latin typeface="+mn-lt"/>
              </a:rPr>
              <a:t>2</a:t>
            </a:r>
          </a:p>
        </p:txBody>
      </p:sp>
      <p:sp>
        <p:nvSpPr>
          <p:cNvPr id="19" name="TextBox 18">
            <a:extLst>
              <a:ext uri="{FF2B5EF4-FFF2-40B4-BE49-F238E27FC236}">
                <a16:creationId xmlns:a16="http://schemas.microsoft.com/office/drawing/2014/main" id="{F03B97BE-01F5-AF40-65AD-6F379E4E352B}"/>
              </a:ext>
            </a:extLst>
          </p:cNvPr>
          <p:cNvSpPr txBox="1"/>
          <p:nvPr/>
        </p:nvSpPr>
        <p:spPr>
          <a:xfrm>
            <a:off x="7415736" y="3526092"/>
            <a:ext cx="1598066" cy="646331"/>
          </a:xfrm>
          <a:prstGeom prst="rect">
            <a:avLst/>
          </a:prstGeom>
          <a:noFill/>
        </p:spPr>
        <p:txBody>
          <a:bodyPr wrap="none" rtlCol="0">
            <a:spAutoFit/>
          </a:bodyPr>
          <a:lstStyle/>
          <a:p>
            <a:r>
              <a:rPr lang="en-US" dirty="0">
                <a:latin typeface="+mn-lt"/>
              </a:rPr>
              <a:t>3 (note file </a:t>
            </a:r>
            <a:r>
              <a:rPr lang="en-US" dirty="0" err="1">
                <a:latin typeface="+mn-lt"/>
              </a:rPr>
              <a:t>ext</a:t>
            </a:r>
            <a:r>
              <a:rPr lang="en-US" dirty="0">
                <a:latin typeface="+mn-lt"/>
              </a:rPr>
              <a:t> </a:t>
            </a:r>
          </a:p>
          <a:p>
            <a:r>
              <a:rPr lang="en-US" dirty="0">
                <a:latin typeface="+mn-lt"/>
              </a:rPr>
              <a:t>is “.</a:t>
            </a:r>
            <a:r>
              <a:rPr lang="en-US" dirty="0" err="1">
                <a:latin typeface="+mn-lt"/>
              </a:rPr>
              <a:t>yxzp</a:t>
            </a:r>
            <a:r>
              <a:rPr lang="en-US" dirty="0">
                <a:latin typeface="+mn-lt"/>
              </a:rPr>
              <a:t>”)</a:t>
            </a:r>
          </a:p>
        </p:txBody>
      </p:sp>
      <p:cxnSp>
        <p:nvCxnSpPr>
          <p:cNvPr id="21" name="Straight Arrow Connector 20">
            <a:extLst>
              <a:ext uri="{FF2B5EF4-FFF2-40B4-BE49-F238E27FC236}">
                <a16:creationId xmlns:a16="http://schemas.microsoft.com/office/drawing/2014/main" id="{01E7AAE0-CFEC-439B-38A0-90481C87D296}"/>
              </a:ext>
            </a:extLst>
          </p:cNvPr>
          <p:cNvCxnSpPr/>
          <p:nvPr/>
        </p:nvCxnSpPr>
        <p:spPr>
          <a:xfrm>
            <a:off x="8186513" y="4256029"/>
            <a:ext cx="301686" cy="4117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4144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4A583-89CF-EBB9-0E60-012A27011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33CFC-7C16-2871-3CCF-724F0C934795}"/>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E66F9892-4E4D-FF4B-E305-02CB13A36270}"/>
              </a:ext>
            </a:extLst>
          </p:cNvPr>
          <p:cNvSpPr>
            <a:spLocks noGrp="1"/>
          </p:cNvSpPr>
          <p:nvPr>
            <p:ph idx="1"/>
          </p:nvPr>
        </p:nvSpPr>
        <p:spPr>
          <a:xfrm>
            <a:off x="361950" y="1000125"/>
            <a:ext cx="8229600" cy="2298065"/>
          </a:xfrm>
        </p:spPr>
        <p:txBody>
          <a:bodyPr vert="horz" wrap="square" lIns="137160" tIns="45720" rIns="91440" bIns="45720" rtlCol="0" anchor="t">
            <a:spAutoFit/>
          </a:bodyPr>
          <a:lstStyle/>
          <a:p>
            <a:pPr marL="457200" indent="-457200"/>
            <a:r>
              <a:rPr lang="en-US" dirty="0">
                <a:solidFill>
                  <a:schemeClr val="bg1">
                    <a:lumMod val="65000"/>
                  </a:schemeClr>
                </a:solidFill>
              </a:rPr>
              <a:t>Review</a:t>
            </a:r>
          </a:p>
          <a:p>
            <a:pPr marL="457200" indent="-457200"/>
            <a:r>
              <a:rPr lang="en-US" dirty="0">
                <a:solidFill>
                  <a:schemeClr val="bg1">
                    <a:lumMod val="65000"/>
                  </a:schemeClr>
                </a:solidFill>
              </a:rPr>
              <a:t>Deliverable</a:t>
            </a:r>
          </a:p>
          <a:p>
            <a:pPr marL="457200" indent="-457200"/>
            <a:r>
              <a:rPr lang="en-US" b="1" dirty="0">
                <a:solidFill>
                  <a:schemeClr val="tx2"/>
                </a:solidFill>
              </a:rPr>
              <a:t>Lab:</a:t>
            </a:r>
            <a:r>
              <a:rPr lang="en-US" dirty="0"/>
              <a:t> </a:t>
            </a:r>
          </a:p>
          <a:p>
            <a:pPr marL="1027113" lvl="1" indent="-457200"/>
            <a:r>
              <a:rPr lang="en-US" b="1" dirty="0">
                <a:solidFill>
                  <a:srgbClr val="412985"/>
                </a:solidFill>
              </a:rPr>
              <a:t>Escape the Digital Dungeon Case</a:t>
            </a:r>
          </a:p>
          <a:p>
            <a:pPr marL="1027113" lvl="1" indent="-457200"/>
            <a:endParaRPr lang="en-US" b="1" dirty="0">
              <a:solidFill>
                <a:srgbClr val="412985"/>
              </a:solidFill>
            </a:endParaRPr>
          </a:p>
        </p:txBody>
      </p:sp>
    </p:spTree>
    <p:extLst>
      <p:ext uri="{BB962C8B-B14F-4D97-AF65-F5344CB8AC3E}">
        <p14:creationId xmlns:p14="http://schemas.microsoft.com/office/powerpoint/2010/main" val="3261769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3916-9831-4832-66EF-C170E794083E}"/>
              </a:ext>
            </a:extLst>
          </p:cNvPr>
          <p:cNvSpPr>
            <a:spLocks noGrp="1"/>
          </p:cNvSpPr>
          <p:nvPr>
            <p:ph type="title"/>
          </p:nvPr>
        </p:nvSpPr>
        <p:spPr/>
        <p:txBody>
          <a:bodyPr/>
          <a:lstStyle/>
          <a:p>
            <a:r>
              <a:rPr lang="en-US" dirty="0"/>
              <a:t>Today’s Challenge</a:t>
            </a:r>
          </a:p>
        </p:txBody>
      </p:sp>
      <p:sp>
        <p:nvSpPr>
          <p:cNvPr id="3" name="Content Placeholder 2">
            <a:extLst>
              <a:ext uri="{FF2B5EF4-FFF2-40B4-BE49-F238E27FC236}">
                <a16:creationId xmlns:a16="http://schemas.microsoft.com/office/drawing/2014/main" id="{23809F21-03C8-80B7-0566-D5C977003A2D}"/>
              </a:ext>
            </a:extLst>
          </p:cNvPr>
          <p:cNvSpPr>
            <a:spLocks noGrp="1"/>
          </p:cNvSpPr>
          <p:nvPr>
            <p:ph idx="1"/>
          </p:nvPr>
        </p:nvSpPr>
        <p:spPr>
          <a:xfrm>
            <a:off x="361950" y="1000125"/>
            <a:ext cx="8229600" cy="3590727"/>
          </a:xfrm>
        </p:spPr>
        <p:txBody>
          <a:bodyPr/>
          <a:lstStyle/>
          <a:p>
            <a:endParaRPr lang="en-US" dirty="0"/>
          </a:p>
          <a:p>
            <a:r>
              <a:rPr lang="en-US" dirty="0"/>
              <a:t>Add a </a:t>
            </a:r>
            <a:r>
              <a:rPr lang="en-US" b="1" dirty="0">
                <a:solidFill>
                  <a:schemeClr val="tx2"/>
                </a:solidFill>
              </a:rPr>
              <a:t>macro component</a:t>
            </a:r>
            <a:r>
              <a:rPr lang="en-US" dirty="0"/>
              <a:t> as part of the workflow solution.</a:t>
            </a:r>
          </a:p>
          <a:p>
            <a:endParaRPr lang="en-US" dirty="0"/>
          </a:p>
          <a:p>
            <a:pPr marL="457200" indent="-457200">
              <a:buFont typeface="Arial" panose="020B0604020202020204" pitchFamily="34" charset="0"/>
              <a:buChar char="•"/>
            </a:pPr>
            <a:r>
              <a:rPr lang="en-US" dirty="0"/>
              <a:t>Must be a part of the workflow done more than once.</a:t>
            </a:r>
          </a:p>
          <a:p>
            <a:endParaRPr lang="en-US" dirty="0"/>
          </a:p>
        </p:txBody>
      </p:sp>
    </p:spTree>
    <p:extLst>
      <p:ext uri="{BB962C8B-B14F-4D97-AF65-F5344CB8AC3E}">
        <p14:creationId xmlns:p14="http://schemas.microsoft.com/office/powerpoint/2010/main" val="1966425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4F9DB-EC2C-8A6A-406D-9950BDD75448}"/>
              </a:ext>
            </a:extLst>
          </p:cNvPr>
          <p:cNvSpPr>
            <a:spLocks noGrp="1"/>
          </p:cNvSpPr>
          <p:nvPr>
            <p:ph type="title"/>
          </p:nvPr>
        </p:nvSpPr>
        <p:spPr/>
        <p:txBody>
          <a:bodyPr/>
          <a:lstStyle/>
          <a:p>
            <a:r>
              <a:rPr lang="en-US" dirty="0"/>
              <a:t>Case Cryptic Clue:</a:t>
            </a:r>
          </a:p>
        </p:txBody>
      </p:sp>
      <p:sp>
        <p:nvSpPr>
          <p:cNvPr id="3" name="Content Placeholder 2">
            <a:extLst>
              <a:ext uri="{FF2B5EF4-FFF2-40B4-BE49-F238E27FC236}">
                <a16:creationId xmlns:a16="http://schemas.microsoft.com/office/drawing/2014/main" id="{617129B2-856F-0AAD-D8A2-3C3A53A67F2A}"/>
              </a:ext>
            </a:extLst>
          </p:cNvPr>
          <p:cNvSpPr>
            <a:spLocks noGrp="1"/>
          </p:cNvSpPr>
          <p:nvPr>
            <p:ph idx="1"/>
          </p:nvPr>
        </p:nvSpPr>
        <p:spPr>
          <a:xfrm>
            <a:off x="361950" y="1000125"/>
            <a:ext cx="8229600" cy="3046988"/>
          </a:xfrm>
        </p:spPr>
        <p:txBody>
          <a:bodyPr/>
          <a:lstStyle/>
          <a:p>
            <a:r>
              <a:rPr lang="en-US" dirty="0"/>
              <a:t>Search every person’s files, Search high and low! I used just </a:t>
            </a:r>
            <a:r>
              <a:rPr lang="en-US" strike="sngStrike" dirty="0"/>
              <a:t>one person’s  </a:t>
            </a:r>
            <a:r>
              <a:rPr lang="en-US" dirty="0"/>
              <a:t>two peoples' files For my password bold. Password? You say. What is it? You ask. Find all the digits Sum them up! It’s the only way To avoid bad luck. Time is ticking … Rumpelstiltskin</a:t>
            </a:r>
          </a:p>
        </p:txBody>
      </p:sp>
    </p:spTree>
    <p:extLst>
      <p:ext uri="{BB962C8B-B14F-4D97-AF65-F5344CB8AC3E}">
        <p14:creationId xmlns:p14="http://schemas.microsoft.com/office/powerpoint/2010/main" val="3587130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12670-AFBD-F57D-55C2-FE7B2FDE73BB}"/>
              </a:ext>
            </a:extLst>
          </p:cNvPr>
          <p:cNvSpPr>
            <a:spLocks noGrp="1"/>
          </p:cNvSpPr>
          <p:nvPr>
            <p:ph type="title"/>
          </p:nvPr>
        </p:nvSpPr>
        <p:spPr>
          <a:xfrm>
            <a:off x="361950" y="332845"/>
            <a:ext cx="8305800" cy="1446550"/>
          </a:xfrm>
        </p:spPr>
        <p:txBody>
          <a:bodyPr/>
          <a:lstStyle/>
          <a:p>
            <a:r>
              <a:rPr lang="en-US" dirty="0"/>
              <a:t>Remainder of case gives hints about the workflow</a:t>
            </a:r>
          </a:p>
        </p:txBody>
      </p:sp>
      <p:sp>
        <p:nvSpPr>
          <p:cNvPr id="3" name="Content Placeholder 2">
            <a:extLst>
              <a:ext uri="{FF2B5EF4-FFF2-40B4-BE49-F238E27FC236}">
                <a16:creationId xmlns:a16="http://schemas.microsoft.com/office/drawing/2014/main" id="{1AEC15DF-7C68-2777-D94E-651D8B82C95B}"/>
              </a:ext>
            </a:extLst>
          </p:cNvPr>
          <p:cNvSpPr>
            <a:spLocks noGrp="1"/>
          </p:cNvSpPr>
          <p:nvPr>
            <p:ph idx="1"/>
          </p:nvPr>
        </p:nvSpPr>
        <p:spPr>
          <a:xfrm>
            <a:off x="400050" y="2032937"/>
            <a:ext cx="8229600" cy="2728952"/>
          </a:xfrm>
        </p:spPr>
        <p:txBody>
          <a:bodyPr/>
          <a:lstStyle/>
          <a:p>
            <a:r>
              <a:rPr lang="en-US" sz="2800" dirty="0"/>
              <a:t>Read through including data description</a:t>
            </a:r>
          </a:p>
          <a:p>
            <a:endParaRPr lang="en-US" sz="2800" dirty="0"/>
          </a:p>
          <a:p>
            <a:r>
              <a:rPr lang="en-US" sz="2800" dirty="0"/>
              <a:t>Think about starting point of analysis, use </a:t>
            </a:r>
            <a:r>
              <a:rPr lang="en-US" sz="2800" b="1" dirty="0"/>
              <a:t>Required </a:t>
            </a:r>
            <a:r>
              <a:rPr lang="en-US" sz="2800" dirty="0"/>
              <a:t>section to help set-up workflow order.</a:t>
            </a:r>
          </a:p>
          <a:p>
            <a:endParaRPr lang="en-US" sz="2800" dirty="0"/>
          </a:p>
          <a:p>
            <a:r>
              <a:rPr lang="en-US" sz="2800" b="1" dirty="0"/>
              <a:t>Hints</a:t>
            </a:r>
            <a:r>
              <a:rPr lang="en-US" sz="2800" dirty="0"/>
              <a:t> includes reminders of prior cases.</a:t>
            </a:r>
          </a:p>
        </p:txBody>
      </p:sp>
    </p:spTree>
    <p:extLst>
      <p:ext uri="{BB962C8B-B14F-4D97-AF65-F5344CB8AC3E}">
        <p14:creationId xmlns:p14="http://schemas.microsoft.com/office/powerpoint/2010/main" val="4273905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7C082-FBB0-D204-1310-B89289584A44}"/>
              </a:ext>
            </a:extLst>
          </p:cNvPr>
          <p:cNvSpPr>
            <a:spLocks noGrp="1"/>
          </p:cNvSpPr>
          <p:nvPr>
            <p:ph type="title"/>
          </p:nvPr>
        </p:nvSpPr>
        <p:spPr/>
        <p:txBody>
          <a:bodyPr/>
          <a:lstStyle/>
          <a:p>
            <a:r>
              <a:rPr lang="en-US" dirty="0"/>
              <a:t>Hints</a:t>
            </a:r>
          </a:p>
        </p:txBody>
      </p:sp>
      <p:pic>
        <p:nvPicPr>
          <p:cNvPr id="5" name="Picture 4">
            <a:extLst>
              <a:ext uri="{FF2B5EF4-FFF2-40B4-BE49-F238E27FC236}">
                <a16:creationId xmlns:a16="http://schemas.microsoft.com/office/drawing/2014/main" id="{9F1BBBEA-A815-A787-A044-E9F68E75B42E}"/>
              </a:ext>
            </a:extLst>
          </p:cNvPr>
          <p:cNvPicPr>
            <a:picLocks noChangeAspect="1"/>
          </p:cNvPicPr>
          <p:nvPr/>
        </p:nvPicPr>
        <p:blipFill>
          <a:blip r:embed="rId2"/>
          <a:stretch>
            <a:fillRect/>
          </a:stretch>
        </p:blipFill>
        <p:spPr>
          <a:xfrm>
            <a:off x="299258" y="1201248"/>
            <a:ext cx="8280028" cy="2655857"/>
          </a:xfrm>
          <a:prstGeom prst="rect">
            <a:avLst/>
          </a:prstGeom>
        </p:spPr>
      </p:pic>
    </p:spTree>
    <p:extLst>
      <p:ext uri="{BB962C8B-B14F-4D97-AF65-F5344CB8AC3E}">
        <p14:creationId xmlns:p14="http://schemas.microsoft.com/office/powerpoint/2010/main" val="105514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E59E-D035-442F-B808-80D34A409A26}"/>
              </a:ext>
            </a:extLst>
          </p:cNvPr>
          <p:cNvSpPr>
            <a:spLocks noGrp="1"/>
          </p:cNvSpPr>
          <p:nvPr>
            <p:ph type="title"/>
          </p:nvPr>
        </p:nvSpPr>
        <p:spPr>
          <a:xfrm>
            <a:off x="486696" y="2021614"/>
            <a:ext cx="8170606" cy="769441"/>
          </a:xfrm>
        </p:spPr>
        <p:txBody>
          <a:bodyPr/>
          <a:lstStyle/>
          <a:p>
            <a:endParaRPr lang="en-US"/>
          </a:p>
        </p:txBody>
      </p:sp>
      <p:pic>
        <p:nvPicPr>
          <p:cNvPr id="4" name="Picture 3">
            <a:extLst>
              <a:ext uri="{FF2B5EF4-FFF2-40B4-BE49-F238E27FC236}">
                <a16:creationId xmlns:a16="http://schemas.microsoft.com/office/drawing/2014/main" id="{D34F8A0F-A392-468B-83F5-F4CB4C1F3C57}"/>
              </a:ext>
            </a:extLst>
          </p:cNvPr>
          <p:cNvPicPr>
            <a:picLocks noChangeAspect="1"/>
          </p:cNvPicPr>
          <p:nvPr/>
        </p:nvPicPr>
        <p:blipFill>
          <a:blip r:embed="rId3"/>
          <a:stretch>
            <a:fillRect/>
          </a:stretch>
        </p:blipFill>
        <p:spPr>
          <a:xfrm>
            <a:off x="0" y="-477202"/>
            <a:ext cx="9144000" cy="6097904"/>
          </a:xfrm>
          <a:prstGeom prst="rect">
            <a:avLst/>
          </a:prstGeom>
        </p:spPr>
      </p:pic>
      <p:sp>
        <p:nvSpPr>
          <p:cNvPr id="5" name="TextBox 4">
            <a:extLst>
              <a:ext uri="{FF2B5EF4-FFF2-40B4-BE49-F238E27FC236}">
                <a16:creationId xmlns:a16="http://schemas.microsoft.com/office/drawing/2014/main" id="{BCC65860-206F-486C-94A8-1A3581784A71}"/>
              </a:ext>
            </a:extLst>
          </p:cNvPr>
          <p:cNvSpPr txBox="1"/>
          <p:nvPr/>
        </p:nvSpPr>
        <p:spPr>
          <a:xfrm>
            <a:off x="2997529" y="1152145"/>
            <a:ext cx="3195105" cy="769441"/>
          </a:xfrm>
          <a:prstGeom prst="rect">
            <a:avLst/>
          </a:prstGeom>
          <a:noFill/>
        </p:spPr>
        <p:txBody>
          <a:bodyPr wrap="none" rtlCol="0">
            <a:spAutoFit/>
          </a:bodyPr>
          <a:lstStyle/>
          <a:p>
            <a:pPr defTabSz="457178"/>
            <a:r>
              <a:rPr lang="en-US" sz="4400" b="1" dirty="0">
                <a:solidFill>
                  <a:prstClr val="white"/>
                </a:solidFill>
                <a:latin typeface="Arial"/>
                <a:cs typeface="Arial" panose="020B0604020202020204" pitchFamily="34" charset="0"/>
              </a:rPr>
              <a:t>Thank you!</a:t>
            </a:r>
            <a:endParaRPr lang="en-US" dirty="0">
              <a:solidFill>
                <a:prstClr val="white"/>
              </a:solidFill>
              <a:latin typeface="Calibri"/>
            </a:endParaRPr>
          </a:p>
        </p:txBody>
      </p:sp>
    </p:spTree>
    <p:extLst>
      <p:ext uri="{BB962C8B-B14F-4D97-AF65-F5344CB8AC3E}">
        <p14:creationId xmlns:p14="http://schemas.microsoft.com/office/powerpoint/2010/main" val="4082899699"/>
      </p:ext>
    </p:extLst>
  </p:cSld>
  <p:clrMapOvr>
    <a:masterClrMapping/>
  </p:clrMapOvr>
</p:sld>
</file>

<file path=ppt/theme/theme1.xml><?xml version="1.0" encoding="utf-8"?>
<a:theme xmlns:a="http://schemas.openxmlformats.org/drawingml/2006/main" name="W Foster MBA Career Mgmt">
  <a:themeElements>
    <a:clrScheme name="Foster">
      <a:dk1>
        <a:sysClr val="windowText" lastClr="000000"/>
      </a:dk1>
      <a:lt1>
        <a:sysClr val="window" lastClr="FFFFFF"/>
      </a:lt1>
      <a:dk2>
        <a:srgbClr val="4B2E84"/>
      </a:dk2>
      <a:lt2>
        <a:srgbClr val="B9A077"/>
      </a:lt2>
      <a:accent1>
        <a:srgbClr val="86754D"/>
      </a:accent1>
      <a:accent2>
        <a:srgbClr val="0988C1"/>
      </a:accent2>
      <a:accent3>
        <a:srgbClr val="3CB2A7"/>
      </a:accent3>
      <a:accent4>
        <a:srgbClr val="41AD49"/>
      </a:accent4>
      <a:accent5>
        <a:srgbClr val="DC4327"/>
      </a:accent5>
      <a:accent6>
        <a:srgbClr val="D2B887"/>
      </a:accent6>
      <a:hlink>
        <a:srgbClr val="4B2E84"/>
      </a:hlink>
      <a:folHlink>
        <a:srgbClr val="4B2E84"/>
      </a:folHlink>
    </a:clrScheme>
    <a:fontScheme name="Foster">
      <a:majorFont>
        <a:latin typeface="Arial"/>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a:latin typeface="+mn-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F69E203AC04243ACA450E86C6C3027" ma:contentTypeVersion="3" ma:contentTypeDescription="Create a new document." ma:contentTypeScope="" ma:versionID="2d5dfb402cda9ec94ad9e4211ac1946e">
  <xsd:schema xmlns:xsd="http://www.w3.org/2001/XMLSchema" xmlns:xs="http://www.w3.org/2001/XMLSchema" xmlns:p="http://schemas.microsoft.com/office/2006/metadata/properties" xmlns:ns2="92d151aa-5444-48df-9732-7562e1b8a114" targetNamespace="http://schemas.microsoft.com/office/2006/metadata/properties" ma:root="true" ma:fieldsID="713c23bda8087a008cc1c00c9d76869d" ns2:_="">
    <xsd:import namespace="92d151aa-5444-48df-9732-7562e1b8a114"/>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d151aa-5444-48df-9732-7562e1b8a114"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7141BF-5E11-47F9-9296-0695D3DC96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2d151aa-5444-48df-9732-7562e1b8a1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2C1C38-D2BC-41E8-BFF7-3546CADD0637}">
  <ds:schemaRefs>
    <ds:schemaRef ds:uri="http://schemas.microsoft.com/sharepoint/v3/contenttype/forms"/>
  </ds:schemaRefs>
</ds:datastoreItem>
</file>

<file path=customXml/itemProps3.xml><?xml version="1.0" encoding="utf-8"?>
<ds:datastoreItem xmlns:ds="http://schemas.openxmlformats.org/officeDocument/2006/customXml" ds:itemID="{52AA8D24-9DB6-4446-BFF5-A34A571DCD63}">
  <ds:schemaRefs>
    <ds:schemaRef ds:uri="http://purl.org/dc/elements/1.1/"/>
    <ds:schemaRef ds:uri="http://purl.org/dc/dcmitype/"/>
    <ds:schemaRef ds:uri="http://purl.org/dc/terms/"/>
    <ds:schemaRef ds:uri="http://schemas.microsoft.com/office/2006/documentManagement/types"/>
    <ds:schemaRef ds:uri="http://www.w3.org/XML/1998/namespace"/>
    <ds:schemaRef ds:uri="92d151aa-5444-48df-9732-7562e1b8a114"/>
    <ds:schemaRef ds:uri="http://schemas.microsoft.com/office/infopath/2007/PartnerControls"/>
    <ds:schemaRef ds:uri="http://schemas.openxmlformats.org/package/2006/metadata/core-properties"/>
    <ds:schemaRef ds:uri="http://schemas.microsoft.com/office/2006/metadata/properties"/>
  </ds:schemaRefs>
</ds:datastoreItem>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otalTime>15906</TotalTime>
  <Words>685</Words>
  <Application>Microsoft Office PowerPoint</Application>
  <PresentationFormat>On-screen Show (16:9)</PresentationFormat>
  <Paragraphs>131</Paragraphs>
  <Slides>29</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Arial Black</vt:lpstr>
      <vt:lpstr>Calibri</vt:lpstr>
      <vt:lpstr>W Foster MBA Career Mgmt</vt:lpstr>
      <vt:lpstr>Cases in Cybersecurity 2</vt:lpstr>
      <vt:lpstr>Agenda</vt:lpstr>
      <vt:lpstr>Review</vt:lpstr>
      <vt:lpstr>PowerPoint Presentation</vt:lpstr>
      <vt:lpstr>PowerPoint Presentation</vt:lpstr>
      <vt:lpstr>PowerPoint Presentation</vt:lpstr>
      <vt:lpstr>PowerPoint Presentation</vt:lpstr>
      <vt:lpstr>Key Cybersecurity Take-Aways</vt:lpstr>
      <vt:lpstr>Look ahead (workshop classes)</vt:lpstr>
      <vt:lpstr>Workshop classes</vt:lpstr>
      <vt:lpstr>Workshop focus</vt:lpstr>
      <vt:lpstr>PowerPoint Presentation</vt:lpstr>
      <vt:lpstr>Final Project Templates</vt:lpstr>
      <vt:lpstr>PowerPoint Presentation</vt:lpstr>
      <vt:lpstr>Final Project Templates</vt:lpstr>
      <vt:lpstr>PowerPoint Presentation</vt:lpstr>
      <vt:lpstr>Final Project Templates</vt:lpstr>
      <vt:lpstr>PowerPoint Presentation</vt:lpstr>
      <vt:lpstr>Alteryx Challenge 11/24 </vt:lpstr>
      <vt:lpstr>Agenda</vt:lpstr>
      <vt:lpstr>PowerPoint Presentation</vt:lpstr>
      <vt:lpstr>Deliverable</vt:lpstr>
      <vt:lpstr> Deliverable</vt:lpstr>
      <vt:lpstr>Agenda</vt:lpstr>
      <vt:lpstr>Today’s Challenge</vt:lpstr>
      <vt:lpstr>Case Cryptic Clue:</vt:lpstr>
      <vt:lpstr>Remainder of case gives hints about the workflow</vt:lpstr>
      <vt:lpstr>Hints</vt:lpstr>
      <vt:lpstr>PowerPoint Presentation</vt:lpstr>
    </vt:vector>
  </TitlesOfParts>
  <Company>A.K.A. Design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Ann Kumasaka</dc:creator>
  <cp:lastModifiedBy>Asher Curtis</cp:lastModifiedBy>
  <cp:revision>410</cp:revision>
  <cp:lastPrinted>2024-10-16T21:57:06Z</cp:lastPrinted>
  <dcterms:created xsi:type="dcterms:W3CDTF">2011-09-06T04:32:21Z</dcterms:created>
  <dcterms:modified xsi:type="dcterms:W3CDTF">2025-11-20T21:24:59Z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0x01010023F69E203AC04243ACA450E86C6C3027</vt:lpwstr>
  </property>
  <property fmtid="{D5CDD505-2E9C-101B-9397-08002B2CF9AE}" pid="3" name="ImageCreateDate">
    <vt:lpwstr/>
  </property>
  <property fmtid="{D5CDD505-2E9C-101B-9397-08002B2CF9AE}" pid="4" name="Foster Site Scope">
    <vt:lpwstr>Intranet</vt:lpwstr>
  </property>
  <property fmtid="{D5CDD505-2E9C-101B-9397-08002B2CF9AE}" pid="5" name="Foster Permission Form">
    <vt:lpwstr/>
  </property>
  <property fmtid="{D5CDD505-2E9C-101B-9397-08002B2CF9AE}" pid="6" name="This needs to be set to identify the intended use of this image.  Examples would be &quot;Homepage&quot; or &quot;Program Cent">
    <vt:lpwstr/>
  </property>
  <property fmtid="{D5CDD505-2E9C-101B-9397-08002B2CF9AE}" pid="7" name="Page Location">
    <vt:lpwstr>Brand</vt:lpwstr>
  </property>
  <property fmtid="{D5CDD505-2E9C-101B-9397-08002B2CF9AE}" pid="8" name="Caption">
    <vt:lpwstr/>
  </property>
  <property fmtid="{D5CDD505-2E9C-101B-9397-08002B2CF9AE}" pid="9" name="Source Image">
    <vt:lpwstr/>
  </property>
  <property fmtid="{D5CDD505-2E9C-101B-9397-08002B2CF9AE}" pid="10" name="Comments">
    <vt:lpwstr/>
  </property>
</Properties>
</file>